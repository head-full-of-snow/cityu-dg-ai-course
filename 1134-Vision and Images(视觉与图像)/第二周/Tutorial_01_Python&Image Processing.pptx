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sldIdLst>
    <p:sldId id="257" r:id="rId2"/>
    <p:sldId id="339" r:id="rId3"/>
    <p:sldId id="353" r:id="rId4"/>
    <p:sldId id="356" r:id="rId5"/>
    <p:sldId id="354" r:id="rId6"/>
    <p:sldId id="355" r:id="rId7"/>
    <p:sldId id="357" r:id="rId8"/>
    <p:sldId id="358" r:id="rId9"/>
    <p:sldId id="286" r:id="rId10"/>
  </p:sldIdLst>
  <p:sldSz cx="12192000" cy="6858000"/>
  <p:notesSz cx="7010400" cy="9296400"/>
  <p:embeddedFontLst>
    <p:embeddedFont>
      <p:font typeface="Myriad Pro" panose="020B0503030403020204" charset="0"/>
      <p:regular r:id="rId12"/>
      <p:bold r:id="rId13"/>
      <p:italic r:id="rId14"/>
      <p:boldItalic r:id="rId15"/>
    </p:embeddedFont>
  </p:embeddedFontLst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93" autoAdjust="0"/>
    <p:restoredTop sz="81920" autoAdjust="0"/>
  </p:normalViewPr>
  <p:slideViewPr>
    <p:cSldViewPr>
      <p:cViewPr varScale="1">
        <p:scale>
          <a:sx n="130" d="100"/>
          <a:sy n="130" d="100"/>
        </p:scale>
        <p:origin x="1086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492CD9C-0936-4CB5-8F47-4F37A3C1BD80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A8A4206-02EB-4F55-B83C-8E908C558B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39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about 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75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7BAC1-159F-4743-3FB7-2E78EE8C5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0BDB1-6CB1-193B-94C9-41FC3A619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2F8A1-0D88-8E3C-5257-CEFECFDDA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52096-7EF3-8B8A-E218-A9E7673941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45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10B90-F757-2105-34C4-C060D492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6D7BCA-BFD9-A78C-18DD-726A7DF2C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12E4FC-AD72-E467-0D80-B44FC1E8C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5C99B-3B97-C3C5-DDFC-F72D013724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15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8FCC5-5046-100D-DD22-9203F5EFE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62590-57F7-8502-2F68-C1DDB69DF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F64CB5-532A-CCAA-B180-2945271CE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E5608-663B-B6CD-4821-83FCF74B0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915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E6264-2B78-535B-0CBE-76E70310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92ADB3-B872-FC45-3FFB-9E7F870D1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D2C30C-966A-BD18-A134-FA0E1B88F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87FE2-1CCE-E5F5-6C7D-397B7BD89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757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BB997-15DF-BF05-538E-FA2CAE57F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BCE82B-0293-27D5-1126-CD2C3D0A2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4D581-FBF5-23BB-124F-EB5A6D824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CA7D2-E237-DDD0-661C-73E5000FE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582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885B7-10CD-7EA8-26AB-13DF64387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D331F-D382-F949-254E-B537692E8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4652C5-64AD-1D6A-E52B-ACFA91C16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C6D28-77DB-1368-887D-85B2C50F4A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6167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CA699-42F2-FD1C-712B-FAD5B7124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F87396-8BD4-3DA1-F38C-569F1AF57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B0855D-5625-4D9C-9F10-35773F8A7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03288-911F-6688-820D-1F22C34F3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759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5C9B687F-C93F-EE5C-1289-3E4191DC85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A964C9E0-5A30-425E-F474-C0079D1058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2B698A0C-22E9-0249-B931-19143E2FBE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F79187A4-54DD-3AA2-AAE0-311F810F55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68823D55-EDE5-04C5-4C19-AA6417147B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81C6031D-889B-E5A2-5732-3CAFB3F637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ED0D367D-6224-2B06-2AE5-0B6E2C609E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80731920-53BC-6D14-AC82-53DEA84F33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216B4ABA-C646-04AE-3DF8-5F01419194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EB573C1F-7572-7676-888F-071550CF7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E4DFA11F-0FC1-DE4E-3F52-85C5810EC8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35FC9-4C7C-4839-AD87-B5CD13220982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228600" y="1600200"/>
            <a:ext cx="12649200" cy="4572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101600" dist="762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1066800" y="2059858"/>
            <a:ext cx="101346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600" dirty="0">
                <a:latin typeface="+mj-lt"/>
                <a:ea typeface="+mj-ea"/>
                <a:cs typeface="+mj-cs"/>
              </a:rPr>
              <a:t>Tutorial 02: </a:t>
            </a:r>
            <a:r>
              <a:rPr lang="en-US" altLang="zh-CN" sz="3600" dirty="0">
                <a:latin typeface="+mj-lt"/>
                <a:ea typeface="+mj-ea"/>
                <a:cs typeface="+mj-cs"/>
              </a:rPr>
              <a:t>Edge Detection &amp; Image Resampling</a:t>
            </a:r>
            <a:endParaRPr lang="en-US" sz="3600" dirty="0">
              <a:latin typeface="+mj-lt"/>
              <a:ea typeface="+mj-ea"/>
              <a:cs typeface="+mj-c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C92BAE1-8978-479F-B372-4C39B78CD6FE}"/>
              </a:ext>
            </a:extLst>
          </p:cNvPr>
          <p:cNvSpPr txBox="1">
            <a:spLocks/>
          </p:cNvSpPr>
          <p:nvPr/>
        </p:nvSpPr>
        <p:spPr>
          <a:xfrm>
            <a:off x="-152400" y="902525"/>
            <a:ext cx="4876800" cy="92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altLang="zh-CN" sz="3200" dirty="0"/>
              <a:t>Zhu Zhiyu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C2AB0C-2963-3434-F8D8-3690258D85DF}"/>
              </a:ext>
            </a:extLst>
          </p:cNvPr>
          <p:cNvSpPr txBox="1">
            <a:spLocks/>
          </p:cNvSpPr>
          <p:nvPr/>
        </p:nvSpPr>
        <p:spPr>
          <a:xfrm>
            <a:off x="-76200" y="150875"/>
            <a:ext cx="12649200" cy="8397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/>
              <a:t>CS5187: Vision &amp; Image</a:t>
            </a:r>
            <a:endParaRPr lang="en-US" sz="4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9F400-AA32-8718-7AE4-AD0B1140E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4E68D-B9C4-D851-73AD-D842B85E2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381000"/>
            <a:ext cx="1234440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Visualize the Gaussian Kernel and its derivative </a:t>
            </a:r>
            <a:endParaRPr 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B7709763-6A1F-4965-2B90-C291CD90F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026" y="1447800"/>
            <a:ext cx="5504730" cy="5257800"/>
          </a:xfrm>
          <a:prstGeom prst="rect">
            <a:avLst/>
          </a:prstGeom>
        </p:spPr>
      </p:pic>
      <p:sp>
        <p:nvSpPr>
          <p:cNvPr id="6" name="AutoShape 2" descr="所上传图片的预览图">
            <a:extLst>
              <a:ext uri="{FF2B5EF4-FFF2-40B4-BE49-F238E27FC236}">
                <a16:creationId xmlns:a16="http://schemas.microsoft.com/office/drawing/2014/main" id="{64B0D024-E31A-0673-8668-D1D5BF79D0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以灯箱形式呈现的所选图片。">
            <a:extLst>
              <a:ext uri="{FF2B5EF4-FFF2-40B4-BE49-F238E27FC236}">
                <a16:creationId xmlns:a16="http://schemas.microsoft.com/office/drawing/2014/main" id="{13496C1F-CB90-3351-31DA-DC758A70D7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" name="图片 9" descr="图片包含 形状&#10;&#10;AI 生成的内容可能不正确。">
            <a:extLst>
              <a:ext uri="{FF2B5EF4-FFF2-40B4-BE49-F238E27FC236}">
                <a16:creationId xmlns:a16="http://schemas.microsoft.com/office/drawing/2014/main" id="{B77C4EC0-CD04-8535-61BD-44ADED19E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51" y="2678061"/>
            <a:ext cx="4941228" cy="211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3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486B2-D9E0-1E05-C2C3-B57FCD92D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6F4D-8478-75D3-B36A-8A4A8A4CB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381000"/>
            <a:ext cx="123444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Sobel filtering the edges in the image</a:t>
            </a:r>
            <a:endParaRPr lang="en-US" dirty="0"/>
          </a:p>
        </p:txBody>
      </p:sp>
      <p:sp>
        <p:nvSpPr>
          <p:cNvPr id="6" name="AutoShape 2" descr="所上传图片的预览图">
            <a:extLst>
              <a:ext uri="{FF2B5EF4-FFF2-40B4-BE49-F238E27FC236}">
                <a16:creationId xmlns:a16="http://schemas.microsoft.com/office/drawing/2014/main" id="{3FB12B03-524A-F27D-F529-E00D7FCCF9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以灯箱形式呈现的所选图片。">
            <a:extLst>
              <a:ext uri="{FF2B5EF4-FFF2-40B4-BE49-F238E27FC236}">
                <a16:creationId xmlns:a16="http://schemas.microsoft.com/office/drawing/2014/main" id="{0BF6E505-DC90-189E-1011-64992632EA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452BDC74-7E3F-9946-18D9-9DD3B77E3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752601"/>
            <a:ext cx="22790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l-G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atan2(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ABF9D67-41FB-745A-9701-2F63E5C421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676400"/>
            <a:ext cx="4800600" cy="4800600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AFC1277-2865-316D-99D8-3EB715FFE1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934200" y="2444751"/>
            <a:ext cx="310850" cy="3833813"/>
          </a:xfrm>
          <a:prstGeom prst="rect">
            <a:avLst/>
          </a:prstGeom>
        </p:spPr>
      </p:pic>
      <p:sp>
        <p:nvSpPr>
          <p:cNvPr id="9" name="TextBox 5">
            <a:extLst>
              <a:ext uri="{FF2B5EF4-FFF2-40B4-BE49-F238E27FC236}">
                <a16:creationId xmlns:a16="http://schemas.microsoft.com/office/drawing/2014/main" id="{A4C57E22-9C61-16C4-C51C-423A601AC0B2}"/>
              </a:ext>
            </a:extLst>
          </p:cNvPr>
          <p:cNvSpPr txBox="1"/>
          <p:nvPr/>
        </p:nvSpPr>
        <p:spPr>
          <a:xfrm>
            <a:off x="7207542" y="612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D28D38A0-2EB6-D4DC-E796-773322FF08D3}"/>
              </a:ext>
            </a:extLst>
          </p:cNvPr>
          <p:cNvSpPr txBox="1"/>
          <p:nvPr/>
        </p:nvSpPr>
        <p:spPr>
          <a:xfrm>
            <a:off x="7236676" y="22860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360</a:t>
            </a:r>
          </a:p>
        </p:txBody>
      </p:sp>
      <p:pic>
        <p:nvPicPr>
          <p:cNvPr id="17" name="图片 16" descr="文本&#10;&#10;AI 生成的内容可能不正确。">
            <a:extLst>
              <a:ext uri="{FF2B5EF4-FFF2-40B4-BE49-F238E27FC236}">
                <a16:creationId xmlns:a16="http://schemas.microsoft.com/office/drawing/2014/main" id="{057B5C90-5ECE-93E8-385E-EA5B0FF80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2845" y="1752601"/>
            <a:ext cx="2842710" cy="436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670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64878-C010-4455-03B4-436855761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BF3F4-4682-F775-C382-3CFA28AC4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381000"/>
            <a:ext cx="123444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Sobel filtering the edges in the image</a:t>
            </a:r>
            <a:endParaRPr lang="en-US" dirty="0"/>
          </a:p>
        </p:txBody>
      </p:sp>
      <p:sp>
        <p:nvSpPr>
          <p:cNvPr id="6" name="AutoShape 2" descr="所上传图片的预览图">
            <a:extLst>
              <a:ext uri="{FF2B5EF4-FFF2-40B4-BE49-F238E27FC236}">
                <a16:creationId xmlns:a16="http://schemas.microsoft.com/office/drawing/2014/main" id="{985A3C1F-488C-6F81-5B7D-CB2B826420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以灯箱形式呈现的所选图片。">
            <a:extLst>
              <a:ext uri="{FF2B5EF4-FFF2-40B4-BE49-F238E27FC236}">
                <a16:creationId xmlns:a16="http://schemas.microsoft.com/office/drawing/2014/main" id="{EE76488E-857C-FCC6-25A3-EABBBDF0B2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" name="图片 9" descr="狗站在草地上&#10;&#10;AI 生成的内容可能不正确。">
            <a:extLst>
              <a:ext uri="{FF2B5EF4-FFF2-40B4-BE49-F238E27FC236}">
                <a16:creationId xmlns:a16="http://schemas.microsoft.com/office/drawing/2014/main" id="{7B307766-4B20-EDD5-409F-E39D7709C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33800"/>
            <a:ext cx="9390476" cy="3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895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1072-4694-8E99-BE9B-1B23A1B4D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4345F-FF0C-BFC7-4711-C155A3A3D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381000"/>
            <a:ext cx="123444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Question: visualize the edge orientation</a:t>
            </a:r>
            <a:endParaRPr lang="en-US" dirty="0"/>
          </a:p>
        </p:txBody>
      </p:sp>
      <p:pic>
        <p:nvPicPr>
          <p:cNvPr id="10" name="图片 9" descr="狗站在草地上&#10;&#10;AI 生成的内容可能不正确。">
            <a:extLst>
              <a:ext uri="{FF2B5EF4-FFF2-40B4-BE49-F238E27FC236}">
                <a16:creationId xmlns:a16="http://schemas.microsoft.com/office/drawing/2014/main" id="{AE097D20-49A8-DD09-0A35-00F2E68E84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875" t="4058"/>
          <a:stretch>
            <a:fillRect/>
          </a:stretch>
        </p:blipFill>
        <p:spPr>
          <a:xfrm>
            <a:off x="76199" y="1828800"/>
            <a:ext cx="5867400" cy="4433078"/>
          </a:xfrm>
          <a:prstGeom prst="rect">
            <a:avLst/>
          </a:prstGeom>
        </p:spPr>
      </p:pic>
      <p:pic>
        <p:nvPicPr>
          <p:cNvPr id="12" name="图片 11" descr="狗站在草地上&#10;&#10;AI 生成的内容可能不正确。">
            <a:extLst>
              <a:ext uri="{FF2B5EF4-FFF2-40B4-BE49-F238E27FC236}">
                <a16:creationId xmlns:a16="http://schemas.microsoft.com/office/drawing/2014/main" id="{8DF73C3D-E26C-4C4C-0982-5AEFD4C975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745" t="8090"/>
          <a:stretch>
            <a:fillRect/>
          </a:stretch>
        </p:blipFill>
        <p:spPr>
          <a:xfrm>
            <a:off x="5943599" y="1833716"/>
            <a:ext cx="5626130" cy="4428162"/>
          </a:xfrm>
          <a:prstGeom prst="rect">
            <a:avLst/>
          </a:prstGeom>
        </p:spPr>
      </p:pic>
      <p:sp>
        <p:nvSpPr>
          <p:cNvPr id="13" name="TextBox 8">
            <a:extLst>
              <a:ext uri="{FF2B5EF4-FFF2-40B4-BE49-F238E27FC236}">
                <a16:creationId xmlns:a16="http://schemas.microsoft.com/office/drawing/2014/main" id="{F6453FC0-D409-8062-E21F-870E7B2F3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293167"/>
            <a:ext cx="60215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Orientation     V.S.   Gradient Orientation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762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DB8FD-8448-FD5F-BE0A-14BBA4189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44C2C-5C57-6E4C-EC20-78F0B3845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381000"/>
            <a:ext cx="123444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US" altLang="zh-CN" dirty="0"/>
              <a:t>Image Resampling: Visualizing Aliasing</a:t>
            </a:r>
            <a:endParaRPr lang="en-US" dirty="0"/>
          </a:p>
        </p:txBody>
      </p:sp>
      <p:pic>
        <p:nvPicPr>
          <p:cNvPr id="13" name="图片 12" descr="背景图案&#10;&#10;AI 生成的内容可能不正确。">
            <a:extLst>
              <a:ext uri="{FF2B5EF4-FFF2-40B4-BE49-F238E27FC236}">
                <a16:creationId xmlns:a16="http://schemas.microsoft.com/office/drawing/2014/main" id="{97BCCC20-F46C-10A7-7346-B1A3735AA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2" y="1752600"/>
            <a:ext cx="7467600" cy="3624870"/>
          </a:xfrm>
          <a:prstGeom prst="rect">
            <a:avLst/>
          </a:prstGeom>
        </p:spPr>
      </p:pic>
      <p:pic>
        <p:nvPicPr>
          <p:cNvPr id="15" name="图片 14" descr="文本&#10;&#10;AI 生成的内容可能不正确。">
            <a:extLst>
              <a:ext uri="{FF2B5EF4-FFF2-40B4-BE49-F238E27FC236}">
                <a16:creationId xmlns:a16="http://schemas.microsoft.com/office/drawing/2014/main" id="{8DA91E1F-DD1B-3908-02A4-367881E8E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524000"/>
            <a:ext cx="4203441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679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FF5C0-3763-CDB5-74CE-87BAE14FF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1C4DD-78C9-23F7-5889-6D63E29BC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381000"/>
            <a:ext cx="123444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  <a:r>
              <a:rPr lang="en-US" altLang="zh-CN" dirty="0"/>
              <a:t>Robust Resampling with Gaussian Blur</a:t>
            </a:r>
            <a:endParaRPr lang="en-US" dirty="0"/>
          </a:p>
        </p:txBody>
      </p:sp>
      <p:pic>
        <p:nvPicPr>
          <p:cNvPr id="4" name="图片 3" descr="图片包含 图表&#10;&#10;AI 生成的内容可能不正确。">
            <a:extLst>
              <a:ext uri="{FF2B5EF4-FFF2-40B4-BE49-F238E27FC236}">
                <a16:creationId xmlns:a16="http://schemas.microsoft.com/office/drawing/2014/main" id="{A468BA48-2836-2FA9-CBCC-6213770BD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362200"/>
            <a:ext cx="12192000" cy="249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043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3D62E-A2D1-97D2-E90A-A09AAC3D5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CCCD9-D4D9-D4B3-38D7-77214A13E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381000"/>
            <a:ext cx="123444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  <a:r>
              <a:rPr lang="en-US" altLang="zh-CN" dirty="0"/>
              <a:t>Robust Resampling with Gaussian Blur</a:t>
            </a:r>
            <a:endParaRPr 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06573105-A84F-1C3C-0595-340BD0A76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295400"/>
            <a:ext cx="3733800" cy="547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085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0.1.2417"/>
  <p:tag name="SLIDO_PRESENTATION_ID" val="00000000-0000-0000-0000-000000000000"/>
  <p:tag name="SLIDO_EVENT_UUID" val="baeeb243-f206-4952-918c-5114a999c778"/>
  <p:tag name="SLIDO_EVENT_SECTION_UUID" val="1215a003-dcac-47bc-987c-b0811644e8f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yriad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12243</TotalTime>
  <Words>187</Words>
  <Application>Microsoft Office PowerPoint</Application>
  <PresentationFormat>宽屏</PresentationFormat>
  <Paragraphs>31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Calibri</vt:lpstr>
      <vt:lpstr>Arial</vt:lpstr>
      <vt:lpstr>Times New Roman</vt:lpstr>
      <vt:lpstr>Myriad Pro</vt:lpstr>
      <vt:lpstr>Office Theme</vt:lpstr>
      <vt:lpstr>PowerPoint 演示文稿</vt:lpstr>
      <vt:lpstr>（1）Visualize the Gaussian Kernel and its derivative </vt:lpstr>
      <vt:lpstr>（2）Sobel filtering the edges in the image</vt:lpstr>
      <vt:lpstr>（2）Sobel filtering the edges in the image</vt:lpstr>
      <vt:lpstr>（3）Question: visualize the edge orientation</vt:lpstr>
      <vt:lpstr>（4）Image Resampling: Visualizing Aliasing</vt:lpstr>
      <vt:lpstr>（5）Robust Resampling with Gaussian Blur</vt:lpstr>
      <vt:lpstr>（5）Robust Resampling with Gaussian Blur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Images and image filtering</dc:title>
  <dc:creator>Noah Snavely</dc:creator>
  <cp:lastModifiedBy>Zhiyu ZHU 朱智宇</cp:lastModifiedBy>
  <cp:revision>259</cp:revision>
  <dcterms:created xsi:type="dcterms:W3CDTF">2009-08-25T02:47:59Z</dcterms:created>
  <dcterms:modified xsi:type="dcterms:W3CDTF">2026-01-26T13:05:13Z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1.0.1.2417</vt:lpwstr>
  </property>
</Properties>
</file>