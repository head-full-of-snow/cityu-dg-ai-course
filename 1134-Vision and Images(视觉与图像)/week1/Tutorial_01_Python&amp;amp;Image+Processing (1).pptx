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0"/>
  </p:notesMasterIdLst>
  <p:sldIdLst>
    <p:sldId id="257" r:id="rId2"/>
    <p:sldId id="344" r:id="rId3"/>
    <p:sldId id="295" r:id="rId4"/>
    <p:sldId id="338" r:id="rId5"/>
    <p:sldId id="339" r:id="rId6"/>
    <p:sldId id="340" r:id="rId7"/>
    <p:sldId id="341" r:id="rId8"/>
    <p:sldId id="342" r:id="rId9"/>
    <p:sldId id="343" r:id="rId10"/>
    <p:sldId id="345" r:id="rId11"/>
    <p:sldId id="346" r:id="rId12"/>
    <p:sldId id="347" r:id="rId13"/>
    <p:sldId id="348" r:id="rId14"/>
    <p:sldId id="349" r:id="rId15"/>
    <p:sldId id="352" r:id="rId16"/>
    <p:sldId id="350" r:id="rId17"/>
    <p:sldId id="351" r:id="rId18"/>
    <p:sldId id="286" r:id="rId19"/>
  </p:sldIdLst>
  <p:sldSz cx="12192000" cy="6858000"/>
  <p:notesSz cx="7010400" cy="9296400"/>
  <p:embeddedFontLst>
    <p:embeddedFont>
      <p:font typeface="Myriad Pro" panose="020B0503030403020204" charset="0"/>
      <p:regular r:id="rId21"/>
      <p:bold r:id="rId22"/>
      <p:italic r:id="rId23"/>
      <p:boldItalic r:id="rId24"/>
    </p:embeddedFont>
  </p:embeddedFontLst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3" autoAdjust="0"/>
    <p:restoredTop sz="81920" autoAdjust="0"/>
  </p:normalViewPr>
  <p:slideViewPr>
    <p:cSldViewPr>
      <p:cViewPr>
        <p:scale>
          <a:sx n="100" d="100"/>
          <a:sy n="100" d="100"/>
        </p:scale>
        <p:origin x="1584" y="75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3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about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7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3F765-0FB1-F0F2-7F59-9D530468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BB77D-286B-D102-F45D-2EC03D62B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78404-74CD-8A35-EC85-38C220BE9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810E5-5214-F8E4-2661-E8AB18492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62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72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DAD5A-AD02-1176-9624-A5481DDE7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2373B-DE0B-2D05-0784-EBD650634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5AAAE-994D-32B8-78B6-CFB53E256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0681C-14D5-D220-9B03-FB87A3BDF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32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BAC1-159F-4743-3FB7-2E78EE8C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0BDB1-6CB1-193B-94C9-41FC3A619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2F8A1-0D88-8E3C-5257-CEFECFDDA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52096-7EF3-8B8A-E218-A9E767394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45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9DBB7-2E5D-5D9B-9B5B-AB2451E4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E9B10-7F98-4C61-0B3F-46B595C11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E3D1B-D5CA-24A9-B62B-B8EBF008F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93380-59BB-6C3B-D7F8-CABC1F19A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97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75D76-08F8-F806-2392-933F40163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612B0-4783-6C97-2AEC-09560B4E6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76B61-572E-A86C-627D-9E11EB94D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D836F-C965-4367-CAD8-844696187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5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E7C60-8231-E12A-9308-C8051A22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0D19D-EB59-90B1-A783-D3F96508C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58795-6BF7-07B8-9869-523FA3371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B0EE9-DFE8-CC7A-CF6F-A22F973FC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97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7B5D-2474-59A7-0055-7E71B8416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24CD0-A128-A12B-4EBC-82368E17D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64FC4-0465-739D-3C61-BA8A47B07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2689E-EC16-6196-483D-D28A98E2F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3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460B1-461F-60A4-9ECF-43977459D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05578-5D73-41C5-901D-21AF410A2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3434D-6084-8402-2343-15906340B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FC02-8C64-364C-E313-5FA941ED5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83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C51C9-B487-6AC9-C6F7-7FD24EAC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CC119-F9D9-ACB7-BAE5-D1F0BF6CF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7F3AC-1CDC-38CA-3927-FE88EFE83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005C0-ABC5-B365-41DB-E440BD061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01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23187-FFB9-559B-A519-27614C8B5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C0202-70FF-B122-36FF-6D4A7C766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96EEF-4479-A054-9513-0B9E2BC67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20E98-0000-9ACD-3DC4-9CF3E91C4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42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32963-18DC-0DCC-9177-C26C0E2C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210E6-0880-7FBA-D8B6-45BDB51FF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03B02-8D56-EECE-CA6D-AB32F502F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7BC6A-4CD2-CFBE-94C5-130FE237F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10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DC9C-E3F7-E0B2-170C-10C7F3D35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049CB-0C5F-6275-D5D3-53F43B75A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30A88-9585-4206-81D0-968A737FA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85F81-7E89-31A6-7DB1-FC0B0B704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00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74463-CE16-DA81-3251-62E6EC07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238C6-1200-2616-D2D0-6E320C1BA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28591-107E-644B-5237-D87CDEC71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10347-37AD-FF8B-287D-F814923FD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95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1CB1-8572-7251-EA82-A6152BB70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58DE5-9A00-2FEE-BDB1-5F579809A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3F668-A94D-DA2C-6103-EC4904CA7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8BA97-931F-A29D-132D-EA77BB78F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41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5A69D-A724-097B-4EC7-B8DD5538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D5B9D-0E27-FF1F-7F98-BAC359496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621C9-59C6-1984-D305-40DAD071C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633B1-7274-AB2D-3267-6FE2B338C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35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5C9B687F-C93F-EE5C-1289-3E4191DC8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964C9E0-5A30-425E-F474-C0079D1058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2B698A0C-22E9-0249-B931-19143E2FBE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F79187A4-54DD-3AA2-AAE0-311F810F55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68823D55-EDE5-04C5-4C19-AA6417147B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81C6031D-889B-E5A2-5732-3CAFB3F637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ED0D367D-6224-2B06-2AE5-0B6E2C609E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80731920-53BC-6D14-AC82-53DEA84F33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216B4ABA-C646-04AE-3DF8-5F01419194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B573C1F-7572-7676-888F-071550CF7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4DFA11F-0FC1-DE4E-3F52-85C5810EC8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228600" y="1600200"/>
            <a:ext cx="126492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066800" y="2059858"/>
            <a:ext cx="9220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Tutorial 01: Python environment set up and basic image processing 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C92BAE1-8978-479F-B372-4C39B78CD6FE}"/>
              </a:ext>
            </a:extLst>
          </p:cNvPr>
          <p:cNvSpPr txBox="1">
            <a:spLocks/>
          </p:cNvSpPr>
          <p:nvPr/>
        </p:nvSpPr>
        <p:spPr>
          <a:xfrm>
            <a:off x="-152400" y="902525"/>
            <a:ext cx="4876800" cy="92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3200" dirty="0"/>
              <a:t>Zhu Zhiyu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C2AB0C-2963-3434-F8D8-3690258D85DF}"/>
              </a:ext>
            </a:extLst>
          </p:cNvPr>
          <p:cNvSpPr txBox="1">
            <a:spLocks/>
          </p:cNvSpPr>
          <p:nvPr/>
        </p:nvSpPr>
        <p:spPr>
          <a:xfrm>
            <a:off x="-76200" y="150875"/>
            <a:ext cx="12649200" cy="839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/>
              <a:t>CS5187: Vision &amp; Image</a:t>
            </a:r>
            <a:endParaRPr lang="en-US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49B4C-1187-45C1-1701-CD32287C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6D01-871A-9809-D647-BA71C6E4C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 environment setup</a:t>
            </a:r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A3613B-6162-CB50-CB7B-12A327D3AAC6}"/>
              </a:ext>
            </a:extLst>
          </p:cNvPr>
          <p:cNvSpPr txBox="1"/>
          <p:nvPr/>
        </p:nvSpPr>
        <p:spPr>
          <a:xfrm>
            <a:off x="990600" y="4800600"/>
            <a:ext cx="1021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curl https://repo.anaconda.com/archive/Anaconda3-2025.12-1-Windows-x86_64.exe --output .\Downloads\Anaconda3-2025.12-1-Windows-x86_64.exe</a:t>
            </a:r>
            <a:endParaRPr lang="zh-CN" altLang="en-US" dirty="0"/>
          </a:p>
        </p:txBody>
      </p:sp>
      <p:pic>
        <p:nvPicPr>
          <p:cNvPr id="6" name="图片 5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6BB70648-44FB-8B2B-9F97-2E1E0A4D6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752600"/>
            <a:ext cx="6504762" cy="2533333"/>
          </a:xfrm>
          <a:prstGeom prst="rect">
            <a:avLst/>
          </a:prstGeom>
        </p:spPr>
      </p:pic>
      <p:pic>
        <p:nvPicPr>
          <p:cNvPr id="8" name="图片 7" descr="图形用户界面, 应用程序, 电子邮件, 网站&#10;&#10;AI 生成的内容可能不正确。">
            <a:extLst>
              <a:ext uri="{FF2B5EF4-FFF2-40B4-BE49-F238E27FC236}">
                <a16:creationId xmlns:a16="http://schemas.microsoft.com/office/drawing/2014/main" id="{802742D7-14E6-2F80-7AB5-1CB902C2B2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24" t="22497" r="21425" b="33748"/>
          <a:stretch>
            <a:fillRect/>
          </a:stretch>
        </p:blipFill>
        <p:spPr>
          <a:xfrm>
            <a:off x="685800" y="1752600"/>
            <a:ext cx="10067128" cy="404999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2500B9B-A103-1342-34FA-6AF1DA7CE19E}"/>
              </a:ext>
            </a:extLst>
          </p:cNvPr>
          <p:cNvSpPr txBox="1"/>
          <p:nvPr/>
        </p:nvSpPr>
        <p:spPr>
          <a:xfrm>
            <a:off x="838200" y="5937031"/>
            <a:ext cx="1021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https://www.anaconda.com/docs/getting-started/main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588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 environment setup</a:t>
            </a:r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3C5348-CF1A-4DD2-115A-39C6D336483A}"/>
              </a:ext>
            </a:extLst>
          </p:cNvPr>
          <p:cNvSpPr txBox="1"/>
          <p:nvPr/>
        </p:nvSpPr>
        <p:spPr>
          <a:xfrm>
            <a:off x="990600" y="4800600"/>
            <a:ext cx="1021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curl https://repo.anaconda.com/archive/Anaconda3-2025.12-1-Windows-x86_64.exe --output .\Downloads\Anaconda3-2025.12-1-Windows-x86_64.exe</a:t>
            </a:r>
            <a:endParaRPr lang="zh-CN" altLang="en-US" dirty="0"/>
          </a:p>
        </p:txBody>
      </p:sp>
      <p:pic>
        <p:nvPicPr>
          <p:cNvPr id="6" name="图片 5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6148EFF3-D9AE-1452-7EE9-107494CAC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752600"/>
            <a:ext cx="6504762" cy="25333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B5494-E63E-9D51-DCA4-E433BBF0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AED4D-5F12-574E-C565-59959D30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 environment setup</a:t>
            </a:r>
            <a:endParaRPr 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B52D4750-ED5B-B6B5-3008-24759E02F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28800"/>
            <a:ext cx="9906000" cy="244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82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F400-AA32-8718-7AE4-AD0B1140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4E68D-B9C4-D851-73AD-D842B85E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 environment setup</a:t>
            </a:r>
            <a:endParaRPr lang="en-US" dirty="0"/>
          </a:p>
        </p:txBody>
      </p:sp>
      <p:pic>
        <p:nvPicPr>
          <p:cNvPr id="4" name="图片 3" descr="日程表&#10;&#10;AI 生成的内容可能不正确。">
            <a:extLst>
              <a:ext uri="{FF2B5EF4-FFF2-40B4-BE49-F238E27FC236}">
                <a16:creationId xmlns:a16="http://schemas.microsoft.com/office/drawing/2014/main" id="{97AEC039-7D01-E4F6-A357-82E3CA0AD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52285"/>
            <a:ext cx="6885714" cy="2495238"/>
          </a:xfrm>
          <a:prstGeom prst="rect">
            <a:avLst/>
          </a:prstGeom>
        </p:spPr>
      </p:pic>
      <p:pic>
        <p:nvPicPr>
          <p:cNvPr id="7" name="图片 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5EB9A057-84DA-7F70-B2F6-11704ADBF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69521"/>
            <a:ext cx="5105400" cy="267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62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E3007-F7AE-1F26-57B3-7D969A533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1053-A7F5-4D50-E93A-3CF2BE16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 environment setup</a:t>
            </a:r>
            <a:endParaRPr lang="en-US" dirty="0"/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F8934A48-D481-B37C-316F-ACAA61300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76400"/>
            <a:ext cx="6666667" cy="2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4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33F4-4030-231A-1F57-3BCED872D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59A5-BB4A-2851-7F68-85DCF0D9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 environment setup</a:t>
            </a:r>
            <a:endParaRPr lang="en-US" dirty="0"/>
          </a:p>
        </p:txBody>
      </p:sp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27EAF857-AC31-5A25-2567-C5C4740B5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6714286" cy="2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71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C17DB-2AC4-3782-6B49-34FBD6423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C4CB-5D41-7112-7AD3-E7855115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 environment setup</a:t>
            </a:r>
            <a:endParaRPr lang="en-US" dirty="0"/>
          </a:p>
        </p:txBody>
      </p:sp>
      <p:pic>
        <p:nvPicPr>
          <p:cNvPr id="5" name="图片 4" descr="图形用户界面, 文本, 应用程序, Word, 电子邮件&#10;&#10;AI 生成的内容可能不正确。">
            <a:extLst>
              <a:ext uri="{FF2B5EF4-FFF2-40B4-BE49-F238E27FC236}">
                <a16:creationId xmlns:a16="http://schemas.microsoft.com/office/drawing/2014/main" id="{DCA46909-1345-947F-5024-64A5EBA11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524000"/>
            <a:ext cx="4419600" cy="4766487"/>
          </a:xfrm>
          <a:prstGeom prst="rect">
            <a:avLst/>
          </a:prstGeom>
        </p:spPr>
      </p:pic>
      <p:pic>
        <p:nvPicPr>
          <p:cNvPr id="7" name="图片 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045E3812-EAE1-8B41-3441-7A978F2E7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1" y="1524001"/>
            <a:ext cx="6096000" cy="225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11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AD564-4C13-B808-EC09-A8BB6305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B72B-E58D-B370-B2A1-D33A8D710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 environment setup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998E61-8C20-43F1-8072-3217C471AE35}"/>
              </a:ext>
            </a:extLst>
          </p:cNvPr>
          <p:cNvSpPr txBox="1"/>
          <p:nvPr/>
        </p:nvSpPr>
        <p:spPr>
          <a:xfrm>
            <a:off x="990600" y="1557228"/>
            <a:ext cx="1021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Add anaconda to system variable.</a:t>
            </a:r>
            <a:endParaRPr lang="zh-CN" altLang="en-US" dirty="0"/>
          </a:p>
        </p:txBody>
      </p:sp>
      <p:pic>
        <p:nvPicPr>
          <p:cNvPr id="9" name="图片 8" descr="电脑软件截图&#10;&#10;AI 生成的内容可能不正确。">
            <a:extLst>
              <a:ext uri="{FF2B5EF4-FFF2-40B4-BE49-F238E27FC236}">
                <a16:creationId xmlns:a16="http://schemas.microsoft.com/office/drawing/2014/main" id="{A0A74B4F-1AE7-9F68-731B-1AC432373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743200"/>
            <a:ext cx="9372600" cy="362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0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4C21-4448-CF49-DCCF-C7825A629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CDC2-4A46-8C6A-8180-4FE117D5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 environment setup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A3FB98-0AF5-4B87-01E3-0ACB7D751C8D}"/>
              </a:ext>
            </a:extLst>
          </p:cNvPr>
          <p:cNvSpPr txBox="1"/>
          <p:nvPr/>
        </p:nvSpPr>
        <p:spPr>
          <a:xfrm>
            <a:off x="990600" y="1557228"/>
            <a:ext cx="1021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Activate base environment or set up your own environment</a:t>
            </a: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16042292-3521-751A-0036-5863746DB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09800"/>
            <a:ext cx="10058400" cy="396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218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63CF-13E9-AD1E-144F-A75E2811E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B082E-F9AB-2EE7-DE2D-F54009871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 environment setup</a:t>
            </a:r>
            <a:endParaRPr lang="en-US" dirty="0"/>
          </a:p>
        </p:txBody>
      </p:sp>
      <p:pic>
        <p:nvPicPr>
          <p:cNvPr id="7" name="图片 6" descr="图形用户界面, 文本&#10;&#10;AI 生成的内容可能不正确。">
            <a:extLst>
              <a:ext uri="{FF2B5EF4-FFF2-40B4-BE49-F238E27FC236}">
                <a16:creationId xmlns:a16="http://schemas.microsoft.com/office/drawing/2014/main" id="{94D5134E-124A-8601-104C-0E81AA662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12" y="2286000"/>
            <a:ext cx="5295238" cy="733333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57BFED3B-23E1-86AD-3046-535577DA6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1676400"/>
            <a:ext cx="4447994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85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50D93-933C-5575-AB4B-E4187D95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7670-523C-D36F-C178-42D276220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 environment setup</a:t>
            </a:r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C85683-B64E-3CF2-1022-9CEDCA78D487}"/>
              </a:ext>
            </a:extLst>
          </p:cNvPr>
          <p:cNvSpPr txBox="1"/>
          <p:nvPr/>
        </p:nvSpPr>
        <p:spPr>
          <a:xfrm>
            <a:off x="628650" y="16002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Installing necessary package. </a:t>
            </a:r>
            <a:r>
              <a:rPr lang="en-US" altLang="zh-CN" dirty="0" err="1"/>
              <a:t>numpy</a:t>
            </a:r>
            <a:r>
              <a:rPr lang="en-US" altLang="zh-CN" dirty="0"/>
              <a:t> and </a:t>
            </a:r>
            <a:r>
              <a:rPr lang="en-US" altLang="zh-CN" dirty="0" err="1"/>
              <a:t>opencv</a:t>
            </a:r>
            <a:r>
              <a:rPr lang="en-US" altLang="zh-CN" dirty="0"/>
              <a:t>-python</a:t>
            </a:r>
            <a:endParaRPr lang="zh-CN" altLang="en-US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00A19735-9ECC-A391-D61D-9B10EAA4E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152094"/>
            <a:ext cx="7209524" cy="2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638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E104B-DFE5-981B-8F52-BA4DD2EC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7849A-BDE5-6D3F-EA75-BCF2014AC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0"/>
            <a:ext cx="115824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Experiment 1 (average blurring the example image)</a:t>
            </a:r>
            <a:endParaRPr lang="en-US" dirty="0"/>
          </a:p>
        </p:txBody>
      </p:sp>
      <p:pic>
        <p:nvPicPr>
          <p:cNvPr id="5" name="图片 4" descr="森林中间有树&#10;&#10;AI 生成的内容可能不正确。">
            <a:extLst>
              <a:ext uri="{FF2B5EF4-FFF2-40B4-BE49-F238E27FC236}">
                <a16:creationId xmlns:a16="http://schemas.microsoft.com/office/drawing/2014/main" id="{00574C2A-D2E8-E280-3A73-157BB79B84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95" y="2209800"/>
            <a:ext cx="2590800" cy="1727200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5253755C-DD86-6F72-7B04-E0AF003A3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038771"/>
            <a:ext cx="4561905" cy="3371429"/>
          </a:xfrm>
          <a:prstGeom prst="rect">
            <a:avLst/>
          </a:prstGeom>
        </p:spPr>
      </p:pic>
      <p:pic>
        <p:nvPicPr>
          <p:cNvPr id="12" name="图片 11" descr="树林中的风景&#10;&#10;AI 生成的内容可能不正确。">
            <a:extLst>
              <a:ext uri="{FF2B5EF4-FFF2-40B4-BE49-F238E27FC236}">
                <a16:creationId xmlns:a16="http://schemas.microsoft.com/office/drawing/2014/main" id="{02391D96-7609-68E7-015A-2BBF5DBF18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95" y="4038600"/>
            <a:ext cx="38481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92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B44D-8FD7-1088-D394-437061DC8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8EC3-1C90-69C3-9EB3-194359969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22682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Experiment 2 (gaussian blurring the example image)</a:t>
            </a:r>
            <a:endParaRPr lang="en-US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0AA4866E-BEEC-1343-F6B0-05DEBB972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930" y="2209800"/>
            <a:ext cx="5527295" cy="2120676"/>
          </a:xfrm>
          <a:prstGeom prst="rect">
            <a:avLst/>
          </a:prstGeom>
        </p:spPr>
      </p:pic>
      <p:pic>
        <p:nvPicPr>
          <p:cNvPr id="8" name="图片 7" descr="树林中的风景&#10;&#10;AI 生成的内容可能不正确。">
            <a:extLst>
              <a:ext uri="{FF2B5EF4-FFF2-40B4-BE49-F238E27FC236}">
                <a16:creationId xmlns:a16="http://schemas.microsoft.com/office/drawing/2014/main" id="{9BD2B9E6-2BB5-70D9-1B12-5FF9A711B7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595" y="3949700"/>
            <a:ext cx="4229100" cy="2819400"/>
          </a:xfrm>
          <a:prstGeom prst="rect">
            <a:avLst/>
          </a:prstGeom>
        </p:spPr>
      </p:pic>
      <p:pic>
        <p:nvPicPr>
          <p:cNvPr id="9" name="图片 8" descr="森林中间有树&#10;&#10;AI 生成的内容可能不正确。">
            <a:extLst>
              <a:ext uri="{FF2B5EF4-FFF2-40B4-BE49-F238E27FC236}">
                <a16:creationId xmlns:a16="http://schemas.microsoft.com/office/drawing/2014/main" id="{81A38615-D9EE-63E7-1C3B-2CE97B5695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95" y="2209800"/>
            <a:ext cx="25908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5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D09EC-0A27-3375-2B87-EF96B365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5D4A3-B144-3BF3-E8A8-84029A9B4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57200"/>
            <a:ext cx="12420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Experiment 3 (Sharpening for example image)</a:t>
            </a:r>
            <a:endParaRPr lang="en-US" dirty="0"/>
          </a:p>
        </p:txBody>
      </p:sp>
      <p:pic>
        <p:nvPicPr>
          <p:cNvPr id="8" name="图片 7" descr="森林中间有树&#10;&#10;AI 生成的内容可能不正确。">
            <a:extLst>
              <a:ext uri="{FF2B5EF4-FFF2-40B4-BE49-F238E27FC236}">
                <a16:creationId xmlns:a16="http://schemas.microsoft.com/office/drawing/2014/main" id="{3490915B-B3F4-1C2F-8A01-F3835DEFBE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990934"/>
            <a:ext cx="2590800" cy="1727200"/>
          </a:xfrm>
          <a:prstGeom prst="rect">
            <a:avLst/>
          </a:prstGeom>
        </p:spPr>
      </p:pic>
      <p:pic>
        <p:nvPicPr>
          <p:cNvPr id="10" name="图片 9" descr="森林里的一棵树&#10;&#10;AI 生成的内容可能不正确。">
            <a:extLst>
              <a:ext uri="{FF2B5EF4-FFF2-40B4-BE49-F238E27FC236}">
                <a16:creationId xmlns:a16="http://schemas.microsoft.com/office/drawing/2014/main" id="{F903B5CC-2A42-DDCD-1288-57375F8505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733800"/>
            <a:ext cx="4358000" cy="2905333"/>
          </a:xfrm>
          <a:prstGeom prst="rect">
            <a:avLst/>
          </a:prstGeom>
        </p:spPr>
      </p:pic>
      <p:pic>
        <p:nvPicPr>
          <p:cNvPr id="4" name="图片 3" descr="屏幕上有字&#10;&#10;AI 生成的内容可能不正确。">
            <a:extLst>
              <a:ext uri="{FF2B5EF4-FFF2-40B4-BE49-F238E27FC236}">
                <a16:creationId xmlns:a16="http://schemas.microsoft.com/office/drawing/2014/main" id="{9F8D7783-435C-21F6-930A-DC9E5034B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2057400"/>
            <a:ext cx="5118921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35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4570-E087-B4A2-ED12-62EF955FA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AEA4-651D-0D14-0C28-C0C3E752E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57200"/>
            <a:ext cx="12420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Experiment 3 (edge filtering for example image)</a:t>
            </a:r>
            <a:endParaRPr lang="en-US" dirty="0"/>
          </a:p>
        </p:txBody>
      </p:sp>
      <p:pic>
        <p:nvPicPr>
          <p:cNvPr id="7" name="图片 6" descr="屏幕上有字&#10;&#10;AI 生成的内容可能不正确。">
            <a:extLst>
              <a:ext uri="{FF2B5EF4-FFF2-40B4-BE49-F238E27FC236}">
                <a16:creationId xmlns:a16="http://schemas.microsoft.com/office/drawing/2014/main" id="{16C72A6F-731B-1EE4-D7A3-10B6A5739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2133600"/>
            <a:ext cx="5041414" cy="1819067"/>
          </a:xfrm>
          <a:prstGeom prst="rect">
            <a:avLst/>
          </a:prstGeom>
        </p:spPr>
      </p:pic>
      <p:pic>
        <p:nvPicPr>
          <p:cNvPr id="8" name="图片 7" descr="森林中间有树&#10;&#10;AI 生成的内容可能不正确。">
            <a:extLst>
              <a:ext uri="{FF2B5EF4-FFF2-40B4-BE49-F238E27FC236}">
                <a16:creationId xmlns:a16="http://schemas.microsoft.com/office/drawing/2014/main" id="{93CFBA0F-F1EC-E97F-0DD1-4FAB466F30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95" y="2209800"/>
            <a:ext cx="2590800" cy="1727200"/>
          </a:xfrm>
          <a:prstGeom prst="rect">
            <a:avLst/>
          </a:prstGeom>
        </p:spPr>
      </p:pic>
      <p:pic>
        <p:nvPicPr>
          <p:cNvPr id="11" name="图片 10" descr="树林间的植物&#10;&#10;AI 生成的内容可能不正确。">
            <a:extLst>
              <a:ext uri="{FF2B5EF4-FFF2-40B4-BE49-F238E27FC236}">
                <a16:creationId xmlns:a16="http://schemas.microsoft.com/office/drawing/2014/main" id="{82C19697-8C68-07C1-B8E3-2C9C244D9B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95" y="4076701"/>
            <a:ext cx="4114798" cy="2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2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2C11-EB80-D783-FD17-CDEF55D3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D927A-4598-BE04-8750-DE915126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2420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Experiment 4 (Calculating PSNR)</a:t>
            </a:r>
            <a:endParaRPr lang="en-US" dirty="0"/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197341F7-D0A8-EB78-7127-F78EEB226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981200"/>
            <a:ext cx="4914898" cy="360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540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0.1.2417"/>
  <p:tag name="SLIDO_PRESENTATION_ID" val="00000000-0000-0000-0000-000000000000"/>
  <p:tag name="SLIDO_EVENT_UUID" val="baeeb243-f206-4952-918c-5114a999c778"/>
  <p:tag name="SLIDO_EVENT_SECTION_UUID" val="1215a003-dcac-47bc-987c-b0811644e8f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12094</TotalTime>
  <Words>418</Words>
  <Application>Microsoft Office PowerPoint</Application>
  <PresentationFormat>宽屏</PresentationFormat>
  <Paragraphs>60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Calibri</vt:lpstr>
      <vt:lpstr>Arial</vt:lpstr>
      <vt:lpstr>Myriad Pro</vt:lpstr>
      <vt:lpstr>Office Theme</vt:lpstr>
      <vt:lpstr>PowerPoint 演示文稿</vt:lpstr>
      <vt:lpstr>（1）Python environment setup</vt:lpstr>
      <vt:lpstr>（1）Python environment setup</vt:lpstr>
      <vt:lpstr>（1）Python environment setup</vt:lpstr>
      <vt:lpstr>（1）Python environment setup</vt:lpstr>
      <vt:lpstr>（1）Python environment setup</vt:lpstr>
      <vt:lpstr>（1）Python environment setup</vt:lpstr>
      <vt:lpstr>（1）Python environment setup</vt:lpstr>
      <vt:lpstr>（1）Python environment setup</vt:lpstr>
      <vt:lpstr>（1）Python environment setup</vt:lpstr>
      <vt:lpstr>（1）Python environment setup</vt:lpstr>
      <vt:lpstr>（1）Python environment setup</vt:lpstr>
      <vt:lpstr>（2）Experiment 1 (average blurring the example image)</vt:lpstr>
      <vt:lpstr>（3）Experiment 2 (gaussian blurring the example image)</vt:lpstr>
      <vt:lpstr>（4）Experiment 3 (Sharpening for example image)</vt:lpstr>
      <vt:lpstr>（4）Experiment 3 (edge filtering for example image)</vt:lpstr>
      <vt:lpstr>（4）Experiment 4 (Calculating PSNR)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Zhiyu ZHU 朱智宇</cp:lastModifiedBy>
  <cp:revision>236</cp:revision>
  <dcterms:created xsi:type="dcterms:W3CDTF">2009-08-25T02:47:59Z</dcterms:created>
  <dcterms:modified xsi:type="dcterms:W3CDTF">2026-01-19T10:37:44Z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1.0.1.2417</vt:lpwstr>
  </property>
</Properties>
</file>