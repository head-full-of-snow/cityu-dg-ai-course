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7" r:id="rId2"/>
    <p:sldId id="339" r:id="rId3"/>
    <p:sldId id="359" r:id="rId4"/>
    <p:sldId id="362" r:id="rId5"/>
    <p:sldId id="360" r:id="rId6"/>
    <p:sldId id="363" r:id="rId7"/>
    <p:sldId id="364" r:id="rId8"/>
    <p:sldId id="361" r:id="rId9"/>
    <p:sldId id="365" r:id="rId10"/>
  </p:sldIdLst>
  <p:sldSz cx="12192000" cy="6858000"/>
  <p:notesSz cx="7010400" cy="9296400"/>
  <p:embeddedFontLst>
    <p:embeddedFont>
      <p:font typeface="Myriad Pro" panose="020B050303040302020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81920" autoAdjust="0"/>
  </p:normalViewPr>
  <p:slideViewPr>
    <p:cSldViewPr>
      <p:cViewPr varScale="1">
        <p:scale>
          <a:sx n="130" d="100"/>
          <a:sy n="130" d="100"/>
        </p:scale>
        <p:origin x="108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7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BAC1-159F-4743-3FB7-2E78EE8C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0BDB1-6CB1-193B-94C9-41FC3A619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2F8A1-0D88-8E3C-5257-CEFECFDDA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52096-7EF3-8B8A-E218-A9E767394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45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99E1-25EF-75A5-43D7-F918B8EE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636FD-67F1-FD13-ACC7-15487AB4A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7CD2C-B640-4DBA-40B7-9450C4F54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95764-10B2-2E51-875E-AF809DE53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9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1A80-4D56-78A4-45B3-094F1E4D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5D9CA-4870-70A6-4061-D21513AA8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BB994-37A9-F1F1-A808-242BFE984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31831-70A1-77DC-DBA4-4A476A80B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66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3C44-C01D-90CB-93F3-870100F8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6161F-67A5-5CA9-39AE-BC21C9EF8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90550-E329-D1CB-F34A-BD7A53B7C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C8851-E0FC-1FA1-8B3D-4640E92C6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60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327E-3629-37C4-CD32-E5049E5F6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A6479-8758-068B-2C67-8E3F36CAA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75BCE-A0A2-D79F-5E4B-844EF3C4D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42B2A-B997-F111-D8B5-15529B00F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81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5FE4E-0904-CBF6-0730-A6EC8490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E20B6-97FB-EDF4-4D7B-6E6BCB4DC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43A63-4A00-1884-F394-AB0049343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17EB4-73A5-83CD-B6AB-7A7041D4F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77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0E9C-C847-F346-A4B5-2A73A052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5FA62-03CF-9D19-2AD9-87A072F2D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D261C-0BCA-0EE4-1D19-EBE9C0FD5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726FA-2C80-34F2-9704-3B48E86C4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47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B8F5C-E08D-2143-5CF6-6C022C770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5D772-2276-AD3F-2039-ACD33FEB0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2F879-E7F2-1D51-856A-ECA9A587A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4D82-E1C5-8270-B142-94B337778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1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5C9B687F-C93F-EE5C-1289-3E4191DC8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964C9E0-5A30-425E-F474-C0079D1058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2B698A0C-22E9-0249-B931-19143E2FBE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F79187A4-54DD-3AA2-AAE0-311F810F55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68823D55-EDE5-04C5-4C19-AA6417147B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1C6031D-889B-E5A2-5732-3CAFB3F637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D0D367D-6224-2B06-2AE5-0B6E2C609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80731920-53BC-6D14-AC82-53DEA84F33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216B4ABA-C646-04AE-3DF8-5F01419194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B573C1F-7572-7676-888F-071550CF7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4DFA11F-0FC1-DE4E-3F52-85C5810EC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228600" y="1600200"/>
            <a:ext cx="126492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066800" y="2059858"/>
            <a:ext cx="101346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Tutorial 04: </a:t>
            </a:r>
            <a:r>
              <a:rPr lang="en-US" altLang="zh-CN" sz="3600" dirty="0">
                <a:latin typeface="+mj-lt"/>
                <a:ea typeface="+mj-ea"/>
                <a:cs typeface="+mj-cs"/>
              </a:rPr>
              <a:t>Image Matching and Transformations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C92BAE1-8978-479F-B372-4C39B78CD6FE}"/>
              </a:ext>
            </a:extLst>
          </p:cNvPr>
          <p:cNvSpPr txBox="1">
            <a:spLocks/>
          </p:cNvSpPr>
          <p:nvPr/>
        </p:nvSpPr>
        <p:spPr>
          <a:xfrm>
            <a:off x="-152400" y="902525"/>
            <a:ext cx="4876800" cy="92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3200" dirty="0"/>
              <a:t>Zhu Zhiyu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2AB0C-2963-3434-F8D8-3690258D85DF}"/>
              </a:ext>
            </a:extLst>
          </p:cNvPr>
          <p:cNvSpPr txBox="1">
            <a:spLocks/>
          </p:cNvSpPr>
          <p:nvPr/>
        </p:nvSpPr>
        <p:spPr>
          <a:xfrm>
            <a:off x="-76200" y="150875"/>
            <a:ext cx="12649200" cy="839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CS5187: Vision &amp; Image</a:t>
            </a:r>
            <a:endParaRPr 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F400-AA32-8718-7AE4-AD0B1140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64B0D024-E31A-0673-8668-D1D5BF79D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13496C1F-CB90-3351-31DA-DC758A70D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DD0B2C4-803A-FF5F-6061-AD941853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12" y="2011741"/>
            <a:ext cx="10768175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b="1" dirty="0"/>
              <a:t>Lecture 06:</a:t>
            </a:r>
            <a:r>
              <a:rPr lang="en-US" altLang="zh-CN" dirty="0"/>
              <a:t> Feature Detection, Description (SIFT), and Matching.</a:t>
            </a:r>
          </a:p>
          <a:p>
            <a:r>
              <a:rPr lang="en-US" altLang="zh-CN" b="1" dirty="0"/>
              <a:t>Lecture 06:</a:t>
            </a:r>
            <a:r>
              <a:rPr lang="en-US" altLang="zh-CN" dirty="0"/>
              <a:t> Evaluating matches (Invariance and Discriminability).</a:t>
            </a:r>
          </a:p>
          <a:p>
            <a:r>
              <a:rPr lang="en-US" altLang="zh-CN" b="1" dirty="0"/>
              <a:t>Lecture 07:</a:t>
            </a:r>
            <a:r>
              <a:rPr lang="en-US" altLang="zh-CN" dirty="0"/>
              <a:t> Parametric transformations (Rotation, Scale, Translation).</a:t>
            </a:r>
          </a:p>
          <a:p>
            <a:r>
              <a:rPr lang="en-US" altLang="zh-CN" b="1" dirty="0"/>
              <a:t>Lecture 07:</a:t>
            </a:r>
            <a:r>
              <a:rPr lang="en-US" altLang="zh-CN" dirty="0"/>
              <a:t> Inverse Image Warping for alignment.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BFD46F9-8076-2781-4F01-D1D4DF3A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Key Concepts Covered: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73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D564-8C89-F5A9-425D-099071AE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CCDA-D02C-8AC9-B633-8ACACBBF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  <a:r>
              <a:rPr lang="en-US" altLang="zh-CN" sz="3600" dirty="0"/>
              <a:t>Implementing and Testing Descriptor Invariance</a:t>
            </a:r>
            <a:endParaRPr lang="en-US" sz="3600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4D53B48B-7409-38FA-6891-C0F3B5B309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746160B2-2A82-C9FE-EEC2-EBADF54148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69960AE-FC20-16F3-C313-3CA369773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882423"/>
            <a:ext cx="1181100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Concept: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A robust feature descriptor should not change even if the image is geometrically or photometrically transformed. We will test this by extracting features from a base image and comparing them against a rotated and scaled version of the same image.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Experiment Steps: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Load a base image and convert it to grayscale.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Apply a geometric transformation (e.g., rotation by $45^\circ$ and a $0.5\times$ scale).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Extract SIFT keypoints and descriptors from both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Match them and calculate the percentage of successful matches to validate invariance.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595E-768D-DB9B-5E5C-6020DFA8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C30F-45F0-CCA7-D17C-8842E5EA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  <a:r>
              <a:rPr lang="en-US" altLang="zh-CN" sz="3600" dirty="0"/>
              <a:t>Implementing and Testing Descriptor Invariance</a:t>
            </a:r>
            <a:endParaRPr lang="en-US" sz="3600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79B71494-037D-B227-2F42-334B717380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3B5DDBD7-07A1-0DF7-422A-61BBEB5175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172D9925-DF38-8AF2-D959-D565D8B91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24000"/>
            <a:ext cx="6128799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70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43E2-2B95-A44E-3502-9ED84BFE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7C72-13BA-B3B7-227D-48899D50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</a:t>
            </a:r>
            <a:r>
              <a:rPr lang="en-US" altLang="zh-CN" sz="3600" dirty="0"/>
              <a:t>Image matching</a:t>
            </a:r>
            <a:endParaRPr lang="en-US" sz="3600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07B824C7-963E-1F8A-4565-D6A9ABE496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0BE314A3-DE0E-9AAF-641B-22FB4AE22B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54233D-0EFB-AC2F-57C7-48914C752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76400"/>
            <a:ext cx="11734800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Concept: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Finding similar descriptors between two different images (e.g., from different viewpoints). As discussed by standard distance thresholding can yield many false positives. We will use 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Ratio Test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to measure the distance ratio between the closest and second-closest match.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Experiment Steps: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Extract SIFT descriptors for two overlapping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Use K-Nearest Neighbors (KNN) matching with $k=2$.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Apply Lowe's ratio test: Keep the match if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distance(1st) &lt; 0.75 * distance(2nd)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.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Visualize the inlier matches.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106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F4BA-B19D-9B53-9274-217ED6525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53FF5-1A96-44E7-BA77-9C6B14C8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</a:t>
            </a:r>
            <a:r>
              <a:rPr lang="en-US" altLang="zh-CN" sz="3600" dirty="0"/>
              <a:t>Image matching</a:t>
            </a:r>
            <a:endParaRPr lang="en-US" sz="3600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AC18D9C8-8AF1-552F-E027-BD9BDC0A21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D49A57F0-67B9-70FF-8EC3-AEA7340F6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FCB9266B-74CA-0ACC-3B40-203B2A757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497" y="1349973"/>
            <a:ext cx="12192000" cy="446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9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68B4E-DC5C-7B9D-56D9-A5827449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9133-4AED-3F3E-9C78-1C17C67F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</a:t>
            </a:r>
            <a:r>
              <a:rPr lang="en-US" altLang="zh-CN" sz="3600" dirty="0"/>
              <a:t>Image matching</a:t>
            </a:r>
            <a:endParaRPr lang="en-US" sz="3600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2E45AE3B-9FAB-71BA-345E-FD69E55B2F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D099735C-2EEB-E5B3-242D-14071D91CA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66847A30-214A-C27F-CB6D-F160E6E32D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192" b="1336"/>
          <a:stretch>
            <a:fillRect/>
          </a:stretch>
        </p:blipFill>
        <p:spPr>
          <a:xfrm>
            <a:off x="3733800" y="1143000"/>
            <a:ext cx="3429000" cy="562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80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64D1-77AB-8B50-0F87-FC877AB6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1DAF-B50F-9F99-9881-2F1C9CE88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  <a:r>
              <a:rPr lang="en-US" altLang="zh-CN" sz="3600" dirty="0"/>
              <a:t>Image Warping and Alignment</a:t>
            </a:r>
            <a:endParaRPr lang="en-US" sz="3600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254587C4-8A8C-F900-D753-A71CC5AEA5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2B35DDA0-3130-CC30-3BE3-2CE71C3FB8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 descr="建筑的设计&#10;&#10;AI 生成的内容可能不正确。">
            <a:extLst>
              <a:ext uri="{FF2B5EF4-FFF2-40B4-BE49-F238E27FC236}">
                <a16:creationId xmlns:a16="http://schemas.microsoft.com/office/drawing/2014/main" id="{DEBCA811-A80D-256E-767D-0FFCEB961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00" y="1869040"/>
            <a:ext cx="12192000" cy="342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6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17BA-3255-881A-BB0A-002A316F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74FA-36D6-5BA1-81AA-A693742D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  <a:r>
              <a:rPr lang="en-US" altLang="zh-CN" sz="3600" dirty="0"/>
              <a:t>Image Warping and Alignment</a:t>
            </a:r>
            <a:endParaRPr lang="en-US" sz="3600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D05E6F41-1D4F-1D25-8190-BC3133A0D4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15065902-00AA-2F81-0DD3-CD5C1FC36C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FCB2B9F0-3434-813C-2DA6-989100D9B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143000"/>
            <a:ext cx="3886200" cy="5583310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DAC962BF-9940-9799-BFBB-0DC63BC4A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239" y="1264229"/>
            <a:ext cx="4572000" cy="54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319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0.1.2417"/>
  <p:tag name="SLIDO_PRESENTATION_ID" val="00000000-0000-0000-0000-000000000000"/>
  <p:tag name="SLIDO_EVENT_UUID" val="baeeb243-f206-4952-918c-5114a999c778"/>
  <p:tag name="SLIDO_EVENT_SECTION_UUID" val="1215a003-dcac-47bc-987c-b0811644e8f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12332</TotalTime>
  <Words>420</Words>
  <Application>Microsoft Office PowerPoint</Application>
  <PresentationFormat>宽屏</PresentationFormat>
  <Paragraphs>50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 Unicode MS</vt:lpstr>
      <vt:lpstr>Calibri</vt:lpstr>
      <vt:lpstr>Myriad Pro</vt:lpstr>
      <vt:lpstr>Arial</vt:lpstr>
      <vt:lpstr>Google Sans Text</vt:lpstr>
      <vt:lpstr>Office Theme</vt:lpstr>
      <vt:lpstr>PowerPoint 演示文稿</vt:lpstr>
      <vt:lpstr>Key Concepts Covered:</vt:lpstr>
      <vt:lpstr>（1）Implementing and Testing Descriptor Invariance</vt:lpstr>
      <vt:lpstr>（1）Implementing and Testing Descriptor Invariance</vt:lpstr>
      <vt:lpstr>（2）Image matching</vt:lpstr>
      <vt:lpstr>（2）Image matching</vt:lpstr>
      <vt:lpstr>（2）Image matching</vt:lpstr>
      <vt:lpstr>（3）Image Warping and Alignment</vt:lpstr>
      <vt:lpstr>（3）Image Warping and Alignment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Zhiyu ZHU 朱智宇</cp:lastModifiedBy>
  <cp:revision>282</cp:revision>
  <dcterms:created xsi:type="dcterms:W3CDTF">2009-08-25T02:47:59Z</dcterms:created>
  <dcterms:modified xsi:type="dcterms:W3CDTF">2026-03-02T15:12:17Z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1.0.1.2417</vt:lpwstr>
  </property>
</Properties>
</file>