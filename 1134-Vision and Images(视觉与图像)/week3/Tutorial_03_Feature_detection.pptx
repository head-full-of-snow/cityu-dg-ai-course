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257" r:id="rId2"/>
    <p:sldId id="339" r:id="rId3"/>
    <p:sldId id="359" r:id="rId4"/>
    <p:sldId id="353" r:id="rId5"/>
    <p:sldId id="360" r:id="rId6"/>
    <p:sldId id="361" r:id="rId7"/>
    <p:sldId id="286" r:id="rId8"/>
  </p:sldIdLst>
  <p:sldSz cx="12192000" cy="6858000"/>
  <p:notesSz cx="7010400" cy="9296400"/>
  <p:embeddedFontLst>
    <p:embeddedFont>
      <p:font typeface="Myriad Pro" panose="020B0503030403020204" charset="0"/>
      <p:regular r:id="rId10"/>
      <p:bold r:id="rId11"/>
      <p:italic r:id="rId12"/>
      <p:boldItalic r:id="rId13"/>
    </p:embeddedFont>
  </p:embeddedFontLst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81920" autoAdjust="0"/>
  </p:normalViewPr>
  <p:slideViewPr>
    <p:cSldViewPr>
      <p:cViewPr varScale="1">
        <p:scale>
          <a:sx n="130" d="100"/>
          <a:sy n="130" d="100"/>
        </p:scale>
        <p:origin x="108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about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7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BAC1-159F-4743-3FB7-2E78EE8C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0BDB1-6CB1-193B-94C9-41FC3A619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2F8A1-0D88-8E3C-5257-CEFECFDDA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52096-7EF3-8B8A-E218-A9E767394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45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99E1-25EF-75A5-43D7-F918B8EE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636FD-67F1-FD13-ACC7-15487AB4A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7CD2C-B640-4DBA-40B7-9450C4F54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95764-10B2-2E51-875E-AF809DE53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9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10B90-F757-2105-34C4-C060D492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D7BCA-BFD9-A78C-18DD-726A7DF2C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2E4FC-AD72-E467-0D80-B44FC1E8C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5C99B-3B97-C3C5-DDFC-F72D01372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15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CBAE9-297F-C727-5B1F-DAE8F61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67162-798C-6324-F818-A8B60CFA6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5FF9D-7DC4-5DEE-90A7-C98E8E74F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EBFEE-51F0-BF7B-A19E-43F501194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74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22632-2AB7-B743-E11E-E56F7921B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823BA-DBB5-6326-4E80-2F4FA51C4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AE6AE-B348-010D-1CD6-B3A3DCE5D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BD97A-1248-157E-C2C8-22C414C34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65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5C9B687F-C93F-EE5C-1289-3E4191DC8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964C9E0-5A30-425E-F474-C0079D1058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2B698A0C-22E9-0249-B931-19143E2FBE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F79187A4-54DD-3AA2-AAE0-311F810F55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68823D55-EDE5-04C5-4C19-AA6417147B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1C6031D-889B-E5A2-5732-3CAFB3F637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D0D367D-6224-2B06-2AE5-0B6E2C609E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80731920-53BC-6D14-AC82-53DEA84F33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216B4ABA-C646-04AE-3DF8-5F01419194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B573C1F-7572-7676-888F-071550CF7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4DFA11F-0FC1-DE4E-3F52-85C5810EC8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228600" y="1600200"/>
            <a:ext cx="126492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066800" y="2059858"/>
            <a:ext cx="101346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Tutorial 03: </a:t>
            </a:r>
            <a:r>
              <a:rPr lang="en-US" altLang="zh-CN" sz="3600" dirty="0">
                <a:latin typeface="+mj-lt"/>
                <a:ea typeface="+mj-ea"/>
                <a:cs typeface="+mj-cs"/>
              </a:rPr>
              <a:t>Feature Detection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C92BAE1-8978-479F-B372-4C39B78CD6FE}"/>
              </a:ext>
            </a:extLst>
          </p:cNvPr>
          <p:cNvSpPr txBox="1">
            <a:spLocks/>
          </p:cNvSpPr>
          <p:nvPr/>
        </p:nvSpPr>
        <p:spPr>
          <a:xfrm>
            <a:off x="-152400" y="902525"/>
            <a:ext cx="4876800" cy="92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3200" dirty="0"/>
              <a:t>Zhu Zhiyu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2AB0C-2963-3434-F8D8-3690258D85DF}"/>
              </a:ext>
            </a:extLst>
          </p:cNvPr>
          <p:cNvSpPr txBox="1">
            <a:spLocks/>
          </p:cNvSpPr>
          <p:nvPr/>
        </p:nvSpPr>
        <p:spPr>
          <a:xfrm>
            <a:off x="-76200" y="150875"/>
            <a:ext cx="12649200" cy="839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CS5187: Vision &amp; Image</a:t>
            </a:r>
            <a:endParaRPr 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F400-AA32-8718-7AE4-AD0B1140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4E68D-B9C4-D851-73AD-D842B85E2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Implementing the Harris Corner Response</a:t>
            </a:r>
            <a:endParaRPr lang="en-US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64B0D024-E31A-0673-8668-D1D5BF79D0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13496C1F-CB90-3351-31DA-DC758A70D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17FCD2-EA41-A95D-BF32-AB7265009493}"/>
              </a:ext>
            </a:extLst>
          </p:cNvPr>
          <p:cNvSpPr txBox="1"/>
          <p:nvPr/>
        </p:nvSpPr>
        <p:spPr>
          <a:xfrm>
            <a:off x="654451" y="1926104"/>
            <a:ext cx="5504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Objective</a:t>
            </a:r>
            <a:r>
              <a:rPr lang="en-US" altLang="zh-CN" dirty="0"/>
              <a:t>: Manually compute the Harris response function to identify interest points.</a:t>
            </a:r>
          </a:p>
          <a:p>
            <a:endParaRPr lang="zh-CN" alt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DD0B2C4-803A-FF5F-6061-AD9418533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5" y="2983721"/>
            <a:ext cx="10768175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Experiment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Compute image derivatives $I_x$ and $I_y$ using Sobel filters.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Construct the second moment matrix $H$ by computing the weighted sums of $I_x^2$, $I_y^2$, and $I_x I_y$ using a Gaussian window.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Calculate the cornerness score $R = \det(H) - k \cdot (\text{trace}(H))^2$ for each pixel.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Visualization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Display the $R$ values as a heatmap where red represents high cornerness and blue represents low cornerness.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3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D564-8C89-F5A9-425D-099071AE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CCDA-D02C-8AC9-B633-8ACACBBF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381000"/>
            <a:ext cx="123444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Implementing the Harris Corner Response</a:t>
            </a:r>
            <a:endParaRPr lang="en-US" dirty="0"/>
          </a:p>
        </p:txBody>
      </p:sp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4D53B48B-7409-38FA-6891-C0F3B5B309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746160B2-2A82-C9FE-EEC2-EBADF54148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3B4C4962-296E-AF76-A94B-9078234CB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38" y="1828800"/>
            <a:ext cx="5304762" cy="4133333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BF5F79F6-E560-182A-C458-426822C76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1828800"/>
            <a:ext cx="4278029" cy="423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486B2-D9E0-1E05-C2C3-B57FCD92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6F4D-8478-75D3-B36A-8A4A8A4CB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00" y="381000"/>
            <a:ext cx="133350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Non-Maximum Suppression (NMS) and </a:t>
            </a:r>
            <a:br>
              <a:rPr lang="en-US" altLang="zh-CN" dirty="0"/>
            </a:br>
            <a:r>
              <a:rPr lang="en-US" altLang="zh-CN" dirty="0"/>
              <a:t>Thresholding</a:t>
            </a:r>
            <a:endParaRPr lang="en-US" dirty="0"/>
          </a:p>
        </p:txBody>
      </p:sp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68F93608-4970-DCB3-54F8-12985B294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905000"/>
            <a:ext cx="5742857" cy="4114286"/>
          </a:xfrm>
          <a:prstGeom prst="rect">
            <a:avLst/>
          </a:prstGeom>
        </p:spPr>
      </p:pic>
      <p:pic>
        <p:nvPicPr>
          <p:cNvPr id="13" name="图片 12" descr="图片包含 图示&#10;&#10;AI 生成的内容可能不正确。">
            <a:extLst>
              <a:ext uri="{FF2B5EF4-FFF2-40B4-BE49-F238E27FC236}">
                <a16:creationId xmlns:a16="http://schemas.microsoft.com/office/drawing/2014/main" id="{61243A27-8998-5616-14CF-4B7A7646B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905000"/>
            <a:ext cx="5666667" cy="4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7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65246-69C1-1D1A-8E21-ACBA7608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AD1F-33AD-1129-D6D2-E0DEF5F4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00" y="381000"/>
            <a:ext cx="133350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Non-Maximum Suppression (NMS) and </a:t>
            </a:r>
            <a:br>
              <a:rPr lang="en-US" altLang="zh-CN" dirty="0"/>
            </a:br>
            <a:r>
              <a:rPr lang="en-US" altLang="zh-CN" dirty="0"/>
              <a:t>Thresholding</a:t>
            </a:r>
            <a:endParaRPr lang="en-US" dirty="0"/>
          </a:p>
        </p:txBody>
      </p:sp>
      <p:pic>
        <p:nvPicPr>
          <p:cNvPr id="13" name="图片 12" descr="图片包含 图示&#10;&#10;AI 生成的内容可能不正确。">
            <a:extLst>
              <a:ext uri="{FF2B5EF4-FFF2-40B4-BE49-F238E27FC236}">
                <a16:creationId xmlns:a16="http://schemas.microsoft.com/office/drawing/2014/main" id="{CE2EC25F-3690-7743-A432-DDC2D6919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33" y="1676400"/>
            <a:ext cx="5666667" cy="4247619"/>
          </a:xfrm>
          <a:prstGeom prst="rect">
            <a:avLst/>
          </a:prstGeom>
        </p:spPr>
      </p:pic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71986B2E-C4A2-ED9F-1C75-DFC387F8F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066800"/>
            <a:ext cx="3647623" cy="58251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B3EC1A5-6157-99BC-3476-E085B96F65F9}"/>
              </a:ext>
            </a:extLst>
          </p:cNvPr>
          <p:cNvSpPr txBox="1"/>
          <p:nvPr/>
        </p:nvSpPr>
        <p:spPr>
          <a:xfrm>
            <a:off x="9934517" y="4267200"/>
            <a:ext cx="22960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You can change the ratio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50704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6551F-D028-E386-0B0D-05ABFC57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8564-5A3A-A6B0-C207-F3ECD28C1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00" y="381000"/>
            <a:ext cx="13335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Invariance Testing: Rotation</a:t>
            </a:r>
            <a:endParaRPr lang="en-US" dirty="0"/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063C4DDF-54FF-55B2-C70B-4F19A965A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905000"/>
            <a:ext cx="6965680" cy="3733800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9BE8F77B-BE54-AB22-56AD-F35EC4FBC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371600"/>
            <a:ext cx="3168963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75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0.1.2417"/>
  <p:tag name="SLIDO_PRESENTATION_ID" val="00000000-0000-0000-0000-000000000000"/>
  <p:tag name="SLIDO_EVENT_UUID" val="baeeb243-f206-4952-918c-5114a999c778"/>
  <p:tag name="SLIDO_EVENT_SECTION_UUID" val="1215a003-dcac-47bc-987c-b0811644e8f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12302</TotalTime>
  <Words>253</Words>
  <Application>Microsoft Office PowerPoint</Application>
  <PresentationFormat>宽屏</PresentationFormat>
  <Paragraphs>28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Calibri</vt:lpstr>
      <vt:lpstr>Myriad Pro</vt:lpstr>
      <vt:lpstr>Arial</vt:lpstr>
      <vt:lpstr>Office Theme</vt:lpstr>
      <vt:lpstr>PowerPoint 演示文稿</vt:lpstr>
      <vt:lpstr>（1）Implementing the Harris Corner Response</vt:lpstr>
      <vt:lpstr>（1）Implementing the Harris Corner Response</vt:lpstr>
      <vt:lpstr>（2）Non-Maximum Suppression (NMS) and  Thresholding</vt:lpstr>
      <vt:lpstr>（2）Non-Maximum Suppression (NMS) and  Thresholding</vt:lpstr>
      <vt:lpstr>（3）Invariance Testing: Rotation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Zhiyu ZHU 朱智宇</cp:lastModifiedBy>
  <cp:revision>269</cp:revision>
  <dcterms:created xsi:type="dcterms:W3CDTF">2009-08-25T02:47:59Z</dcterms:created>
  <dcterms:modified xsi:type="dcterms:W3CDTF">2026-02-02T11:55:29Z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1.0.1.2417</vt:lpwstr>
  </property>
</Properties>
</file>