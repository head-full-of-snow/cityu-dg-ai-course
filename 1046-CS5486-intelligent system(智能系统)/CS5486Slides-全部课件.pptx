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364"/>
  </p:notesMasterIdLst>
  <p:handoutMasterIdLst>
    <p:handoutMasterId r:id="rId365"/>
  </p:handoutMasterIdLst>
  <p:sldIdLst>
    <p:sldId id="263" r:id="rId2"/>
    <p:sldId id="676" r:id="rId3"/>
    <p:sldId id="677" r:id="rId4"/>
    <p:sldId id="678" r:id="rId5"/>
    <p:sldId id="679" r:id="rId6"/>
    <p:sldId id="680" r:id="rId7"/>
    <p:sldId id="395" r:id="rId8"/>
    <p:sldId id="256" r:id="rId9"/>
    <p:sldId id="264" r:id="rId10"/>
    <p:sldId id="396" r:id="rId11"/>
    <p:sldId id="266" r:id="rId12"/>
    <p:sldId id="682" r:id="rId13"/>
    <p:sldId id="417" r:id="rId14"/>
    <p:sldId id="418" r:id="rId15"/>
    <p:sldId id="706" r:id="rId16"/>
    <p:sldId id="692" r:id="rId17"/>
    <p:sldId id="412" r:id="rId18"/>
    <p:sldId id="410" r:id="rId19"/>
    <p:sldId id="413" r:id="rId20"/>
    <p:sldId id="416" r:id="rId21"/>
    <p:sldId id="415" r:id="rId22"/>
    <p:sldId id="675" r:id="rId23"/>
    <p:sldId id="704" r:id="rId24"/>
    <p:sldId id="705" r:id="rId25"/>
    <p:sldId id="730" r:id="rId26"/>
    <p:sldId id="729" r:id="rId27"/>
    <p:sldId id="731" r:id="rId28"/>
    <p:sldId id="695" r:id="rId29"/>
    <p:sldId id="377" r:id="rId30"/>
    <p:sldId id="397" r:id="rId31"/>
    <p:sldId id="398" r:id="rId32"/>
    <p:sldId id="399" r:id="rId33"/>
    <p:sldId id="394" r:id="rId34"/>
    <p:sldId id="400" r:id="rId35"/>
    <p:sldId id="401" r:id="rId36"/>
    <p:sldId id="271" r:id="rId37"/>
    <p:sldId id="274" r:id="rId38"/>
    <p:sldId id="275" r:id="rId39"/>
    <p:sldId id="276" r:id="rId40"/>
    <p:sldId id="280" r:id="rId41"/>
    <p:sldId id="281" r:id="rId42"/>
    <p:sldId id="277" r:id="rId43"/>
    <p:sldId id="284" r:id="rId44"/>
    <p:sldId id="404" r:id="rId45"/>
    <p:sldId id="298" r:id="rId46"/>
    <p:sldId id="285" r:id="rId47"/>
    <p:sldId id="273" r:id="rId48"/>
    <p:sldId id="278" r:id="rId49"/>
    <p:sldId id="279" r:id="rId50"/>
    <p:sldId id="272" r:id="rId51"/>
    <p:sldId id="433" r:id="rId52"/>
    <p:sldId id="366" r:id="rId53"/>
    <p:sldId id="477" r:id="rId54"/>
    <p:sldId id="478" r:id="rId55"/>
    <p:sldId id="693" r:id="rId56"/>
    <p:sldId id="479" r:id="rId57"/>
    <p:sldId id="481" r:id="rId58"/>
    <p:sldId id="694" r:id="rId59"/>
    <p:sldId id="480" r:id="rId60"/>
    <p:sldId id="283" r:id="rId61"/>
    <p:sldId id="482" r:id="rId62"/>
    <p:sldId id="483" r:id="rId63"/>
    <p:sldId id="286" r:id="rId64"/>
    <p:sldId id="287" r:id="rId65"/>
    <p:sldId id="299" r:id="rId66"/>
    <p:sldId id="437" r:id="rId67"/>
    <p:sldId id="438" r:id="rId68"/>
    <p:sldId id="288" r:id="rId69"/>
    <p:sldId id="289" r:id="rId70"/>
    <p:sldId id="290" r:id="rId71"/>
    <p:sldId id="292" r:id="rId72"/>
    <p:sldId id="707" r:id="rId73"/>
    <p:sldId id="451" r:id="rId74"/>
    <p:sldId id="452" r:id="rId75"/>
    <p:sldId id="453" r:id="rId76"/>
    <p:sldId id="454" r:id="rId77"/>
    <p:sldId id="439" r:id="rId78"/>
    <p:sldId id="291" r:id="rId79"/>
    <p:sldId id="708" r:id="rId80"/>
    <p:sldId id="710" r:id="rId81"/>
    <p:sldId id="711" r:id="rId82"/>
    <p:sldId id="712" r:id="rId83"/>
    <p:sldId id="713" r:id="rId84"/>
    <p:sldId id="714" r:id="rId85"/>
    <p:sldId id="715" r:id="rId86"/>
    <p:sldId id="717" r:id="rId87"/>
    <p:sldId id="716" r:id="rId88"/>
    <p:sldId id="469" r:id="rId89"/>
    <p:sldId id="440" r:id="rId90"/>
    <p:sldId id="434" r:id="rId91"/>
    <p:sldId id="435" r:id="rId92"/>
    <p:sldId id="436" r:id="rId93"/>
    <p:sldId id="441" r:id="rId94"/>
    <p:sldId id="442" r:id="rId95"/>
    <p:sldId id="443" r:id="rId96"/>
    <p:sldId id="444" r:id="rId97"/>
    <p:sldId id="293" r:id="rId98"/>
    <p:sldId id="370" r:id="rId99"/>
    <p:sldId id="568" r:id="rId100"/>
    <p:sldId id="300" r:id="rId101"/>
    <p:sldId id="301" r:id="rId102"/>
    <p:sldId id="310" r:id="rId103"/>
    <p:sldId id="367" r:id="rId104"/>
    <p:sldId id="368" r:id="rId105"/>
    <p:sldId id="696" r:id="rId106"/>
    <p:sldId id="698" r:id="rId107"/>
    <p:sldId id="697" r:id="rId108"/>
    <p:sldId id="699" r:id="rId109"/>
    <p:sldId id="700" r:id="rId110"/>
    <p:sldId id="303" r:id="rId111"/>
    <p:sldId id="305" r:id="rId112"/>
    <p:sldId id="470" r:id="rId113"/>
    <p:sldId id="307" r:id="rId114"/>
    <p:sldId id="372" r:id="rId115"/>
    <p:sldId id="354" r:id="rId116"/>
    <p:sldId id="446" r:id="rId117"/>
    <p:sldId id="445" r:id="rId118"/>
    <p:sldId id="455" r:id="rId119"/>
    <p:sldId id="447" r:id="rId120"/>
    <p:sldId id="456" r:id="rId121"/>
    <p:sldId id="457" r:id="rId122"/>
    <p:sldId id="459" r:id="rId123"/>
    <p:sldId id="308" r:id="rId124"/>
    <p:sldId id="448" r:id="rId125"/>
    <p:sldId id="311" r:id="rId126"/>
    <p:sldId id="449" r:id="rId127"/>
    <p:sldId id="703" r:id="rId128"/>
    <p:sldId id="312" r:id="rId129"/>
    <p:sldId id="313" r:id="rId130"/>
    <p:sldId id="314" r:id="rId131"/>
    <p:sldId id="315" r:id="rId132"/>
    <p:sldId id="378" r:id="rId133"/>
    <p:sldId id="450" r:id="rId134"/>
    <p:sldId id="316" r:id="rId135"/>
    <p:sldId id="323" r:id="rId136"/>
    <p:sldId id="317" r:id="rId137"/>
    <p:sldId id="472" r:id="rId138"/>
    <p:sldId id="373" r:id="rId139"/>
    <p:sldId id="321" r:id="rId140"/>
    <p:sldId id="465" r:id="rId141"/>
    <p:sldId id="464" r:id="rId142"/>
    <p:sldId id="462" r:id="rId143"/>
    <p:sldId id="474" r:id="rId144"/>
    <p:sldId id="322" r:id="rId145"/>
    <p:sldId id="466" r:id="rId146"/>
    <p:sldId id="468" r:id="rId147"/>
    <p:sldId id="460" r:id="rId148"/>
    <p:sldId id="461" r:id="rId149"/>
    <p:sldId id="473" r:id="rId150"/>
    <p:sldId id="484" r:id="rId151"/>
    <p:sldId id="505" r:id="rId152"/>
    <p:sldId id="506" r:id="rId153"/>
    <p:sldId id="509" r:id="rId154"/>
    <p:sldId id="510" r:id="rId155"/>
    <p:sldId id="511" r:id="rId156"/>
    <p:sldId id="512" r:id="rId157"/>
    <p:sldId id="513" r:id="rId158"/>
    <p:sldId id="514" r:id="rId159"/>
    <p:sldId id="515" r:id="rId160"/>
    <p:sldId id="516" r:id="rId161"/>
    <p:sldId id="517" r:id="rId162"/>
    <p:sldId id="518" r:id="rId163"/>
    <p:sldId id="519" r:id="rId164"/>
    <p:sldId id="520" r:id="rId165"/>
    <p:sldId id="521" r:id="rId166"/>
    <p:sldId id="522" r:id="rId167"/>
    <p:sldId id="523" r:id="rId168"/>
    <p:sldId id="524" r:id="rId169"/>
    <p:sldId id="525" r:id="rId170"/>
    <p:sldId id="526" r:id="rId171"/>
    <p:sldId id="527" r:id="rId172"/>
    <p:sldId id="528" r:id="rId173"/>
    <p:sldId id="503" r:id="rId174"/>
    <p:sldId id="529" r:id="rId175"/>
    <p:sldId id="530" r:id="rId176"/>
    <p:sldId id="531" r:id="rId177"/>
    <p:sldId id="532" r:id="rId178"/>
    <p:sldId id="536" r:id="rId179"/>
    <p:sldId id="534" r:id="rId180"/>
    <p:sldId id="538" r:id="rId181"/>
    <p:sldId id="541" r:id="rId182"/>
    <p:sldId id="533" r:id="rId183"/>
    <p:sldId id="542" r:id="rId184"/>
    <p:sldId id="543" r:id="rId185"/>
    <p:sldId id="545" r:id="rId186"/>
    <p:sldId id="544" r:id="rId187"/>
    <p:sldId id="320" r:id="rId188"/>
    <p:sldId id="294" r:id="rId189"/>
    <p:sldId id="295" r:id="rId190"/>
    <p:sldId id="296" r:id="rId191"/>
    <p:sldId id="326" r:id="rId192"/>
    <p:sldId id="324" r:id="rId193"/>
    <p:sldId id="684" r:id="rId194"/>
    <p:sldId id="685" r:id="rId195"/>
    <p:sldId id="690" r:id="rId196"/>
    <p:sldId id="691" r:id="rId197"/>
    <p:sldId id="405" r:id="rId198"/>
    <p:sldId id="537" r:id="rId199"/>
    <p:sldId id="325" r:id="rId200"/>
    <p:sldId id="408" r:id="rId201"/>
    <p:sldId id="379" r:id="rId202"/>
    <p:sldId id="327" r:id="rId203"/>
    <p:sldId id="409" r:id="rId204"/>
    <p:sldId id="565" r:id="rId205"/>
    <p:sldId id="328" r:id="rId206"/>
    <p:sldId id="569" r:id="rId207"/>
    <p:sldId id="476" r:id="rId208"/>
    <p:sldId id="330" r:id="rId209"/>
    <p:sldId id="336" r:id="rId210"/>
    <p:sldId id="374" r:id="rId211"/>
    <p:sldId id="331" r:id="rId212"/>
    <p:sldId id="550" r:id="rId213"/>
    <p:sldId id="555" r:id="rId214"/>
    <p:sldId id="557" r:id="rId215"/>
    <p:sldId id="558" r:id="rId216"/>
    <p:sldId id="560" r:id="rId217"/>
    <p:sldId id="561" r:id="rId218"/>
    <p:sldId id="562" r:id="rId219"/>
    <p:sldId id="563" r:id="rId220"/>
    <p:sldId id="564" r:id="rId221"/>
    <p:sldId id="332" r:id="rId222"/>
    <p:sldId id="333" r:id="rId223"/>
    <p:sldId id="567" r:id="rId224"/>
    <p:sldId id="551" r:id="rId225"/>
    <p:sldId id="334" r:id="rId226"/>
    <p:sldId id="375" r:id="rId227"/>
    <p:sldId id="475" r:id="rId228"/>
    <p:sldId id="376" r:id="rId229"/>
    <p:sldId id="329" r:id="rId230"/>
    <p:sldId id="570" r:id="rId231"/>
    <p:sldId id="571" r:id="rId232"/>
    <p:sldId id="335" r:id="rId233"/>
    <p:sldId id="337" r:id="rId234"/>
    <p:sldId id="338" r:id="rId235"/>
    <p:sldId id="572" r:id="rId236"/>
    <p:sldId id="584" r:id="rId237"/>
    <p:sldId id="573" r:id="rId238"/>
    <p:sldId id="574" r:id="rId239"/>
    <p:sldId id="575" r:id="rId240"/>
    <p:sldId id="576" r:id="rId241"/>
    <p:sldId id="577" r:id="rId242"/>
    <p:sldId id="587" r:id="rId243"/>
    <p:sldId id="588" r:id="rId244"/>
    <p:sldId id="589" r:id="rId245"/>
    <p:sldId id="581" r:id="rId246"/>
    <p:sldId id="582" r:id="rId247"/>
    <p:sldId id="586" r:id="rId248"/>
    <p:sldId id="585" r:id="rId249"/>
    <p:sldId id="553" r:id="rId250"/>
    <p:sldId id="339" r:id="rId251"/>
    <p:sldId id="349" r:id="rId252"/>
    <p:sldId id="348" r:id="rId253"/>
    <p:sldId id="419" r:id="rId254"/>
    <p:sldId id="420" r:id="rId255"/>
    <p:sldId id="421" r:id="rId256"/>
    <p:sldId id="341" r:id="rId257"/>
    <p:sldId id="591" r:id="rId258"/>
    <p:sldId id="343" r:id="rId259"/>
    <p:sldId id="344" r:id="rId260"/>
    <p:sldId id="345" r:id="rId261"/>
    <p:sldId id="346" r:id="rId262"/>
    <p:sldId id="407" r:id="rId263"/>
    <p:sldId id="406" r:id="rId264"/>
    <p:sldId id="350" r:id="rId265"/>
    <p:sldId id="351" r:id="rId266"/>
    <p:sldId id="353" r:id="rId267"/>
    <p:sldId id="352" r:id="rId268"/>
    <p:sldId id="552" r:id="rId269"/>
    <p:sldId id="546" r:id="rId270"/>
    <p:sldId id="547" r:id="rId271"/>
    <p:sldId id="549" r:id="rId272"/>
    <p:sldId id="355" r:id="rId273"/>
    <p:sldId id="356" r:id="rId274"/>
    <p:sldId id="593" r:id="rId275"/>
    <p:sldId id="672" r:id="rId276"/>
    <p:sldId id="599" r:id="rId277"/>
    <p:sldId id="381" r:id="rId278"/>
    <p:sldId id="668" r:id="rId279"/>
    <p:sldId id="594" r:id="rId280"/>
    <p:sldId id="382" r:id="rId281"/>
    <p:sldId id="383" r:id="rId282"/>
    <p:sldId id="357" r:id="rId283"/>
    <p:sldId id="597" r:id="rId284"/>
    <p:sldId id="387" r:id="rId285"/>
    <p:sldId id="595" r:id="rId286"/>
    <p:sldId id="596" r:id="rId287"/>
    <p:sldId id="598" r:id="rId288"/>
    <p:sldId id="386" r:id="rId289"/>
    <p:sldId id="358" r:id="rId290"/>
    <p:sldId id="385" r:id="rId291"/>
    <p:sldId id="361" r:id="rId292"/>
    <p:sldId id="392" r:id="rId293"/>
    <p:sldId id="600" r:id="rId294"/>
    <p:sldId id="388" r:id="rId295"/>
    <p:sldId id="719" r:id="rId296"/>
    <p:sldId id="360" r:id="rId297"/>
    <p:sldId id="674" r:id="rId298"/>
    <p:sldId id="673" r:id="rId299"/>
    <p:sldId id="362" r:id="rId300"/>
    <p:sldId id="601" r:id="rId301"/>
    <p:sldId id="602" r:id="rId302"/>
    <p:sldId id="718" r:id="rId303"/>
    <p:sldId id="720" r:id="rId304"/>
    <p:sldId id="721" r:id="rId305"/>
    <p:sldId id="669" r:id="rId306"/>
    <p:sldId id="671" r:id="rId307"/>
    <p:sldId id="670" r:id="rId308"/>
    <p:sldId id="723" r:id="rId309"/>
    <p:sldId id="722" r:id="rId310"/>
    <p:sldId id="592" r:id="rId311"/>
    <p:sldId id="663" r:id="rId312"/>
    <p:sldId id="359" r:id="rId313"/>
    <p:sldId id="363" r:id="rId314"/>
    <p:sldId id="606" r:id="rId315"/>
    <p:sldId id="607" r:id="rId316"/>
    <p:sldId id="603" r:id="rId317"/>
    <p:sldId id="608" r:id="rId318"/>
    <p:sldId id="609" r:id="rId319"/>
    <p:sldId id="610" r:id="rId320"/>
    <p:sldId id="427" r:id="rId321"/>
    <p:sldId id="432" r:id="rId322"/>
    <p:sldId id="426" r:id="rId323"/>
    <p:sldId id="428" r:id="rId324"/>
    <p:sldId id="429" r:id="rId325"/>
    <p:sldId id="430" r:id="rId326"/>
    <p:sldId id="422" r:id="rId327"/>
    <p:sldId id="423" r:id="rId328"/>
    <p:sldId id="431" r:id="rId329"/>
    <p:sldId id="611" r:id="rId330"/>
    <p:sldId id="612" r:id="rId331"/>
    <p:sldId id="659" r:id="rId332"/>
    <p:sldId id="664" r:id="rId333"/>
    <p:sldId id="724" r:id="rId334"/>
    <p:sldId id="725" r:id="rId335"/>
    <p:sldId id="726" r:id="rId336"/>
    <p:sldId id="728" r:id="rId337"/>
    <p:sldId id="727" r:id="rId338"/>
    <p:sldId id="666" r:id="rId339"/>
    <p:sldId id="667" r:id="rId340"/>
    <p:sldId id="614" r:id="rId341"/>
    <p:sldId id="660" r:id="rId342"/>
    <p:sldId id="661" r:id="rId343"/>
    <p:sldId id="662" r:id="rId344"/>
    <p:sldId id="618" r:id="rId345"/>
    <p:sldId id="619" r:id="rId346"/>
    <p:sldId id="620" r:id="rId347"/>
    <p:sldId id="621" r:id="rId348"/>
    <p:sldId id="622" r:id="rId349"/>
    <p:sldId id="623" r:id="rId350"/>
    <p:sldId id="624" r:id="rId351"/>
    <p:sldId id="625" r:id="rId352"/>
    <p:sldId id="626" r:id="rId353"/>
    <p:sldId id="627" r:id="rId354"/>
    <p:sldId id="628" r:id="rId355"/>
    <p:sldId id="629" r:id="rId356"/>
    <p:sldId id="630" r:id="rId357"/>
    <p:sldId id="631" r:id="rId358"/>
    <p:sldId id="632" r:id="rId359"/>
    <p:sldId id="633" r:id="rId360"/>
    <p:sldId id="634" r:id="rId361"/>
    <p:sldId id="635" r:id="rId362"/>
    <p:sldId id="365" r:id="rId363"/>
  </p:sldIdLst>
  <p:sldSz cx="9144000" cy="6858000" type="screen4x3"/>
  <p:notesSz cx="6985000" cy="9283700"/>
  <p:custDataLst>
    <p:tags r:id="rId366"/>
  </p:custDataLst>
  <p:defaultTextStyle>
    <a:defPPr>
      <a:defRPr lang="en-US"/>
    </a:defPPr>
    <a:lvl1pPr algn="l" rtl="0" eaLnBrk="0" fontAlgn="base" hangingPunct="0">
      <a:spcBef>
        <a:spcPct val="0"/>
      </a:spcBef>
      <a:spcAft>
        <a:spcPct val="0"/>
      </a:spcAft>
      <a:defRPr kumimoji="1"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umimoji="1"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umimoji="1"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umimoji="1"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umimoji="1" sz="2400" kern="1200">
        <a:solidFill>
          <a:schemeClr val="tx1"/>
        </a:solidFill>
        <a:latin typeface="Arial" panose="020B0604020202020204" pitchFamily="34" charset="0"/>
        <a:ea typeface="+mn-ea"/>
        <a:cs typeface="+mn-cs"/>
      </a:defRPr>
    </a:lvl5pPr>
    <a:lvl6pPr marL="2286000" algn="l" defTabSz="914400" rtl="0" eaLnBrk="1" latinLnBrk="0" hangingPunct="1">
      <a:defRPr kumimoji="1" sz="2400" kern="1200">
        <a:solidFill>
          <a:schemeClr val="tx1"/>
        </a:solidFill>
        <a:latin typeface="Arial" panose="020B0604020202020204" pitchFamily="34" charset="0"/>
        <a:ea typeface="+mn-ea"/>
        <a:cs typeface="+mn-cs"/>
      </a:defRPr>
    </a:lvl6pPr>
    <a:lvl7pPr marL="2743200" algn="l" defTabSz="914400" rtl="0" eaLnBrk="1" latinLnBrk="0" hangingPunct="1">
      <a:defRPr kumimoji="1" sz="2400" kern="1200">
        <a:solidFill>
          <a:schemeClr val="tx1"/>
        </a:solidFill>
        <a:latin typeface="Arial" panose="020B0604020202020204" pitchFamily="34" charset="0"/>
        <a:ea typeface="+mn-ea"/>
        <a:cs typeface="+mn-cs"/>
      </a:defRPr>
    </a:lvl7pPr>
    <a:lvl8pPr marL="3200400" algn="l" defTabSz="914400" rtl="0" eaLnBrk="1" latinLnBrk="0" hangingPunct="1">
      <a:defRPr kumimoji="1" sz="2400" kern="1200">
        <a:solidFill>
          <a:schemeClr val="tx1"/>
        </a:solidFill>
        <a:latin typeface="Arial" panose="020B0604020202020204" pitchFamily="34" charset="0"/>
        <a:ea typeface="+mn-ea"/>
        <a:cs typeface="+mn-cs"/>
      </a:defRPr>
    </a:lvl8pPr>
    <a:lvl9pPr marL="3657600" algn="l" defTabSz="914400" rtl="0" eaLnBrk="1" latinLnBrk="0" hangingPunct="1">
      <a:defRPr kumimoji="1"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64">
          <p15:clr>
            <a:srgbClr val="A4A3A4"/>
          </p15:clr>
        </p15:guide>
        <p15:guide id="2" pos="2640">
          <p15:clr>
            <a:srgbClr val="A4A3A4"/>
          </p15:clr>
        </p15:guide>
      </p15:sldGuideLst>
    </p:ext>
    <p:ext uri="{2D200454-40CA-4A62-9FC3-DE9A4176ACB9}">
      <p15:notesGuideLst xmlns:p15="http://schemas.microsoft.com/office/powerpoint/2012/main">
        <p15:guide id="1" orient="horz" pos="2924">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CC6600"/>
    <a:srgbClr val="996633"/>
    <a:srgbClr val="993300"/>
    <a:srgbClr val="FFCC99"/>
    <a:srgbClr val="CC9900"/>
    <a:srgbClr val="FFCC66"/>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C4023F-FAC9-E976-F764-41051FD893E4}" v="57" dt="2026-09-02T09:57:14.1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679"/>
  </p:normalViewPr>
  <p:slideViewPr>
    <p:cSldViewPr snapToGrid="0">
      <p:cViewPr varScale="1">
        <p:scale>
          <a:sx n="100" d="100"/>
          <a:sy n="100" d="100"/>
        </p:scale>
        <p:origin x="1656" y="160"/>
      </p:cViewPr>
      <p:guideLst>
        <p:guide orient="horz" pos="2064"/>
        <p:guide pos="2640"/>
      </p:guideLst>
    </p:cSldViewPr>
  </p:slideViewPr>
  <p:notesTextViewPr>
    <p:cViewPr>
      <p:scale>
        <a:sx n="1" d="1"/>
        <a:sy n="1" d="1"/>
      </p:scale>
      <p:origin x="0" y="0"/>
    </p:cViewPr>
  </p:notesTextViewPr>
  <p:notesViewPr>
    <p:cSldViewPr snapToGrid="0">
      <p:cViewPr>
        <p:scale>
          <a:sx n="1" d="2"/>
          <a:sy n="1" d="2"/>
        </p:scale>
        <p:origin x="0" y="0"/>
      </p:cViewPr>
      <p:guideLst>
        <p:guide orient="horz" pos="2924"/>
        <p:guide pos="220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tags" Target="tags/tag1.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viewProps" Target="viewProps.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tableStyles" Target="tableStyles.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microsoft.com/office/2016/11/relationships/changesInfo" Target="changesInfos/changesInfo1.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microsoft.com/office/2015/10/relationships/revisionInfo" Target="revisionInfo.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handoutMaster" Target="handoutMasters/handoutMaster1.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presProps" Target="presProps.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theme" Target="theme/theme1.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SU Dan" userId="S::dansu27@um.cityu.edu.hk::56269a78-41e2-4aed-99e0-1cef2758f085" providerId="AD" clId="Web-{FAC4023F-FAC9-E976-F764-41051FD893E4}"/>
    <pc:docChg chg="addSld delSld modSld">
      <pc:chgData name="Dr. SU Dan" userId="S::dansu27@um.cityu.edu.hk::56269a78-41e2-4aed-99e0-1cef2758f085" providerId="AD" clId="Web-{FAC4023F-FAC9-E976-F764-41051FD893E4}" dt="2026-09-02T09:57:14.101" v="52" actId="1076"/>
      <pc:docMkLst>
        <pc:docMk/>
      </pc:docMkLst>
      <pc:sldChg chg="addSp delSp modSp del">
        <pc:chgData name="Dr. SU Dan" userId="S::dansu27@um.cityu.edu.hk::56269a78-41e2-4aed-99e0-1cef2758f085" providerId="AD" clId="Web-{FAC4023F-FAC9-E976-F764-41051FD893E4}" dt="2026-09-02T09:55:44.770" v="34"/>
        <pc:sldMkLst>
          <pc:docMk/>
          <pc:sldMk cId="0" sldId="267"/>
        </pc:sldMkLst>
        <pc:picChg chg="add del mod">
          <ac:chgData name="Dr. SU Dan" userId="S::dansu27@um.cityu.edu.hk::56269a78-41e2-4aed-99e0-1cef2758f085" providerId="AD" clId="Web-{FAC4023F-FAC9-E976-F764-41051FD893E4}" dt="2026-09-02T09:51:41.637" v="1"/>
          <ac:picMkLst>
            <pc:docMk/>
            <pc:sldMk cId="0" sldId="267"/>
            <ac:picMk id="2" creationId="{4F65BD4A-AF99-BF5E-9C77-19778835D177}"/>
          </ac:picMkLst>
        </pc:picChg>
        <pc:picChg chg="add del mod">
          <ac:chgData name="Dr. SU Dan" userId="S::dansu27@um.cityu.edu.hk::56269a78-41e2-4aed-99e0-1cef2758f085" providerId="AD" clId="Web-{FAC4023F-FAC9-E976-F764-41051FD893E4}" dt="2026-09-02T09:52:36.982" v="7"/>
          <ac:picMkLst>
            <pc:docMk/>
            <pc:sldMk cId="0" sldId="267"/>
            <ac:picMk id="3" creationId="{F8470959-EC2F-005B-6B94-2ABE9B97050D}"/>
          </ac:picMkLst>
        </pc:picChg>
        <pc:picChg chg="add del mod">
          <ac:chgData name="Dr. SU Dan" userId="S::dansu27@um.cityu.edu.hk::56269a78-41e2-4aed-99e0-1cef2758f085" providerId="AD" clId="Web-{FAC4023F-FAC9-E976-F764-41051FD893E4}" dt="2026-09-02T09:52:43.045" v="9"/>
          <ac:picMkLst>
            <pc:docMk/>
            <pc:sldMk cId="0" sldId="267"/>
            <ac:picMk id="4" creationId="{7C203EA5-7963-C7BB-1FCE-40601D7D042F}"/>
          </ac:picMkLst>
        </pc:picChg>
        <pc:picChg chg="add mod">
          <ac:chgData name="Dr. SU Dan" userId="S::dansu27@um.cityu.edu.hk::56269a78-41e2-4aed-99e0-1cef2758f085" providerId="AD" clId="Web-{FAC4023F-FAC9-E976-F764-41051FD893E4}" dt="2026-09-02T09:52:53.905" v="10"/>
          <ac:picMkLst>
            <pc:docMk/>
            <pc:sldMk cId="0" sldId="267"/>
            <ac:picMk id="5" creationId="{0BEFA073-2F06-2C29-1F62-76634848A6DF}"/>
          </ac:picMkLst>
        </pc:picChg>
      </pc:sldChg>
      <pc:sldChg chg="del">
        <pc:chgData name="Dr. SU Dan" userId="S::dansu27@um.cityu.edu.hk::56269a78-41e2-4aed-99e0-1cef2758f085" providerId="AD" clId="Web-{FAC4023F-FAC9-E976-F764-41051FD893E4}" dt="2026-09-02T09:52:07.044" v="4"/>
        <pc:sldMkLst>
          <pc:docMk/>
          <pc:sldMk cId="0" sldId="402"/>
        </pc:sldMkLst>
      </pc:sldChg>
      <pc:sldChg chg="del">
        <pc:chgData name="Dr. SU Dan" userId="S::dansu27@um.cityu.edu.hk::56269a78-41e2-4aed-99e0-1cef2758f085" providerId="AD" clId="Web-{FAC4023F-FAC9-E976-F764-41051FD893E4}" dt="2026-09-02T09:52:09.263" v="5"/>
        <pc:sldMkLst>
          <pc:docMk/>
          <pc:sldMk cId="0" sldId="403"/>
        </pc:sldMkLst>
      </pc:sldChg>
      <pc:sldChg chg="addSp delSp modSp add">
        <pc:chgData name="Dr. SU Dan" userId="S::dansu27@um.cityu.edu.hk::56269a78-41e2-4aed-99e0-1cef2758f085" providerId="AD" clId="Web-{FAC4023F-FAC9-E976-F764-41051FD893E4}" dt="2026-09-02T09:57:14.101" v="52" actId="1076"/>
        <pc:sldMkLst>
          <pc:docMk/>
          <pc:sldMk cId="1078726790" sldId="729"/>
        </pc:sldMkLst>
        <pc:picChg chg="add del mod">
          <ac:chgData name="Dr. SU Dan" userId="S::dansu27@um.cityu.edu.hk::56269a78-41e2-4aed-99e0-1cef2758f085" providerId="AD" clId="Web-{FAC4023F-FAC9-E976-F764-41051FD893E4}" dt="2026-09-02T09:55:42.113" v="33"/>
          <ac:picMkLst>
            <pc:docMk/>
            <pc:sldMk cId="1078726790" sldId="729"/>
            <ac:picMk id="2" creationId="{7171D4FC-801E-837B-FA3B-90F234B7B565}"/>
          </ac:picMkLst>
        </pc:picChg>
        <pc:picChg chg="mod">
          <ac:chgData name="Dr. SU Dan" userId="S::dansu27@um.cityu.edu.hk::56269a78-41e2-4aed-99e0-1cef2758f085" providerId="AD" clId="Web-{FAC4023F-FAC9-E976-F764-41051FD893E4}" dt="2026-09-02T09:57:14.101" v="52" actId="1076"/>
          <ac:picMkLst>
            <pc:docMk/>
            <pc:sldMk cId="1078726790" sldId="729"/>
            <ac:picMk id="3" creationId="{9F6F1A8B-279D-1348-EF71-EA223AA64CB6}"/>
          </ac:picMkLst>
        </pc:picChg>
        <pc:picChg chg="mod">
          <ac:chgData name="Dr. SU Dan" userId="S::dansu27@um.cityu.edu.hk::56269a78-41e2-4aed-99e0-1cef2758f085" providerId="AD" clId="Web-{FAC4023F-FAC9-E976-F764-41051FD893E4}" dt="2026-09-02T09:57:06.663" v="50" actId="1076"/>
          <ac:picMkLst>
            <pc:docMk/>
            <pc:sldMk cId="1078726790" sldId="729"/>
            <ac:picMk id="4" creationId="{70E3F633-DF5F-75B6-8CA7-EF0CAF3CDBCE}"/>
          </ac:picMkLst>
        </pc:picChg>
      </pc:sldChg>
      <pc:sldChg chg="addSp delSp modSp new">
        <pc:chgData name="Dr. SU Dan" userId="S::dansu27@um.cityu.edu.hk::56269a78-41e2-4aed-99e0-1cef2758f085" providerId="AD" clId="Web-{FAC4023F-FAC9-E976-F764-41051FD893E4}" dt="2026-09-02T09:54:46.768" v="29" actId="20577"/>
        <pc:sldMkLst>
          <pc:docMk/>
          <pc:sldMk cId="742841403" sldId="730"/>
        </pc:sldMkLst>
        <pc:spChg chg="mod">
          <ac:chgData name="Dr. SU Dan" userId="S::dansu27@um.cityu.edu.hk::56269a78-41e2-4aed-99e0-1cef2758f085" providerId="AD" clId="Web-{FAC4023F-FAC9-E976-F764-41051FD893E4}" dt="2026-09-02T09:54:23.908" v="19" actId="20577"/>
          <ac:spMkLst>
            <pc:docMk/>
            <pc:sldMk cId="742841403" sldId="730"/>
            <ac:spMk id="2" creationId="{9A9B6FC6-1748-C6A6-22F3-873796D6CA97}"/>
          </ac:spMkLst>
        </pc:spChg>
        <pc:spChg chg="add del mod">
          <ac:chgData name="Dr. SU Dan" userId="S::dansu27@um.cityu.edu.hk::56269a78-41e2-4aed-99e0-1cef2758f085" providerId="AD" clId="Web-{FAC4023F-FAC9-E976-F764-41051FD893E4}" dt="2026-09-02T09:54:46.768" v="29" actId="20577"/>
          <ac:spMkLst>
            <pc:docMk/>
            <pc:sldMk cId="742841403" sldId="730"/>
            <ac:spMk id="3" creationId="{C5418FAE-D89E-2B33-96C7-24C5561C647C}"/>
          </ac:spMkLst>
        </pc:spChg>
        <pc:picChg chg="add del mod ord">
          <ac:chgData name="Dr. SU Dan" userId="S::dansu27@um.cityu.edu.hk::56269a78-41e2-4aed-99e0-1cef2758f085" providerId="AD" clId="Web-{FAC4023F-FAC9-E976-F764-41051FD893E4}" dt="2026-09-02T09:53:48.172" v="13"/>
          <ac:picMkLst>
            <pc:docMk/>
            <pc:sldMk cId="742841403" sldId="730"/>
            <ac:picMk id="5" creationId="{264DEDB3-2EC9-8625-98EE-529B3F66126B}"/>
          </ac:picMkLst>
        </pc:picChg>
        <pc:picChg chg="add del mod ord">
          <ac:chgData name="Dr. SU Dan" userId="S::dansu27@um.cityu.edu.hk::56269a78-41e2-4aed-99e0-1cef2758f085" providerId="AD" clId="Web-{FAC4023F-FAC9-E976-F764-41051FD893E4}" dt="2026-09-02T09:54:03.282" v="17"/>
          <ac:picMkLst>
            <pc:docMk/>
            <pc:sldMk cId="742841403" sldId="730"/>
            <ac:picMk id="6" creationId="{CB36928B-A261-1A98-C1B5-F86C5B82EDED}"/>
          </ac:picMkLst>
        </pc:picChg>
      </pc:sldChg>
      <pc:sldChg chg="addSp delSp modSp new">
        <pc:chgData name="Dr. SU Dan" userId="S::dansu27@um.cityu.edu.hk::56269a78-41e2-4aed-99e0-1cef2758f085" providerId="AD" clId="Web-{FAC4023F-FAC9-E976-F764-41051FD893E4}" dt="2026-09-02T09:56:38.162" v="46" actId="1076"/>
        <pc:sldMkLst>
          <pc:docMk/>
          <pc:sldMk cId="1108414622" sldId="731"/>
        </pc:sldMkLst>
        <pc:spChg chg="mod">
          <ac:chgData name="Dr. SU Dan" userId="S::dansu27@um.cityu.edu.hk::56269a78-41e2-4aed-99e0-1cef2758f085" providerId="AD" clId="Web-{FAC4023F-FAC9-E976-F764-41051FD893E4}" dt="2026-09-02T09:56:11.270" v="39" actId="20577"/>
          <ac:spMkLst>
            <pc:docMk/>
            <pc:sldMk cId="1108414622" sldId="731"/>
            <ac:spMk id="2" creationId="{8EBAFC69-8CD6-94E0-B233-E10A3CB24376}"/>
          </ac:spMkLst>
        </pc:spChg>
        <pc:spChg chg="del">
          <ac:chgData name="Dr. SU Dan" userId="S::dansu27@um.cityu.edu.hk::56269a78-41e2-4aed-99e0-1cef2758f085" providerId="AD" clId="Web-{FAC4023F-FAC9-E976-F764-41051FD893E4}" dt="2026-09-02T09:56:16.067" v="40"/>
          <ac:spMkLst>
            <pc:docMk/>
            <pc:sldMk cId="1108414622" sldId="731"/>
            <ac:spMk id="3" creationId="{1E2687B9-FCAF-8529-491F-4B80BE4C432F}"/>
          </ac:spMkLst>
        </pc:spChg>
        <pc:picChg chg="add mod">
          <ac:chgData name="Dr. SU Dan" userId="S::dansu27@um.cityu.edu.hk::56269a78-41e2-4aed-99e0-1cef2758f085" providerId="AD" clId="Web-{FAC4023F-FAC9-E976-F764-41051FD893E4}" dt="2026-09-02T09:56:38.162" v="46" actId="1076"/>
          <ac:picMkLst>
            <pc:docMk/>
            <pc:sldMk cId="1108414622" sldId="731"/>
            <ac:picMk id="5" creationId="{BC8CBBBA-322D-7A48-5FE1-553B53E1918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2290" tIns="46145" rIns="92290" bIns="46145" numCol="1" anchor="t" anchorCtr="0" compatLnSpc="1">
            <a:prstTxWarp prst="textNoShape">
              <a:avLst/>
            </a:prstTxWarp>
          </a:bodyPr>
          <a:lstStyle>
            <a:lvl1pPr defTabSz="922338">
              <a:defRPr kumimoji="0" sz="1200">
                <a:latin typeface="Times New Roman" pitchFamily="18" charset="0"/>
              </a:defRPr>
            </a:lvl1pPr>
          </a:lstStyle>
          <a:p>
            <a:pPr>
              <a:defRPr/>
            </a:pPr>
            <a:r>
              <a:rPr lang="en-US" altLang="zh-CN"/>
              <a:t>Dr. Wang Jun</a:t>
            </a:r>
          </a:p>
        </p:txBody>
      </p:sp>
      <p:sp>
        <p:nvSpPr>
          <p:cNvPr id="12291" name="Rectangle 3"/>
          <p:cNvSpPr>
            <a:spLocks noGrp="1" noChangeArrowheads="1"/>
          </p:cNvSpPr>
          <p:nvPr>
            <p:ph type="dt" sz="quarter" idx="1"/>
          </p:nvPr>
        </p:nvSpPr>
        <p:spPr bwMode="auto">
          <a:xfrm>
            <a:off x="3957638" y="0"/>
            <a:ext cx="3027362" cy="463550"/>
          </a:xfrm>
          <a:prstGeom prst="rect">
            <a:avLst/>
          </a:prstGeom>
          <a:noFill/>
          <a:ln w="9525">
            <a:noFill/>
            <a:miter lim="800000"/>
            <a:headEnd/>
            <a:tailEnd/>
          </a:ln>
        </p:spPr>
        <p:txBody>
          <a:bodyPr vert="horz" wrap="square" lIns="92290" tIns="46145" rIns="92290" bIns="46145" numCol="1" anchor="t" anchorCtr="0" compatLnSpc="1">
            <a:prstTxWarp prst="textNoShape">
              <a:avLst/>
            </a:prstTxWarp>
          </a:bodyPr>
          <a:lstStyle>
            <a:lvl1pPr algn="r" defTabSz="922338">
              <a:defRPr kumimoji="0" sz="1200">
                <a:latin typeface="Times New Roman" pitchFamily="18" charset="0"/>
              </a:defRPr>
            </a:lvl1pPr>
          </a:lstStyle>
          <a:p>
            <a:pPr>
              <a:defRPr/>
            </a:pPr>
            <a:endParaRPr lang="en-US" altLang="zh-CN"/>
          </a:p>
        </p:txBody>
      </p:sp>
      <p:sp>
        <p:nvSpPr>
          <p:cNvPr id="12292" name="Rectangle 4"/>
          <p:cNvSpPr>
            <a:spLocks noGrp="1" noChangeArrowheads="1"/>
          </p:cNvSpPr>
          <p:nvPr>
            <p:ph type="ftr" sz="quarter" idx="2"/>
          </p:nvPr>
        </p:nvSpPr>
        <p:spPr bwMode="auto">
          <a:xfrm>
            <a:off x="0" y="8820150"/>
            <a:ext cx="3027363" cy="463550"/>
          </a:xfrm>
          <a:prstGeom prst="rect">
            <a:avLst/>
          </a:prstGeom>
          <a:noFill/>
          <a:ln w="9525">
            <a:noFill/>
            <a:miter lim="800000"/>
            <a:headEnd/>
            <a:tailEnd/>
          </a:ln>
        </p:spPr>
        <p:txBody>
          <a:bodyPr vert="horz" wrap="square" lIns="92290" tIns="46145" rIns="92290" bIns="46145" numCol="1" anchor="b" anchorCtr="0" compatLnSpc="1">
            <a:prstTxWarp prst="textNoShape">
              <a:avLst/>
            </a:prstTxWarp>
          </a:bodyPr>
          <a:lstStyle>
            <a:lvl1pPr defTabSz="922338">
              <a:defRPr kumimoji="0" sz="1200">
                <a:latin typeface="Times New Roman" pitchFamily="18" charset="0"/>
              </a:defRPr>
            </a:lvl1pPr>
          </a:lstStyle>
          <a:p>
            <a:pPr>
              <a:defRPr/>
            </a:pPr>
            <a:r>
              <a:rPr lang="en-US" altLang="zh-CN"/>
              <a:t>Title goes here</a:t>
            </a:r>
          </a:p>
        </p:txBody>
      </p:sp>
      <p:sp>
        <p:nvSpPr>
          <p:cNvPr id="12293" name="Rectangle 5"/>
          <p:cNvSpPr>
            <a:spLocks noGrp="1" noChangeArrowheads="1"/>
          </p:cNvSpPr>
          <p:nvPr>
            <p:ph type="sldNum" sz="quarter" idx="3"/>
          </p:nvPr>
        </p:nvSpPr>
        <p:spPr bwMode="auto">
          <a:xfrm>
            <a:off x="3957638" y="8820150"/>
            <a:ext cx="3027362" cy="463550"/>
          </a:xfrm>
          <a:prstGeom prst="rect">
            <a:avLst/>
          </a:prstGeom>
          <a:noFill/>
          <a:ln w="9525">
            <a:noFill/>
            <a:miter lim="800000"/>
            <a:headEnd/>
            <a:tailEnd/>
          </a:ln>
        </p:spPr>
        <p:txBody>
          <a:bodyPr vert="horz" wrap="square" lIns="92290" tIns="46145" rIns="92290" bIns="46145" numCol="1" anchor="b" anchorCtr="0" compatLnSpc="1">
            <a:prstTxWarp prst="textNoShape">
              <a:avLst/>
            </a:prstTxWarp>
          </a:bodyPr>
          <a:lstStyle>
            <a:lvl1pPr algn="r" defTabSz="922338">
              <a:defRPr kumimoji="0" sz="1200">
                <a:latin typeface="Times New Roman" panose="02020603050405020304" pitchFamily="18" charset="0"/>
              </a:defRPr>
            </a:lvl1pPr>
          </a:lstStyle>
          <a:p>
            <a:pPr>
              <a:defRPr/>
            </a:pPr>
            <a:fld id="{2280B350-D92E-46AD-806F-D4C3F3D69458}" type="slidenum">
              <a:rPr lang="zh-CN" altLang="en-US"/>
              <a:pPr>
                <a:defRPr/>
              </a:pPr>
              <a:t>‹#›</a:t>
            </a:fld>
            <a:endParaRPr lang="en-US" altLang="zh-CN"/>
          </a:p>
        </p:txBody>
      </p:sp>
    </p:spTree>
    <p:extLst>
      <p:ext uri="{BB962C8B-B14F-4D97-AF65-F5344CB8AC3E}">
        <p14:creationId xmlns:p14="http://schemas.microsoft.com/office/powerpoint/2010/main" val="20286797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19227" tIns="0" rIns="19227" bIns="0" numCol="1" anchor="t" anchorCtr="0" compatLnSpc="1">
            <a:prstTxWarp prst="textNoShape">
              <a:avLst/>
            </a:prstTxWarp>
          </a:bodyPr>
          <a:lstStyle>
            <a:lvl1pPr defTabSz="922338">
              <a:defRPr sz="1000" i="1">
                <a:latin typeface="Arial" pitchFamily="34" charset="0"/>
              </a:defRPr>
            </a:lvl1pPr>
          </a:lstStyle>
          <a:p>
            <a:pPr>
              <a:defRPr/>
            </a:pPr>
            <a:r>
              <a:rPr lang="zh-CN" altLang="en-US"/>
              <a:t>*</a:t>
            </a:r>
            <a:endParaRPr lang="zh-CN" altLang="en-US" sz="1200"/>
          </a:p>
        </p:txBody>
      </p:sp>
      <p:sp>
        <p:nvSpPr>
          <p:cNvPr id="2051" name="Rectangle 3"/>
          <p:cNvSpPr>
            <a:spLocks noGrp="1" noChangeArrowheads="1"/>
          </p:cNvSpPr>
          <p:nvPr>
            <p:ph type="dt" idx="1"/>
          </p:nvPr>
        </p:nvSpPr>
        <p:spPr bwMode="auto">
          <a:xfrm>
            <a:off x="3957638" y="0"/>
            <a:ext cx="3027362" cy="463550"/>
          </a:xfrm>
          <a:prstGeom prst="rect">
            <a:avLst/>
          </a:prstGeom>
          <a:noFill/>
          <a:ln w="9525">
            <a:noFill/>
            <a:miter lim="800000"/>
            <a:headEnd/>
            <a:tailEnd/>
          </a:ln>
          <a:effectLst/>
        </p:spPr>
        <p:txBody>
          <a:bodyPr vert="horz" wrap="square" lIns="19227" tIns="0" rIns="19227" bIns="0" numCol="1" anchor="t" anchorCtr="0" compatLnSpc="1">
            <a:prstTxWarp prst="textNoShape">
              <a:avLst/>
            </a:prstTxWarp>
          </a:bodyPr>
          <a:lstStyle>
            <a:lvl1pPr algn="r" defTabSz="922338">
              <a:defRPr sz="1000" i="1">
                <a:latin typeface="Arial" pitchFamily="34" charset="0"/>
              </a:defRPr>
            </a:lvl1pPr>
          </a:lstStyle>
          <a:p>
            <a:pPr>
              <a:defRPr/>
            </a:pPr>
            <a:r>
              <a:rPr lang="en-US" altLang="zh-CN"/>
              <a:t>07/16/96</a:t>
            </a:r>
            <a:endParaRPr lang="en-US" altLang="zh-CN" sz="1200"/>
          </a:p>
        </p:txBody>
      </p:sp>
      <p:sp>
        <p:nvSpPr>
          <p:cNvPr id="16388" name="Rectangle 4"/>
          <p:cNvSpPr>
            <a:spLocks noGrp="1" noRot="1" noChangeAspect="1" noChangeArrowheads="1"/>
          </p:cNvSpPr>
          <p:nvPr>
            <p:ph type="sldImg" idx="2"/>
          </p:nvPr>
        </p:nvSpPr>
        <p:spPr bwMode="auto">
          <a:xfrm>
            <a:off x="1171575" y="696913"/>
            <a:ext cx="4641850" cy="348138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31863" y="4410075"/>
            <a:ext cx="5121275" cy="4176713"/>
          </a:xfrm>
          <a:prstGeom prst="rect">
            <a:avLst/>
          </a:prstGeom>
          <a:noFill/>
          <a:ln w="9525">
            <a:noFill/>
            <a:miter lim="800000"/>
            <a:headEnd/>
            <a:tailEnd/>
          </a:ln>
          <a:effectLst/>
        </p:spPr>
        <p:txBody>
          <a:bodyPr vert="horz" wrap="square" lIns="92931" tIns="46466" rIns="92931" bIns="46466" numCol="1" anchor="t" anchorCtr="0" compatLnSpc="1">
            <a:prstTxWarp prst="textNoShape">
              <a:avLst/>
            </a:prstTxWarp>
          </a:bodyPr>
          <a:lstStyle/>
          <a:p>
            <a:pPr lvl="0"/>
            <a:r>
              <a:rPr lang="en-US" altLang="zh-CN" noProof="0"/>
              <a:t>Click to edit Master text styles</a:t>
            </a:r>
          </a:p>
          <a:p>
            <a:pPr lvl="0"/>
            <a:r>
              <a:rPr lang="en-US" altLang="zh-CN" noProof="0"/>
              <a:t>Second level</a:t>
            </a:r>
          </a:p>
          <a:p>
            <a:pPr lvl="0"/>
            <a:r>
              <a:rPr lang="en-US" altLang="zh-CN" noProof="0"/>
              <a:t>Third level</a:t>
            </a:r>
          </a:p>
          <a:p>
            <a:pPr lvl="0"/>
            <a:r>
              <a:rPr lang="en-US" altLang="zh-CN" noProof="0"/>
              <a:t>Fourth level</a:t>
            </a:r>
          </a:p>
          <a:p>
            <a:pPr lvl="0"/>
            <a:r>
              <a:rPr lang="en-US" altLang="zh-CN" noProof="0"/>
              <a:t>Fifth level</a:t>
            </a:r>
          </a:p>
        </p:txBody>
      </p:sp>
      <p:sp>
        <p:nvSpPr>
          <p:cNvPr id="2054" name="Rectangle 6"/>
          <p:cNvSpPr>
            <a:spLocks noGrp="1" noChangeArrowheads="1"/>
          </p:cNvSpPr>
          <p:nvPr>
            <p:ph type="ftr" sz="quarter" idx="4"/>
          </p:nvPr>
        </p:nvSpPr>
        <p:spPr bwMode="auto">
          <a:xfrm>
            <a:off x="0" y="8820150"/>
            <a:ext cx="3027363" cy="463550"/>
          </a:xfrm>
          <a:prstGeom prst="rect">
            <a:avLst/>
          </a:prstGeom>
          <a:noFill/>
          <a:ln w="9525">
            <a:noFill/>
            <a:miter lim="800000"/>
            <a:headEnd/>
            <a:tailEnd/>
          </a:ln>
          <a:effectLst/>
        </p:spPr>
        <p:txBody>
          <a:bodyPr vert="horz" wrap="square" lIns="19227" tIns="0" rIns="19227" bIns="0" numCol="1" anchor="b" anchorCtr="0" compatLnSpc="1">
            <a:prstTxWarp prst="textNoShape">
              <a:avLst/>
            </a:prstTxWarp>
          </a:bodyPr>
          <a:lstStyle>
            <a:lvl1pPr defTabSz="922338">
              <a:defRPr sz="1000" i="1">
                <a:latin typeface="Arial" pitchFamily="34" charset="0"/>
              </a:defRPr>
            </a:lvl1pPr>
          </a:lstStyle>
          <a:p>
            <a:pPr>
              <a:defRPr/>
            </a:pPr>
            <a:r>
              <a:rPr lang="en-US" altLang="zh-CN"/>
              <a:t>*</a:t>
            </a:r>
            <a:endParaRPr lang="en-US" altLang="zh-CN" sz="1200"/>
          </a:p>
        </p:txBody>
      </p:sp>
      <p:sp>
        <p:nvSpPr>
          <p:cNvPr id="2055" name="Rectangle 7"/>
          <p:cNvSpPr>
            <a:spLocks noGrp="1" noChangeArrowheads="1"/>
          </p:cNvSpPr>
          <p:nvPr>
            <p:ph type="sldNum" sz="quarter" idx="5"/>
          </p:nvPr>
        </p:nvSpPr>
        <p:spPr bwMode="auto">
          <a:xfrm>
            <a:off x="3957638" y="8820150"/>
            <a:ext cx="3027362" cy="463550"/>
          </a:xfrm>
          <a:prstGeom prst="rect">
            <a:avLst/>
          </a:prstGeom>
          <a:noFill/>
          <a:ln w="9525">
            <a:noFill/>
            <a:miter lim="800000"/>
            <a:headEnd/>
            <a:tailEnd/>
          </a:ln>
          <a:effectLst/>
        </p:spPr>
        <p:txBody>
          <a:bodyPr vert="horz" wrap="square" lIns="19227" tIns="0" rIns="19227" bIns="0" numCol="1" anchor="b" anchorCtr="0" compatLnSpc="1">
            <a:prstTxWarp prst="textNoShape">
              <a:avLst/>
            </a:prstTxWarp>
          </a:bodyPr>
          <a:lstStyle>
            <a:lvl1pPr algn="r" defTabSz="922338">
              <a:defRPr sz="1000" i="1"/>
            </a:lvl1pPr>
          </a:lstStyle>
          <a:p>
            <a:pPr>
              <a:defRPr/>
            </a:pPr>
            <a:fld id="{1EE9E134-1AC8-4126-B31F-E7A5005876C1}" type="slidenum">
              <a:rPr lang="zh-CN" altLang="en-US"/>
              <a:pPr>
                <a:defRPr/>
              </a:pPr>
              <a:t>‹#›</a:t>
            </a:fld>
            <a:r>
              <a:rPr lang="en-US" altLang="zh-CN"/>
              <a:t>##</a:t>
            </a:r>
            <a:endParaRPr lang="en-US" altLang="zh-CN" sz="1200"/>
          </a:p>
        </p:txBody>
      </p:sp>
    </p:spTree>
    <p:extLst>
      <p:ext uri="{BB962C8B-B14F-4D97-AF65-F5344CB8AC3E}">
        <p14:creationId xmlns:p14="http://schemas.microsoft.com/office/powerpoint/2010/main" val="3526256773"/>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352.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36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36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94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94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9249474-4592-4C29-B55B-1A38BBC07348}" type="slidenum">
              <a:rPr lang="zh-CN" altLang="en-US" sz="1000" smtClean="0">
                <a:latin typeface="Arial" panose="020B0604020202020204" pitchFamily="34" charset="0"/>
              </a:rPr>
              <a:pPr>
                <a:spcBef>
                  <a:spcPct val="0"/>
                </a:spcBef>
              </a:pPr>
              <a:t>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9461" name="Rectangle 1026"/>
          <p:cNvSpPr>
            <a:spLocks noGrp="1" noRot="1" noChangeAspect="1" noChangeArrowheads="1" noTextEdit="1"/>
          </p:cNvSpPr>
          <p:nvPr>
            <p:ph type="sldImg"/>
          </p:nvPr>
        </p:nvSpPr>
        <p:spPr>
          <a:ln/>
        </p:spPr>
      </p:sp>
      <p:sp>
        <p:nvSpPr>
          <p:cNvPr id="1946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596732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66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66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BB02675-7F12-46DC-AC91-372304026BF6}" type="slidenum">
              <a:rPr lang="zh-CN" altLang="en-US" sz="1000" smtClean="0">
                <a:latin typeface="Arial" panose="020B0604020202020204" pitchFamily="34" charset="0"/>
              </a:rPr>
              <a:pPr>
                <a:spcBef>
                  <a:spcPct val="0"/>
                </a:spcBef>
              </a:pPr>
              <a:t>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539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86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86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8BFD60D-13F8-4DC9-BEE1-06D0A1296F60}" type="slidenum">
              <a:rPr lang="zh-CN" altLang="en-US" sz="1000" smtClean="0">
                <a:latin typeface="Arial" panose="020B0604020202020204" pitchFamily="34" charset="0"/>
              </a:rPr>
              <a:pPr>
                <a:spcBef>
                  <a:spcPct val="0"/>
                </a:spcBef>
              </a:pPr>
              <a:t>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3621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0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0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F85C719-35C0-4901-A2DC-A2A72237BCDF}" type="slidenum">
              <a:rPr lang="zh-CN" altLang="en-US" sz="1000" smtClean="0">
                <a:latin typeface="Arial" panose="020B0604020202020204" pitchFamily="34" charset="0"/>
              </a:rPr>
              <a:pPr>
                <a:spcBef>
                  <a:spcPct val="0"/>
                </a:spcBef>
              </a:pPr>
              <a:t>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890305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2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2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6189EB9-A5EA-4875-A491-66962D31C84F}" type="slidenum">
              <a:rPr lang="zh-CN" altLang="en-US" sz="1000" smtClean="0">
                <a:latin typeface="Arial" panose="020B0604020202020204" pitchFamily="34" charset="0"/>
              </a:rPr>
              <a:pPr>
                <a:spcBef>
                  <a:spcPct val="0"/>
                </a:spcBef>
              </a:pPr>
              <a:t>10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77834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48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48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2021179-3A1A-46F5-8FDF-E1E65EF4063E}" type="slidenum">
              <a:rPr lang="zh-CN" altLang="en-US" sz="1000" smtClean="0">
                <a:latin typeface="Arial" panose="020B0604020202020204" pitchFamily="34" charset="0"/>
              </a:rPr>
              <a:pPr>
                <a:spcBef>
                  <a:spcPct val="0"/>
                </a:spcBef>
              </a:pPr>
              <a:t>11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4821" name="Rectangle 7170"/>
          <p:cNvSpPr>
            <a:spLocks noGrp="1" noRot="1" noChangeAspect="1" noChangeArrowheads="1" noTextEdit="1"/>
          </p:cNvSpPr>
          <p:nvPr>
            <p:ph type="sldImg"/>
          </p:nvPr>
        </p:nvSpPr>
        <p:spPr>
          <a:ln/>
        </p:spPr>
      </p:sp>
      <p:sp>
        <p:nvSpPr>
          <p:cNvPr id="34822" name="Rectangle 7171"/>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112305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a:latin typeface="Arial" panose="020B0604020202020204" pitchFamily="34" charset="0"/>
            </a:endParaRPr>
          </a:p>
        </p:txBody>
      </p:sp>
      <p:sp>
        <p:nvSpPr>
          <p:cNvPr id="3686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a:latin typeface="Arial" panose="020B0604020202020204" pitchFamily="34" charset="0"/>
            </a:endParaRPr>
          </a:p>
        </p:txBody>
      </p:sp>
      <p:sp>
        <p:nvSpPr>
          <p:cNvPr id="36870"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AE037F8-07CA-429E-8A48-ABE27A95D4BA}" type="slidenum">
              <a:rPr lang="zh-CN" altLang="en-US" sz="1000" smtClean="0">
                <a:latin typeface="Arial" panose="020B0604020202020204" pitchFamily="34" charset="0"/>
              </a:rPr>
              <a:pPr>
                <a:spcBef>
                  <a:spcPct val="0"/>
                </a:spcBef>
              </a:pPr>
              <a:t>12</a:t>
            </a:fld>
            <a:r>
              <a:rPr lang="en-US" altLang="zh-CN" sz="1000">
                <a:latin typeface="Arial" panose="020B0604020202020204" pitchFamily="34" charset="0"/>
              </a:rPr>
              <a:t>##</a:t>
            </a:r>
            <a:endParaRPr lang="en-US" altLang="zh-CN">
              <a:latin typeface="Arial" panose="020B0604020202020204" pitchFamily="34" charset="0"/>
            </a:endParaRPr>
          </a:p>
        </p:txBody>
      </p:sp>
    </p:spTree>
    <p:extLst>
      <p:ext uri="{BB962C8B-B14F-4D97-AF65-F5344CB8AC3E}">
        <p14:creationId xmlns:p14="http://schemas.microsoft.com/office/powerpoint/2010/main" val="373818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a:latin typeface="Arial" panose="020B0604020202020204" pitchFamily="34" charset="0"/>
            </a:endParaRPr>
          </a:p>
        </p:txBody>
      </p:sp>
      <p:sp>
        <p:nvSpPr>
          <p:cNvPr id="3891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a:latin typeface="Arial" panose="020B0604020202020204" pitchFamily="34" charset="0"/>
            </a:endParaRPr>
          </a:p>
        </p:txBody>
      </p:sp>
      <p:sp>
        <p:nvSpPr>
          <p:cNvPr id="38918"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7B317EC-DF83-4784-9C64-63CA629227B9}" type="slidenum">
              <a:rPr lang="zh-CN" altLang="en-US" sz="1000" smtClean="0">
                <a:latin typeface="Arial" panose="020B0604020202020204" pitchFamily="34" charset="0"/>
              </a:rPr>
              <a:pPr>
                <a:spcBef>
                  <a:spcPct val="0"/>
                </a:spcBef>
              </a:pPr>
              <a:t>13</a:t>
            </a:fld>
            <a:r>
              <a:rPr lang="en-US" altLang="zh-CN" sz="1000">
                <a:latin typeface="Arial" panose="020B0604020202020204" pitchFamily="34" charset="0"/>
              </a:rPr>
              <a:t>##</a:t>
            </a:r>
            <a:endParaRPr lang="en-US" altLang="zh-CN">
              <a:latin typeface="Arial" panose="020B0604020202020204" pitchFamily="34" charset="0"/>
            </a:endParaRPr>
          </a:p>
        </p:txBody>
      </p:sp>
    </p:spTree>
    <p:extLst>
      <p:ext uri="{BB962C8B-B14F-4D97-AF65-F5344CB8AC3E}">
        <p14:creationId xmlns:p14="http://schemas.microsoft.com/office/powerpoint/2010/main" val="909616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a:latin typeface="Arial" panose="020B0604020202020204" pitchFamily="34" charset="0"/>
            </a:endParaRPr>
          </a:p>
        </p:txBody>
      </p:sp>
      <p:sp>
        <p:nvSpPr>
          <p:cNvPr id="4301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a:latin typeface="Arial" panose="020B0604020202020204" pitchFamily="34" charset="0"/>
            </a:endParaRPr>
          </a:p>
        </p:txBody>
      </p:sp>
      <p:sp>
        <p:nvSpPr>
          <p:cNvPr id="43014"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B4D3389-961B-429A-B527-6D959E451E7F}" type="slidenum">
              <a:rPr lang="zh-CN" altLang="en-US" sz="1000" smtClean="0">
                <a:latin typeface="Arial" panose="020B0604020202020204" pitchFamily="34" charset="0"/>
              </a:rPr>
              <a:pPr>
                <a:spcBef>
                  <a:spcPct val="0"/>
                </a:spcBef>
              </a:pPr>
              <a:t>18</a:t>
            </a:fld>
            <a:r>
              <a:rPr lang="en-US" altLang="zh-CN" sz="1000">
                <a:latin typeface="Arial" panose="020B0604020202020204" pitchFamily="34" charset="0"/>
              </a:rPr>
              <a:t>##</a:t>
            </a:r>
            <a:endParaRPr lang="en-US" altLang="zh-CN">
              <a:latin typeface="Arial" panose="020B0604020202020204" pitchFamily="34" charset="0"/>
            </a:endParaRPr>
          </a:p>
        </p:txBody>
      </p:sp>
    </p:spTree>
    <p:extLst>
      <p:ext uri="{BB962C8B-B14F-4D97-AF65-F5344CB8AC3E}">
        <p14:creationId xmlns:p14="http://schemas.microsoft.com/office/powerpoint/2010/main" val="4275438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E1195-29C0-818A-C2ED-C2E3471C29A8}"/>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610ED259-D9C0-6BE6-2B06-9F437FC0EC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51203" name="Rectangle 6">
            <a:extLst>
              <a:ext uri="{FF2B5EF4-FFF2-40B4-BE49-F238E27FC236}">
                <a16:creationId xmlns:a16="http://schemas.microsoft.com/office/drawing/2014/main" id="{FC71FB7E-1600-AAC8-B335-C9CC57C90EB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51204" name="Rectangle 7">
            <a:extLst>
              <a:ext uri="{FF2B5EF4-FFF2-40B4-BE49-F238E27FC236}">
                <a16:creationId xmlns:a16="http://schemas.microsoft.com/office/drawing/2014/main" id="{AD067C51-BE72-B28E-C67E-D12978915F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9B932D9-E4C6-4598-9CD9-9647550D8284}" type="slidenum">
              <a:rPr lang="zh-CN" altLang="en-US" sz="1000" smtClean="0">
                <a:latin typeface="Arial" panose="020B0604020202020204" pitchFamily="34" charset="0"/>
              </a:rPr>
              <a:pPr>
                <a:spcBef>
                  <a:spcPct val="0"/>
                </a:spcBef>
              </a:pPr>
              <a:t>26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51205" name="Rectangle 2">
            <a:extLst>
              <a:ext uri="{FF2B5EF4-FFF2-40B4-BE49-F238E27FC236}">
                <a16:creationId xmlns:a16="http://schemas.microsoft.com/office/drawing/2014/main" id="{4D2D4B24-4E5F-28EF-5C51-F30077FD70FF}"/>
              </a:ext>
            </a:extLst>
          </p:cNvPr>
          <p:cNvSpPr>
            <a:spLocks noGrp="1" noRot="1" noChangeAspect="1" noChangeArrowheads="1" noTextEdit="1"/>
          </p:cNvSpPr>
          <p:nvPr>
            <p:ph type="sldImg"/>
          </p:nvPr>
        </p:nvSpPr>
        <p:spPr>
          <a:ln/>
        </p:spPr>
      </p:sp>
      <p:sp>
        <p:nvSpPr>
          <p:cNvPr id="51206" name="Rectangle 3">
            <a:extLst>
              <a:ext uri="{FF2B5EF4-FFF2-40B4-BE49-F238E27FC236}">
                <a16:creationId xmlns:a16="http://schemas.microsoft.com/office/drawing/2014/main" id="{E4879D0E-5DAD-5429-52BE-6FB121F1A8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386528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552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553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808AE84-A946-4199-B9D7-BFB25C76BDA6}" type="slidenum">
              <a:rPr lang="zh-CN" altLang="en-US" sz="1000" smtClean="0">
                <a:latin typeface="Arial" panose="020B0604020202020204" pitchFamily="34" charset="0"/>
              </a:rPr>
              <a:pPr>
                <a:spcBef>
                  <a:spcPct val="0"/>
                </a:spcBef>
              </a:pPr>
              <a:t>29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55301" name="Rectangle 2"/>
          <p:cNvSpPr>
            <a:spLocks noGrp="1" noRot="1" noChangeAspect="1" noChangeArrowheads="1" noTextEdit="1"/>
          </p:cNvSpPr>
          <p:nvPr>
            <p:ph type="sldImg"/>
          </p:nvPr>
        </p:nvSpPr>
        <p:spPr>
          <a:ln/>
        </p:spPr>
      </p:sp>
      <p:sp>
        <p:nvSpPr>
          <p:cNvPr id="553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37442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573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573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01585AC-993A-467A-9484-0DCCAE89E11F}" type="slidenum">
              <a:rPr lang="zh-CN" altLang="en-US" sz="1000" smtClean="0">
                <a:latin typeface="Arial" panose="020B0604020202020204" pitchFamily="34" charset="0"/>
              </a:rPr>
              <a:pPr>
                <a:spcBef>
                  <a:spcPct val="0"/>
                </a:spcBef>
              </a:pPr>
              <a:t>30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57349" name="Rectangle 2"/>
          <p:cNvSpPr>
            <a:spLocks noGrp="1" noRot="1" noChangeAspect="1" noChangeArrowheads="1" noTextEdit="1"/>
          </p:cNvSpPr>
          <p:nvPr>
            <p:ph type="sldImg"/>
          </p:nvPr>
        </p:nvSpPr>
        <p:spPr>
          <a:ln/>
        </p:spPr>
      </p:sp>
      <p:sp>
        <p:nvSpPr>
          <p:cNvPr id="573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51419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593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593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340AB76-49F7-4FDE-8E88-1E6F7DC1180A}" type="slidenum">
              <a:rPr lang="zh-CN" altLang="en-US" sz="1000" smtClean="0">
                <a:latin typeface="Arial" panose="020B0604020202020204" pitchFamily="34" charset="0"/>
              </a:rPr>
              <a:pPr>
                <a:spcBef>
                  <a:spcPct val="0"/>
                </a:spcBef>
              </a:pPr>
              <a:t>31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59397"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860914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614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614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0FC3980-D100-409C-9F3C-45A25ACBF049}" type="slidenum">
              <a:rPr lang="zh-CN" altLang="en-US" sz="1000" smtClean="0">
                <a:latin typeface="Arial" panose="020B0604020202020204" pitchFamily="34" charset="0"/>
              </a:rPr>
              <a:pPr>
                <a:spcBef>
                  <a:spcPct val="0"/>
                </a:spcBef>
              </a:pPr>
              <a:t>32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61445" name="Rectangle 2"/>
          <p:cNvSpPr>
            <a:spLocks noGrp="1" noRot="1" noChangeAspect="1" noChangeArrowheads="1" noTextEdit="1"/>
          </p:cNvSpPr>
          <p:nvPr>
            <p:ph type="sldImg"/>
          </p:nvPr>
        </p:nvSpPr>
        <p:spPr>
          <a:ln/>
        </p:spPr>
      </p:sp>
      <p:sp>
        <p:nvSpPr>
          <p:cNvPr id="614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205700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634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634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65AE09F-6C6B-4009-8F35-9E1289157951}" type="slidenum">
              <a:rPr lang="zh-CN" altLang="en-US" sz="1000" smtClean="0">
                <a:latin typeface="Arial" panose="020B0604020202020204" pitchFamily="34" charset="0"/>
              </a:rPr>
              <a:pPr>
                <a:spcBef>
                  <a:spcPct val="0"/>
                </a:spcBef>
              </a:pPr>
              <a:t>33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63493" name="Rectangle 2"/>
          <p:cNvSpPr>
            <a:spLocks noGrp="1" noRot="1" noChangeAspect="1" noChangeArrowheads="1" noTextEdit="1"/>
          </p:cNvSpPr>
          <p:nvPr>
            <p:ph type="sldImg"/>
          </p:nvPr>
        </p:nvSpPr>
        <p:spPr>
          <a:ln/>
        </p:spPr>
      </p:sp>
      <p:sp>
        <p:nvSpPr>
          <p:cNvPr id="634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23015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655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655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85079B1-FDEC-4DAF-AE7A-5F5B63FCFC23}" type="slidenum">
              <a:rPr lang="zh-CN" altLang="en-US" sz="1000" smtClean="0">
                <a:latin typeface="Arial" panose="020B0604020202020204" pitchFamily="34" charset="0"/>
              </a:rPr>
              <a:pPr>
                <a:spcBef>
                  <a:spcPct val="0"/>
                </a:spcBef>
              </a:pPr>
              <a:t>34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65541" name="Rectangle 2"/>
          <p:cNvSpPr>
            <a:spLocks noGrp="1" noRot="1" noChangeAspect="1" noChangeArrowheads="1" noTextEdit="1"/>
          </p:cNvSpPr>
          <p:nvPr>
            <p:ph type="sldImg"/>
          </p:nvPr>
        </p:nvSpPr>
        <p:spPr>
          <a:ln/>
        </p:spPr>
      </p:sp>
      <p:sp>
        <p:nvSpPr>
          <p:cNvPr id="655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41586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675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675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72EF772-CEBE-4EC5-B4AA-EB72CFEE3A2E}" type="slidenum">
              <a:rPr lang="zh-CN" altLang="en-US" sz="1000" smtClean="0">
                <a:latin typeface="Arial" panose="020B0604020202020204" pitchFamily="34" charset="0"/>
              </a:rPr>
              <a:pPr>
                <a:spcBef>
                  <a:spcPct val="0"/>
                </a:spcBef>
              </a:pPr>
              <a:t>35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67589" name="Rectangle 2"/>
          <p:cNvSpPr>
            <a:spLocks noGrp="1" noRot="1" noChangeAspect="1" noChangeArrowheads="1" noTextEdit="1"/>
          </p:cNvSpPr>
          <p:nvPr>
            <p:ph type="sldImg"/>
          </p:nvPr>
        </p:nvSpPr>
        <p:spPr>
          <a:ln/>
        </p:spPr>
      </p:sp>
      <p:sp>
        <p:nvSpPr>
          <p:cNvPr id="675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36889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696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696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E34F5B1-03D8-469B-810F-B66808BB259B}" type="slidenum">
              <a:rPr lang="zh-CN" altLang="en-US" sz="1000" smtClean="0">
                <a:latin typeface="Arial" panose="020B0604020202020204" pitchFamily="34" charset="0"/>
              </a:rPr>
              <a:pPr>
                <a:spcBef>
                  <a:spcPct val="0"/>
                </a:spcBef>
              </a:pPr>
              <a:t>36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69637" name="Rectangle 2"/>
          <p:cNvSpPr>
            <a:spLocks noGrp="1" noRot="1" noChangeAspect="1" noChangeArrowheads="1" noTextEdit="1"/>
          </p:cNvSpPr>
          <p:nvPr>
            <p:ph type="sldImg"/>
          </p:nvPr>
        </p:nvSpPr>
        <p:spPr>
          <a:ln/>
        </p:spPr>
      </p:sp>
      <p:sp>
        <p:nvSpPr>
          <p:cNvPr id="696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72107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716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716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5ACC77B-43E8-49F8-893D-4C8EEA7414A0}" type="slidenum">
              <a:rPr lang="zh-CN" altLang="en-US" sz="1000" smtClean="0">
                <a:latin typeface="Arial" panose="020B0604020202020204" pitchFamily="34" charset="0"/>
              </a:rPr>
              <a:pPr>
                <a:spcBef>
                  <a:spcPct val="0"/>
                </a:spcBef>
              </a:pPr>
              <a:t>37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71685" name="Rectangle 2"/>
          <p:cNvSpPr>
            <a:spLocks noGrp="1" noRot="1" noChangeAspect="1" noChangeArrowheads="1" noTextEdit="1"/>
          </p:cNvSpPr>
          <p:nvPr>
            <p:ph type="sldImg"/>
          </p:nvPr>
        </p:nvSpPr>
        <p:spPr>
          <a:ln/>
        </p:spPr>
      </p:sp>
      <p:sp>
        <p:nvSpPr>
          <p:cNvPr id="716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75803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737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737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E465327-A1EE-442B-9FB4-0B59C21F7DC2}" type="slidenum">
              <a:rPr lang="zh-CN" altLang="en-US" sz="1000" smtClean="0">
                <a:latin typeface="Arial" panose="020B0604020202020204" pitchFamily="34" charset="0"/>
              </a:rPr>
              <a:pPr>
                <a:spcBef>
                  <a:spcPct val="0"/>
                </a:spcBef>
              </a:pPr>
              <a:t>38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73733" name="Rectangle 2"/>
          <p:cNvSpPr>
            <a:spLocks noGrp="1" noRot="1" noChangeAspect="1" noChangeArrowheads="1" noTextEdit="1"/>
          </p:cNvSpPr>
          <p:nvPr>
            <p:ph type="sldImg"/>
          </p:nvPr>
        </p:nvSpPr>
        <p:spPr>
          <a:ln/>
        </p:spPr>
      </p:sp>
      <p:sp>
        <p:nvSpPr>
          <p:cNvPr id="737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08256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757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757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6726E88-E50F-4D36-A512-A4BF0FBAF0BE}" type="slidenum">
              <a:rPr lang="zh-CN" altLang="en-US" sz="1000" smtClean="0">
                <a:latin typeface="Arial" panose="020B0604020202020204" pitchFamily="34" charset="0"/>
              </a:rPr>
              <a:pPr>
                <a:spcBef>
                  <a:spcPct val="0"/>
                </a:spcBef>
              </a:pPr>
              <a:t>39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75781" name="Rectangle 2"/>
          <p:cNvSpPr>
            <a:spLocks noGrp="1" noRot="1" noChangeAspect="1" noChangeArrowheads="1" noTextEdit="1"/>
          </p:cNvSpPr>
          <p:nvPr>
            <p:ph type="sldImg"/>
          </p:nvPr>
        </p:nvSpPr>
        <p:spPr>
          <a:ln/>
        </p:spPr>
      </p:sp>
      <p:sp>
        <p:nvSpPr>
          <p:cNvPr id="757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152640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778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778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EDEF6B1-67E1-4E40-B8E0-6F5114EF83FC}" type="slidenum">
              <a:rPr lang="zh-CN" altLang="en-US" sz="1000" smtClean="0">
                <a:latin typeface="Arial" panose="020B0604020202020204" pitchFamily="34" charset="0"/>
              </a:rPr>
              <a:pPr>
                <a:spcBef>
                  <a:spcPct val="0"/>
                </a:spcBef>
              </a:pPr>
              <a:t>40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77829" name="Rectangle 2"/>
          <p:cNvSpPr>
            <a:spLocks noGrp="1" noRot="1" noChangeAspect="1" noChangeArrowheads="1" noTextEdit="1"/>
          </p:cNvSpPr>
          <p:nvPr>
            <p:ph type="sldImg"/>
          </p:nvPr>
        </p:nvSpPr>
        <p:spPr>
          <a:ln/>
        </p:spPr>
      </p:sp>
      <p:sp>
        <p:nvSpPr>
          <p:cNvPr id="778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96947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798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798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90BDB7A-DDC1-4F11-BBEE-09F3591C47CF}" type="slidenum">
              <a:rPr lang="zh-CN" altLang="en-US" sz="1000" smtClean="0">
                <a:latin typeface="Arial" panose="020B0604020202020204" pitchFamily="34" charset="0"/>
              </a:rPr>
              <a:pPr>
                <a:spcBef>
                  <a:spcPct val="0"/>
                </a:spcBef>
              </a:pPr>
              <a:t>41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79877" name="Rectangle 2"/>
          <p:cNvSpPr>
            <a:spLocks noGrp="1" noRot="1" noChangeAspect="1" noChangeArrowheads="1" noTextEdit="1"/>
          </p:cNvSpPr>
          <p:nvPr>
            <p:ph type="sldImg"/>
          </p:nvPr>
        </p:nvSpPr>
        <p:spPr>
          <a:ln/>
        </p:spPr>
      </p:sp>
      <p:sp>
        <p:nvSpPr>
          <p:cNvPr id="798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1518127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819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819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6D96B24-040F-484E-9864-F256D7DC2B03}" type="slidenum">
              <a:rPr lang="zh-CN" altLang="en-US" sz="1000" smtClean="0">
                <a:latin typeface="Arial" panose="020B0604020202020204" pitchFamily="34" charset="0"/>
              </a:rPr>
              <a:pPr>
                <a:spcBef>
                  <a:spcPct val="0"/>
                </a:spcBef>
              </a:pPr>
              <a:t>42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81925" name="Rectangle 2"/>
          <p:cNvSpPr>
            <a:spLocks noGrp="1" noRot="1" noChangeAspect="1" noChangeArrowheads="1" noTextEdit="1"/>
          </p:cNvSpPr>
          <p:nvPr>
            <p:ph type="sldImg"/>
          </p:nvPr>
        </p:nvSpPr>
        <p:spPr>
          <a:ln/>
        </p:spPr>
      </p:sp>
      <p:sp>
        <p:nvSpPr>
          <p:cNvPr id="819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53835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839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839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A0B32B4-EBEA-414F-8711-5B3EEC5A17BC}" type="slidenum">
              <a:rPr lang="zh-CN" altLang="en-US" sz="1000" smtClean="0">
                <a:latin typeface="Arial" panose="020B0604020202020204" pitchFamily="34" charset="0"/>
              </a:rPr>
              <a:pPr>
                <a:spcBef>
                  <a:spcPct val="0"/>
                </a:spcBef>
              </a:pPr>
              <a:t>43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83973" name="Rectangle 2"/>
          <p:cNvSpPr>
            <a:spLocks noGrp="1" noRot="1" noChangeAspect="1" noChangeArrowheads="1" noTextEdit="1"/>
          </p:cNvSpPr>
          <p:nvPr>
            <p:ph type="sldImg"/>
          </p:nvPr>
        </p:nvSpPr>
        <p:spPr>
          <a:ln/>
        </p:spPr>
      </p:sp>
      <p:sp>
        <p:nvSpPr>
          <p:cNvPr id="839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14475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860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860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90AB5F6-5BA1-4DFF-A544-7EFD1C3D38EB}" type="slidenum">
              <a:rPr lang="zh-CN" altLang="en-US" sz="1000" smtClean="0">
                <a:latin typeface="Arial" panose="020B0604020202020204" pitchFamily="34" charset="0"/>
              </a:rPr>
              <a:pPr>
                <a:spcBef>
                  <a:spcPct val="0"/>
                </a:spcBef>
              </a:pPr>
              <a:t>44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86021" name="Rectangle 2"/>
          <p:cNvSpPr>
            <a:spLocks noGrp="1" noRot="1" noChangeAspect="1" noChangeArrowheads="1" noTextEdit="1"/>
          </p:cNvSpPr>
          <p:nvPr>
            <p:ph type="sldImg"/>
          </p:nvPr>
        </p:nvSpPr>
        <p:spPr>
          <a:ln/>
        </p:spPr>
      </p:sp>
      <p:sp>
        <p:nvSpPr>
          <p:cNvPr id="860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2157648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880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880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C24D690-EC5C-407A-A0FC-BEA891A8A848}" type="slidenum">
              <a:rPr lang="zh-CN" altLang="en-US" sz="1000" smtClean="0">
                <a:latin typeface="Arial" panose="020B0604020202020204" pitchFamily="34" charset="0"/>
              </a:rPr>
              <a:pPr>
                <a:spcBef>
                  <a:spcPct val="0"/>
                </a:spcBef>
              </a:pPr>
              <a:t>45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88069" name="Rectangle 2"/>
          <p:cNvSpPr>
            <a:spLocks noGrp="1" noRot="1" noChangeAspect="1" noChangeArrowheads="1" noTextEdit="1"/>
          </p:cNvSpPr>
          <p:nvPr>
            <p:ph type="sldImg"/>
          </p:nvPr>
        </p:nvSpPr>
        <p:spPr>
          <a:ln/>
        </p:spPr>
      </p:sp>
      <p:sp>
        <p:nvSpPr>
          <p:cNvPr id="880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308468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901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901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CE188CF-3DFF-45BF-988D-40250AAE81A0}" type="slidenum">
              <a:rPr lang="zh-CN" altLang="en-US" sz="1000" smtClean="0">
                <a:latin typeface="Arial" panose="020B0604020202020204" pitchFamily="34" charset="0"/>
              </a:rPr>
              <a:pPr>
                <a:spcBef>
                  <a:spcPct val="0"/>
                </a:spcBef>
              </a:pPr>
              <a:t>46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90117" name="Rectangle 2"/>
          <p:cNvSpPr>
            <a:spLocks noGrp="1" noRot="1" noChangeAspect="1" noChangeArrowheads="1" noTextEdit="1"/>
          </p:cNvSpPr>
          <p:nvPr>
            <p:ph type="sldImg"/>
          </p:nvPr>
        </p:nvSpPr>
        <p:spPr>
          <a:ln/>
        </p:spPr>
      </p:sp>
      <p:sp>
        <p:nvSpPr>
          <p:cNvPr id="901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9287002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9216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921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5B09B9E-8055-4F24-BBCE-C490346969BB}" type="slidenum">
              <a:rPr lang="zh-CN" altLang="en-US" sz="1000" smtClean="0">
                <a:latin typeface="Arial" panose="020B0604020202020204" pitchFamily="34" charset="0"/>
              </a:rPr>
              <a:pPr>
                <a:spcBef>
                  <a:spcPct val="0"/>
                </a:spcBef>
              </a:pPr>
              <a:t>47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92165" name="Rectangle 2"/>
          <p:cNvSpPr>
            <a:spLocks noGrp="1" noRot="1" noChangeAspect="1" noChangeArrowheads="1" noTextEdit="1"/>
          </p:cNvSpPr>
          <p:nvPr>
            <p:ph type="sldImg"/>
          </p:nvPr>
        </p:nvSpPr>
        <p:spPr>
          <a:ln/>
        </p:spPr>
      </p:sp>
      <p:sp>
        <p:nvSpPr>
          <p:cNvPr id="921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649742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942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942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1B7CC05-AF5E-43BA-9CB6-2E642513BAB9}" type="slidenum">
              <a:rPr lang="zh-CN" altLang="en-US" sz="1000" smtClean="0">
                <a:latin typeface="Arial" panose="020B0604020202020204" pitchFamily="34" charset="0"/>
              </a:rPr>
              <a:pPr>
                <a:spcBef>
                  <a:spcPct val="0"/>
                </a:spcBef>
              </a:pPr>
              <a:t>48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94213" name="Rectangle 2"/>
          <p:cNvSpPr>
            <a:spLocks noGrp="1" noRot="1" noChangeAspect="1" noChangeArrowheads="1" noTextEdit="1"/>
          </p:cNvSpPr>
          <p:nvPr>
            <p:ph type="sldImg"/>
          </p:nvPr>
        </p:nvSpPr>
        <p:spPr>
          <a:ln/>
        </p:spPr>
      </p:sp>
      <p:sp>
        <p:nvSpPr>
          <p:cNvPr id="942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914704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962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962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F22F2DB-FF83-4A5E-8F49-45D983B1EA40}" type="slidenum">
              <a:rPr lang="zh-CN" altLang="en-US" sz="1000" smtClean="0">
                <a:latin typeface="Arial" panose="020B0604020202020204" pitchFamily="34" charset="0"/>
              </a:rPr>
              <a:pPr>
                <a:spcBef>
                  <a:spcPct val="0"/>
                </a:spcBef>
              </a:pPr>
              <a:t>49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96261" name="Rectangle 2"/>
          <p:cNvSpPr>
            <a:spLocks noGrp="1" noRot="1" noChangeAspect="1" noChangeArrowheads="1" noTextEdit="1"/>
          </p:cNvSpPr>
          <p:nvPr>
            <p:ph type="sldImg"/>
          </p:nvPr>
        </p:nvSpPr>
        <p:spPr>
          <a:ln/>
        </p:spPr>
      </p:sp>
      <p:sp>
        <p:nvSpPr>
          <p:cNvPr id="962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2527671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983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983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CEA6FEA-2F73-4AC1-B572-018C9E1745F4}" type="slidenum">
              <a:rPr lang="zh-CN" altLang="en-US" sz="1000" smtClean="0">
                <a:latin typeface="Arial" panose="020B0604020202020204" pitchFamily="34" charset="0"/>
              </a:rPr>
              <a:pPr>
                <a:spcBef>
                  <a:spcPct val="0"/>
                </a:spcBef>
              </a:pPr>
              <a:t>50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98309" name="Rectangle 2"/>
          <p:cNvSpPr>
            <a:spLocks noGrp="1" noRot="1" noChangeAspect="1" noChangeArrowheads="1" noTextEdit="1"/>
          </p:cNvSpPr>
          <p:nvPr>
            <p:ph type="sldImg"/>
          </p:nvPr>
        </p:nvSpPr>
        <p:spPr>
          <a:ln/>
        </p:spPr>
      </p:sp>
      <p:sp>
        <p:nvSpPr>
          <p:cNvPr id="983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95802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页眉占位符 3"/>
          <p:cNvSpPr>
            <a:spLocks noGrp="1"/>
          </p:cNvSpPr>
          <p:nvPr>
            <p:ph type="hdr" sz="quarter"/>
          </p:nvPr>
        </p:nvSpPr>
        <p:spPr/>
        <p:txBody>
          <a:bodyPr/>
          <a:lstStyle/>
          <a:p>
            <a:pPr>
              <a:defRPr/>
            </a:pPr>
            <a:r>
              <a:rPr lang="zh-CN" altLang="en-US"/>
              <a:t>*</a:t>
            </a:r>
            <a:endParaRPr lang="zh-CN" altLang="en-US" sz="1200"/>
          </a:p>
        </p:txBody>
      </p:sp>
      <p:sp>
        <p:nvSpPr>
          <p:cNvPr id="5" name="页脚占位符 4"/>
          <p:cNvSpPr>
            <a:spLocks noGrp="1"/>
          </p:cNvSpPr>
          <p:nvPr>
            <p:ph type="ftr" sz="quarter" idx="4"/>
          </p:nvPr>
        </p:nvSpPr>
        <p:spPr/>
        <p:txBody>
          <a:bodyPr/>
          <a:lstStyle/>
          <a:p>
            <a:pPr>
              <a:defRPr/>
            </a:pPr>
            <a:r>
              <a:rPr lang="en-US" altLang="zh-CN"/>
              <a:t>*</a:t>
            </a:r>
            <a:endParaRPr lang="en-US" altLang="zh-CN" sz="1200"/>
          </a:p>
        </p:txBody>
      </p:sp>
      <p:sp>
        <p:nvSpPr>
          <p:cNvPr id="6" name="灯片编号占位符 5"/>
          <p:cNvSpPr>
            <a:spLocks noGrp="1"/>
          </p:cNvSpPr>
          <p:nvPr>
            <p:ph type="sldNum" sz="quarter" idx="5"/>
          </p:nvPr>
        </p:nvSpPr>
        <p:spPr/>
        <p:txBody>
          <a:bodyPr/>
          <a:lstStyle/>
          <a:p>
            <a:pPr>
              <a:defRPr/>
            </a:pPr>
            <a:fld id="{1EE9E134-1AC8-4126-B31F-E7A5005876C1}" type="slidenum">
              <a:rPr lang="zh-CN" altLang="en-US" smtClean="0"/>
              <a:pPr>
                <a:defRPr/>
              </a:pPr>
              <a:t>51</a:t>
            </a:fld>
            <a:r>
              <a:rPr lang="en-US" altLang="zh-CN"/>
              <a:t>##</a:t>
            </a:r>
            <a:endParaRPr lang="en-US" altLang="zh-CN" sz="1200"/>
          </a:p>
        </p:txBody>
      </p:sp>
    </p:spTree>
    <p:extLst>
      <p:ext uri="{BB962C8B-B14F-4D97-AF65-F5344CB8AC3E}">
        <p14:creationId xmlns:p14="http://schemas.microsoft.com/office/powerpoint/2010/main" val="39799482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013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013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8957590-4954-45DF-87D2-F225AB0FBA65}" type="slidenum">
              <a:rPr lang="zh-CN" altLang="en-US" sz="1000" smtClean="0">
                <a:latin typeface="Arial" panose="020B0604020202020204" pitchFamily="34" charset="0"/>
              </a:rPr>
              <a:pPr>
                <a:spcBef>
                  <a:spcPct val="0"/>
                </a:spcBef>
              </a:pPr>
              <a:t>52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01381" name="Rectangle 2"/>
          <p:cNvSpPr>
            <a:spLocks noGrp="1" noRot="1" noChangeAspect="1" noChangeArrowheads="1" noTextEdit="1"/>
          </p:cNvSpPr>
          <p:nvPr>
            <p:ph type="sldImg"/>
          </p:nvPr>
        </p:nvSpPr>
        <p:spPr>
          <a:ln/>
        </p:spPr>
      </p:sp>
      <p:sp>
        <p:nvSpPr>
          <p:cNvPr id="1013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829208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085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085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9282A3F-92F8-4FBE-A26F-B4C2DE98A692}" type="slidenum">
              <a:rPr lang="zh-CN" altLang="en-US" sz="1000" smtClean="0">
                <a:latin typeface="Arial" panose="020B0604020202020204" pitchFamily="34" charset="0"/>
              </a:rPr>
              <a:pPr>
                <a:spcBef>
                  <a:spcPct val="0"/>
                </a:spcBef>
              </a:pPr>
              <a:t>60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08549" name="Rectangle 2"/>
          <p:cNvSpPr>
            <a:spLocks noGrp="1" noRot="1" noChangeAspect="1" noChangeArrowheads="1" noTextEdit="1"/>
          </p:cNvSpPr>
          <p:nvPr>
            <p:ph type="sldImg"/>
          </p:nvPr>
        </p:nvSpPr>
        <p:spPr>
          <a:ln/>
        </p:spPr>
      </p:sp>
      <p:sp>
        <p:nvSpPr>
          <p:cNvPr id="1085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2992338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126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126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4BE51F9-0F05-4902-B09C-46DE9B7F0523}" type="slidenum">
              <a:rPr lang="zh-CN" altLang="en-US" sz="1000" smtClean="0">
                <a:latin typeface="Arial" panose="020B0604020202020204" pitchFamily="34" charset="0"/>
              </a:rPr>
              <a:pPr>
                <a:spcBef>
                  <a:spcPct val="0"/>
                </a:spcBef>
              </a:pPr>
              <a:t>63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12645" name="Rectangle 2"/>
          <p:cNvSpPr>
            <a:spLocks noGrp="1" noRot="1" noChangeAspect="1" noChangeArrowheads="1" noTextEdit="1"/>
          </p:cNvSpPr>
          <p:nvPr>
            <p:ph type="sldImg"/>
          </p:nvPr>
        </p:nvSpPr>
        <p:spPr>
          <a:ln/>
        </p:spPr>
      </p:sp>
      <p:sp>
        <p:nvSpPr>
          <p:cNvPr id="1126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88617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146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146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11606B3-9682-4C06-98DB-1E4266B40779}" type="slidenum">
              <a:rPr lang="zh-CN" altLang="en-US" sz="1000" smtClean="0">
                <a:latin typeface="Arial" panose="020B0604020202020204" pitchFamily="34" charset="0"/>
              </a:rPr>
              <a:pPr>
                <a:spcBef>
                  <a:spcPct val="0"/>
                </a:spcBef>
              </a:pPr>
              <a:t>64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14693" name="Rectangle 2"/>
          <p:cNvSpPr>
            <a:spLocks noGrp="1" noRot="1" noChangeAspect="1" noChangeArrowheads="1" noTextEdit="1"/>
          </p:cNvSpPr>
          <p:nvPr>
            <p:ph type="sldImg"/>
          </p:nvPr>
        </p:nvSpPr>
        <p:spPr>
          <a:ln/>
        </p:spPr>
      </p:sp>
      <p:sp>
        <p:nvSpPr>
          <p:cNvPr id="1146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6305667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167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167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3AEEA51-6B2C-4DEC-8063-750B7AD74195}" type="slidenum">
              <a:rPr lang="zh-CN" altLang="en-US" sz="1000" smtClean="0">
                <a:latin typeface="Arial" panose="020B0604020202020204" pitchFamily="34" charset="0"/>
              </a:rPr>
              <a:pPr>
                <a:spcBef>
                  <a:spcPct val="0"/>
                </a:spcBef>
              </a:pPr>
              <a:t>65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16741" name="Rectangle 2"/>
          <p:cNvSpPr>
            <a:spLocks noGrp="1" noRot="1" noChangeAspect="1" noChangeArrowheads="1" noTextEdit="1"/>
          </p:cNvSpPr>
          <p:nvPr>
            <p:ph type="sldImg"/>
          </p:nvPr>
        </p:nvSpPr>
        <p:spPr>
          <a:ln/>
        </p:spPr>
      </p:sp>
      <p:sp>
        <p:nvSpPr>
          <p:cNvPr id="1167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886974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208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208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8609C68-C954-4A32-AE20-2CA967604093}" type="slidenum">
              <a:rPr lang="zh-CN" altLang="en-US" sz="1000" smtClean="0">
                <a:latin typeface="Arial" panose="020B0604020202020204" pitchFamily="34" charset="0"/>
              </a:rPr>
              <a:pPr>
                <a:spcBef>
                  <a:spcPct val="0"/>
                </a:spcBef>
              </a:pPr>
              <a:t>68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20837" name="Rectangle 2"/>
          <p:cNvSpPr>
            <a:spLocks noGrp="1" noRot="1" noChangeAspect="1" noChangeArrowheads="1" noTextEdit="1"/>
          </p:cNvSpPr>
          <p:nvPr>
            <p:ph type="sldImg"/>
          </p:nvPr>
        </p:nvSpPr>
        <p:spPr>
          <a:ln/>
        </p:spPr>
      </p:sp>
      <p:sp>
        <p:nvSpPr>
          <p:cNvPr id="1208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25105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228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228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5B2CFF3-ECF9-496E-8D04-6610DE36E769}" type="slidenum">
              <a:rPr lang="zh-CN" altLang="en-US" sz="1000" smtClean="0">
                <a:latin typeface="Arial" panose="020B0604020202020204" pitchFamily="34" charset="0"/>
              </a:rPr>
              <a:pPr>
                <a:spcBef>
                  <a:spcPct val="0"/>
                </a:spcBef>
              </a:pPr>
              <a:t>69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22885" name="Rectangle 2"/>
          <p:cNvSpPr>
            <a:spLocks noGrp="1" noRot="1" noChangeAspect="1" noChangeArrowheads="1" noTextEdit="1"/>
          </p:cNvSpPr>
          <p:nvPr>
            <p:ph type="sldImg"/>
          </p:nvPr>
        </p:nvSpPr>
        <p:spPr>
          <a:ln/>
        </p:spPr>
      </p:sp>
      <p:sp>
        <p:nvSpPr>
          <p:cNvPr id="1228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7697044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249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249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FBABC77-A546-4942-8FE8-E5702D2C7A42}" type="slidenum">
              <a:rPr lang="zh-CN" altLang="en-US" sz="1000" smtClean="0">
                <a:latin typeface="Arial" panose="020B0604020202020204" pitchFamily="34" charset="0"/>
              </a:rPr>
              <a:pPr>
                <a:spcBef>
                  <a:spcPct val="0"/>
                </a:spcBef>
              </a:pPr>
              <a:t>70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24933" name="Rectangle 2"/>
          <p:cNvSpPr>
            <a:spLocks noGrp="1" noRot="1" noChangeAspect="1" noChangeArrowheads="1" noTextEdit="1"/>
          </p:cNvSpPr>
          <p:nvPr>
            <p:ph type="sldImg"/>
          </p:nvPr>
        </p:nvSpPr>
        <p:spPr>
          <a:ln/>
        </p:spPr>
      </p:sp>
      <p:sp>
        <p:nvSpPr>
          <p:cNvPr id="1249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165682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269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269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8DF44B5-AFCF-4DA3-ACEB-5CB381A2DAA5}" type="slidenum">
              <a:rPr lang="zh-CN" altLang="en-US" sz="1000" smtClean="0">
                <a:latin typeface="Arial" panose="020B0604020202020204" pitchFamily="34" charset="0"/>
              </a:rPr>
              <a:pPr>
                <a:spcBef>
                  <a:spcPct val="0"/>
                </a:spcBef>
              </a:pPr>
              <a:t>71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26981" name="Rectangle 2"/>
          <p:cNvSpPr>
            <a:spLocks noGrp="1" noRot="1" noChangeAspect="1" noChangeArrowheads="1" noTextEdit="1"/>
          </p:cNvSpPr>
          <p:nvPr>
            <p:ph type="sldImg"/>
          </p:nvPr>
        </p:nvSpPr>
        <p:spPr>
          <a:ln/>
        </p:spPr>
      </p:sp>
      <p:sp>
        <p:nvSpPr>
          <p:cNvPr id="1269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9356124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341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341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4501CC5-7C31-455C-8EEC-CF578D10862A}" type="slidenum">
              <a:rPr lang="zh-CN" altLang="en-US" sz="1000" smtClean="0">
                <a:latin typeface="Arial" panose="020B0604020202020204" pitchFamily="34" charset="0"/>
              </a:rPr>
              <a:pPr>
                <a:spcBef>
                  <a:spcPct val="0"/>
                </a:spcBef>
              </a:pPr>
              <a:t>78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34149" name="Rectangle 2"/>
          <p:cNvSpPr>
            <a:spLocks noGrp="1" noRot="1" noChangeAspect="1" noChangeArrowheads="1" noTextEdit="1"/>
          </p:cNvSpPr>
          <p:nvPr>
            <p:ph type="sldImg"/>
          </p:nvPr>
        </p:nvSpPr>
        <p:spPr>
          <a:ln/>
        </p:spPr>
      </p:sp>
      <p:sp>
        <p:nvSpPr>
          <p:cNvPr id="134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0810752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454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454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D1DA53D-D706-49BC-B96A-32C1352282BE}" type="slidenum">
              <a:rPr lang="zh-CN" altLang="en-US" sz="1000" smtClean="0">
                <a:latin typeface="Arial" panose="020B0604020202020204" pitchFamily="34" charset="0"/>
              </a:rPr>
              <a:pPr>
                <a:spcBef>
                  <a:spcPct val="0"/>
                </a:spcBef>
              </a:pPr>
              <a:t>97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45413" name="Rectangle 2"/>
          <p:cNvSpPr>
            <a:spLocks noGrp="1" noRot="1" noChangeAspect="1" noChangeArrowheads="1" noTextEdit="1"/>
          </p:cNvSpPr>
          <p:nvPr>
            <p:ph type="sldImg"/>
          </p:nvPr>
        </p:nvSpPr>
        <p:spPr>
          <a:ln/>
        </p:spPr>
      </p:sp>
      <p:sp>
        <p:nvSpPr>
          <p:cNvPr id="1454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654133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474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474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7CB7C89-69CA-4565-8D04-D659B41F0D2A}" type="slidenum">
              <a:rPr lang="zh-CN" altLang="en-US" sz="1000" smtClean="0">
                <a:latin typeface="Arial" panose="020B0604020202020204" pitchFamily="34" charset="0"/>
              </a:rPr>
              <a:pPr>
                <a:spcBef>
                  <a:spcPct val="0"/>
                </a:spcBef>
              </a:pPr>
              <a:t>98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47461" name="Rectangle 2"/>
          <p:cNvSpPr>
            <a:spLocks noGrp="1" noRot="1" noChangeAspect="1" noChangeArrowheads="1" noTextEdit="1"/>
          </p:cNvSpPr>
          <p:nvPr>
            <p:ph type="sldImg"/>
          </p:nvPr>
        </p:nvSpPr>
        <p:spPr>
          <a:ln/>
        </p:spPr>
      </p:sp>
      <p:sp>
        <p:nvSpPr>
          <p:cNvPr id="1474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887942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505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505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D9C9ADF-E951-46A9-AC33-7CA8D9432845}" type="slidenum">
              <a:rPr lang="zh-CN" altLang="en-US" sz="1000" smtClean="0">
                <a:latin typeface="Arial" panose="020B0604020202020204" pitchFamily="34" charset="0"/>
              </a:rPr>
              <a:pPr>
                <a:spcBef>
                  <a:spcPct val="0"/>
                </a:spcBef>
              </a:pPr>
              <a:t>100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50533" name="Rectangle 2"/>
          <p:cNvSpPr>
            <a:spLocks noGrp="1" noRot="1" noChangeAspect="1" noChangeArrowheads="1" noTextEdit="1"/>
          </p:cNvSpPr>
          <p:nvPr>
            <p:ph type="sldImg"/>
          </p:nvPr>
        </p:nvSpPr>
        <p:spPr>
          <a:ln/>
        </p:spPr>
      </p:sp>
      <p:sp>
        <p:nvSpPr>
          <p:cNvPr id="150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6750974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525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525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D5AD236-A904-4B85-BCD8-7CF0F3EA0D8A}" type="slidenum">
              <a:rPr lang="zh-CN" altLang="en-US" sz="1000" smtClean="0">
                <a:latin typeface="Arial" panose="020B0604020202020204" pitchFamily="34" charset="0"/>
              </a:rPr>
              <a:pPr>
                <a:spcBef>
                  <a:spcPct val="0"/>
                </a:spcBef>
              </a:pPr>
              <a:t>101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52581" name="Rectangle 2"/>
          <p:cNvSpPr>
            <a:spLocks noGrp="1" noRot="1" noChangeAspect="1" noChangeArrowheads="1" noTextEdit="1"/>
          </p:cNvSpPr>
          <p:nvPr>
            <p:ph type="sldImg"/>
          </p:nvPr>
        </p:nvSpPr>
        <p:spPr>
          <a:ln/>
        </p:spPr>
      </p:sp>
      <p:sp>
        <p:nvSpPr>
          <p:cNvPr id="1525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5951196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546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546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44F2C56-F523-4632-8E47-1113067F9493}" type="slidenum">
              <a:rPr lang="zh-CN" altLang="en-US" sz="1000" smtClean="0">
                <a:latin typeface="Arial" panose="020B0604020202020204" pitchFamily="34" charset="0"/>
              </a:rPr>
              <a:pPr>
                <a:spcBef>
                  <a:spcPct val="0"/>
                </a:spcBef>
              </a:pPr>
              <a:t>102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54629" name="Rectangle 2"/>
          <p:cNvSpPr>
            <a:spLocks noGrp="1" noRot="1" noChangeAspect="1" noChangeArrowheads="1" noTextEdit="1"/>
          </p:cNvSpPr>
          <p:nvPr>
            <p:ph type="sldImg"/>
          </p:nvPr>
        </p:nvSpPr>
        <p:spPr>
          <a:ln/>
        </p:spPr>
      </p:sp>
      <p:sp>
        <p:nvSpPr>
          <p:cNvPr id="154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72094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566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566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A683869-F012-4413-A3BA-79CC1912BA15}" type="slidenum">
              <a:rPr lang="zh-CN" altLang="en-US" sz="1000" smtClean="0">
                <a:latin typeface="Arial" panose="020B0604020202020204" pitchFamily="34" charset="0"/>
              </a:rPr>
              <a:pPr>
                <a:spcBef>
                  <a:spcPct val="0"/>
                </a:spcBef>
              </a:pPr>
              <a:t>103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56677" name="Rectangle 2"/>
          <p:cNvSpPr>
            <a:spLocks noGrp="1" noRot="1" noChangeAspect="1" noChangeArrowheads="1" noTextEdit="1"/>
          </p:cNvSpPr>
          <p:nvPr>
            <p:ph type="sldImg"/>
          </p:nvPr>
        </p:nvSpPr>
        <p:spPr>
          <a:ln/>
        </p:spPr>
      </p:sp>
      <p:sp>
        <p:nvSpPr>
          <p:cNvPr id="1566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410361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58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58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079536E-D59E-403A-B434-42468018F34A}" type="slidenum">
              <a:rPr lang="zh-CN" altLang="en-US" sz="1000" smtClean="0">
                <a:latin typeface="Arial" panose="020B0604020202020204" pitchFamily="34" charset="0"/>
              </a:rPr>
              <a:pPr>
                <a:spcBef>
                  <a:spcPct val="0"/>
                </a:spcBef>
              </a:pPr>
              <a:t>104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58725" name="Rectangle 2"/>
          <p:cNvSpPr>
            <a:spLocks noGrp="1" noRot="1" noChangeAspect="1" noChangeArrowheads="1" noTextEdit="1"/>
          </p:cNvSpPr>
          <p:nvPr>
            <p:ph type="sldImg"/>
          </p:nvPr>
        </p:nvSpPr>
        <p:spPr>
          <a:ln/>
        </p:spPr>
      </p:sp>
      <p:sp>
        <p:nvSpPr>
          <p:cNvPr id="158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392188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60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60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411C06D-8BD9-4975-98FE-FF59C6FFA25D}" type="slidenum">
              <a:rPr lang="zh-CN" altLang="en-US" sz="1000" smtClean="0">
                <a:latin typeface="Arial" panose="020B0604020202020204" pitchFamily="34" charset="0"/>
              </a:rPr>
              <a:pPr>
                <a:spcBef>
                  <a:spcPct val="0"/>
                </a:spcBef>
              </a:pPr>
              <a:t>110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60773" name="Rectangle 2"/>
          <p:cNvSpPr>
            <a:spLocks noGrp="1" noRot="1" noChangeAspect="1" noChangeArrowheads="1" noTextEdit="1"/>
          </p:cNvSpPr>
          <p:nvPr>
            <p:ph type="sldImg"/>
          </p:nvPr>
        </p:nvSpPr>
        <p:spPr>
          <a:ln/>
        </p:spPr>
      </p:sp>
      <p:sp>
        <p:nvSpPr>
          <p:cNvPr id="160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7355139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628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628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BBC1A95-6BB9-4628-A659-FA31510C79AC}" type="slidenum">
              <a:rPr lang="zh-CN" altLang="en-US" sz="1000" smtClean="0">
                <a:latin typeface="Arial" panose="020B0604020202020204" pitchFamily="34" charset="0"/>
              </a:rPr>
              <a:pPr>
                <a:spcBef>
                  <a:spcPct val="0"/>
                </a:spcBef>
              </a:pPr>
              <a:t>111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62821" name="Rectangle 2"/>
          <p:cNvSpPr>
            <a:spLocks noGrp="1" noRot="1" noChangeAspect="1" noChangeArrowheads="1" noTextEdit="1"/>
          </p:cNvSpPr>
          <p:nvPr>
            <p:ph type="sldImg"/>
          </p:nvPr>
        </p:nvSpPr>
        <p:spPr>
          <a:ln/>
        </p:spPr>
      </p:sp>
      <p:sp>
        <p:nvSpPr>
          <p:cNvPr id="1628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2608003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658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658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FD3E09D-48FC-47A2-860C-CA77099DE6DF}" type="slidenum">
              <a:rPr lang="zh-CN" altLang="en-US" sz="1000" smtClean="0">
                <a:latin typeface="Arial" panose="020B0604020202020204" pitchFamily="34" charset="0"/>
              </a:rPr>
              <a:pPr>
                <a:spcBef>
                  <a:spcPct val="0"/>
                </a:spcBef>
              </a:pPr>
              <a:t>113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65893" name="Rectangle 2"/>
          <p:cNvSpPr>
            <a:spLocks noGrp="1" noRot="1" noChangeAspect="1" noChangeArrowheads="1" noTextEdit="1"/>
          </p:cNvSpPr>
          <p:nvPr>
            <p:ph type="sldImg"/>
          </p:nvPr>
        </p:nvSpPr>
        <p:spPr>
          <a:ln/>
        </p:spPr>
      </p:sp>
      <p:sp>
        <p:nvSpPr>
          <p:cNvPr id="1658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1996379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679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679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3450497-8229-4D0D-B375-DE3E955D7B0E}" type="slidenum">
              <a:rPr lang="zh-CN" altLang="en-US" sz="1000" smtClean="0">
                <a:latin typeface="Arial" panose="020B0604020202020204" pitchFamily="34" charset="0"/>
              </a:rPr>
              <a:pPr>
                <a:spcBef>
                  <a:spcPct val="0"/>
                </a:spcBef>
              </a:pPr>
              <a:t>114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67941" name="Rectangle 2"/>
          <p:cNvSpPr>
            <a:spLocks noGrp="1" noRot="1" noChangeAspect="1" noChangeArrowheads="1" noTextEdit="1"/>
          </p:cNvSpPr>
          <p:nvPr>
            <p:ph type="sldImg"/>
          </p:nvPr>
        </p:nvSpPr>
        <p:spPr>
          <a:ln/>
        </p:spPr>
      </p:sp>
      <p:sp>
        <p:nvSpPr>
          <p:cNvPr id="1679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233568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699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699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67D0E87-57DC-4682-811A-A67B43DD50CC}" type="slidenum">
              <a:rPr lang="zh-CN" altLang="en-US" sz="1000" smtClean="0">
                <a:latin typeface="Arial" panose="020B0604020202020204" pitchFamily="34" charset="0"/>
              </a:rPr>
              <a:pPr>
                <a:spcBef>
                  <a:spcPct val="0"/>
                </a:spcBef>
              </a:pPr>
              <a:t>115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69989" name="Rectangle 2"/>
          <p:cNvSpPr>
            <a:spLocks noGrp="1" noRot="1" noChangeAspect="1" noChangeArrowheads="1" noTextEdit="1"/>
          </p:cNvSpPr>
          <p:nvPr>
            <p:ph type="sldImg"/>
          </p:nvPr>
        </p:nvSpPr>
        <p:spPr>
          <a:ln/>
        </p:spPr>
      </p:sp>
      <p:sp>
        <p:nvSpPr>
          <p:cNvPr id="1699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1592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7920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7920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16F3817-AF1E-4087-B9D0-2C96A5E5751C}" type="slidenum">
              <a:rPr lang="zh-CN" altLang="en-US" sz="1000" smtClean="0">
                <a:latin typeface="Arial" panose="020B0604020202020204" pitchFamily="34" charset="0"/>
              </a:rPr>
              <a:pPr>
                <a:spcBef>
                  <a:spcPct val="0"/>
                </a:spcBef>
              </a:pPr>
              <a:t>123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79205" name="Rectangle 2"/>
          <p:cNvSpPr>
            <a:spLocks noGrp="1" noRot="1" noChangeAspect="1" noChangeArrowheads="1" noTextEdit="1"/>
          </p:cNvSpPr>
          <p:nvPr>
            <p:ph type="sldImg"/>
          </p:nvPr>
        </p:nvSpPr>
        <p:spPr>
          <a:ln/>
        </p:spPr>
      </p:sp>
      <p:sp>
        <p:nvSpPr>
          <p:cNvPr id="17920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625353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822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822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52A12E3-C714-44FB-AA7C-6F805B26A108}" type="slidenum">
              <a:rPr lang="zh-CN" altLang="en-US" sz="1000" smtClean="0">
                <a:latin typeface="Arial" panose="020B0604020202020204" pitchFamily="34" charset="0"/>
              </a:rPr>
              <a:pPr>
                <a:spcBef>
                  <a:spcPct val="0"/>
                </a:spcBef>
              </a:pPr>
              <a:t>125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82277" name="Rectangle 2"/>
          <p:cNvSpPr>
            <a:spLocks noGrp="1" noRot="1" noChangeAspect="1" noChangeArrowheads="1" noTextEdit="1"/>
          </p:cNvSpPr>
          <p:nvPr>
            <p:ph type="sldImg"/>
          </p:nvPr>
        </p:nvSpPr>
        <p:spPr>
          <a:ln/>
        </p:spPr>
      </p:sp>
      <p:sp>
        <p:nvSpPr>
          <p:cNvPr id="1822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498636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853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853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A75FCF5-E8F3-485A-BD19-517EC8A2246C}" type="slidenum">
              <a:rPr lang="zh-CN" altLang="en-US" sz="1000" smtClean="0">
                <a:latin typeface="Arial" panose="020B0604020202020204" pitchFamily="34" charset="0"/>
              </a:rPr>
              <a:pPr>
                <a:spcBef>
                  <a:spcPct val="0"/>
                </a:spcBef>
              </a:pPr>
              <a:t>128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85349" name="Rectangle 2"/>
          <p:cNvSpPr>
            <a:spLocks noGrp="1" noRot="1" noChangeAspect="1" noChangeArrowheads="1" noTextEdit="1"/>
          </p:cNvSpPr>
          <p:nvPr>
            <p:ph type="sldImg"/>
          </p:nvPr>
        </p:nvSpPr>
        <p:spPr>
          <a:ln/>
        </p:spPr>
      </p:sp>
      <p:sp>
        <p:nvSpPr>
          <p:cNvPr id="1853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3104981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873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873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C477C74-4BFE-401A-9304-C567F06AEB57}" type="slidenum">
              <a:rPr lang="zh-CN" altLang="en-US" sz="1000" smtClean="0">
                <a:latin typeface="Arial" panose="020B0604020202020204" pitchFamily="34" charset="0"/>
              </a:rPr>
              <a:pPr>
                <a:spcBef>
                  <a:spcPct val="0"/>
                </a:spcBef>
              </a:pPr>
              <a:t>129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87397" name="Rectangle 2"/>
          <p:cNvSpPr>
            <a:spLocks noGrp="1" noRot="1" noChangeAspect="1" noChangeArrowheads="1" noTextEdit="1"/>
          </p:cNvSpPr>
          <p:nvPr>
            <p:ph type="sldImg"/>
          </p:nvPr>
        </p:nvSpPr>
        <p:spPr>
          <a:ln/>
        </p:spPr>
      </p:sp>
      <p:sp>
        <p:nvSpPr>
          <p:cNvPr id="1873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3423797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894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894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9AF531D-67CC-4BBC-BC61-CE122D5E1E68}" type="slidenum">
              <a:rPr lang="zh-CN" altLang="en-US" sz="1000" smtClean="0">
                <a:latin typeface="Arial" panose="020B0604020202020204" pitchFamily="34" charset="0"/>
              </a:rPr>
              <a:pPr>
                <a:spcBef>
                  <a:spcPct val="0"/>
                </a:spcBef>
              </a:pPr>
              <a:t>130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89445" name="Rectangle 2"/>
          <p:cNvSpPr>
            <a:spLocks noGrp="1" noRot="1" noChangeAspect="1" noChangeArrowheads="1" noTextEdit="1"/>
          </p:cNvSpPr>
          <p:nvPr>
            <p:ph type="sldImg"/>
          </p:nvPr>
        </p:nvSpPr>
        <p:spPr>
          <a:ln/>
        </p:spPr>
      </p:sp>
      <p:sp>
        <p:nvSpPr>
          <p:cNvPr id="1894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930261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914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914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70C2BF2-7839-4AAF-9A00-99F7010FF2EE}" type="slidenum">
              <a:rPr lang="zh-CN" altLang="en-US" sz="1000" smtClean="0">
                <a:latin typeface="Arial" panose="020B0604020202020204" pitchFamily="34" charset="0"/>
              </a:rPr>
              <a:pPr>
                <a:spcBef>
                  <a:spcPct val="0"/>
                </a:spcBef>
              </a:pPr>
              <a:t>131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91493" name="Rectangle 2"/>
          <p:cNvSpPr>
            <a:spLocks noGrp="1" noRot="1" noChangeAspect="1" noChangeArrowheads="1" noTextEdit="1"/>
          </p:cNvSpPr>
          <p:nvPr>
            <p:ph type="sldImg"/>
          </p:nvPr>
        </p:nvSpPr>
        <p:spPr>
          <a:ln/>
        </p:spPr>
      </p:sp>
      <p:sp>
        <p:nvSpPr>
          <p:cNvPr id="1914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7027068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935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935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DB617C8-3E9F-4BFB-BE2B-67E2A06BAF5B}" type="slidenum">
              <a:rPr lang="zh-CN" altLang="en-US" sz="1000" smtClean="0">
                <a:latin typeface="Arial" panose="020B0604020202020204" pitchFamily="34" charset="0"/>
              </a:rPr>
              <a:pPr>
                <a:spcBef>
                  <a:spcPct val="0"/>
                </a:spcBef>
              </a:pPr>
              <a:t>132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93541" name="Rectangle 2"/>
          <p:cNvSpPr>
            <a:spLocks noGrp="1" noRot="1" noChangeAspect="1" noChangeArrowheads="1" noTextEdit="1"/>
          </p:cNvSpPr>
          <p:nvPr>
            <p:ph type="sldImg"/>
          </p:nvPr>
        </p:nvSpPr>
        <p:spPr>
          <a:ln/>
        </p:spPr>
      </p:sp>
      <p:sp>
        <p:nvSpPr>
          <p:cNvPr id="1935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9319944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966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966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C46574D-ED41-4587-81B4-FE2EAEEE0F6B}" type="slidenum">
              <a:rPr lang="zh-CN" altLang="en-US" sz="1000" smtClean="0">
                <a:latin typeface="Arial" panose="020B0604020202020204" pitchFamily="34" charset="0"/>
              </a:rPr>
              <a:pPr>
                <a:spcBef>
                  <a:spcPct val="0"/>
                </a:spcBef>
              </a:pPr>
              <a:t>134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96613" name="Rectangle 2"/>
          <p:cNvSpPr>
            <a:spLocks noGrp="1" noRot="1" noChangeAspect="1" noChangeArrowheads="1" noTextEdit="1"/>
          </p:cNvSpPr>
          <p:nvPr>
            <p:ph type="sldImg"/>
          </p:nvPr>
        </p:nvSpPr>
        <p:spPr>
          <a:ln/>
        </p:spPr>
      </p:sp>
      <p:sp>
        <p:nvSpPr>
          <p:cNvPr id="1966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776107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1986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1986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A512498-DC94-419C-A86B-9ECA61CBEB0A}" type="slidenum">
              <a:rPr lang="zh-CN" altLang="en-US" sz="1000" smtClean="0">
                <a:latin typeface="Arial" panose="020B0604020202020204" pitchFamily="34" charset="0"/>
              </a:rPr>
              <a:pPr>
                <a:spcBef>
                  <a:spcPct val="0"/>
                </a:spcBef>
              </a:pPr>
              <a:t>135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198661" name="Rectangle 2"/>
          <p:cNvSpPr>
            <a:spLocks noGrp="1" noRot="1" noChangeAspect="1" noChangeArrowheads="1" noTextEdit="1"/>
          </p:cNvSpPr>
          <p:nvPr>
            <p:ph type="sldImg"/>
          </p:nvPr>
        </p:nvSpPr>
        <p:spPr>
          <a:ln/>
        </p:spPr>
      </p:sp>
      <p:sp>
        <p:nvSpPr>
          <p:cNvPr id="1986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161683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007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007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1408F92-0007-4139-A338-9C57A04EAE88}" type="slidenum">
              <a:rPr lang="zh-CN" altLang="en-US" sz="1000" smtClean="0">
                <a:latin typeface="Arial" panose="020B0604020202020204" pitchFamily="34" charset="0"/>
              </a:rPr>
              <a:pPr>
                <a:spcBef>
                  <a:spcPct val="0"/>
                </a:spcBef>
              </a:pPr>
              <a:t>136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00709" name="Rectangle 2"/>
          <p:cNvSpPr>
            <a:spLocks noGrp="1" noRot="1" noChangeAspect="1" noChangeArrowheads="1" noTextEdit="1"/>
          </p:cNvSpPr>
          <p:nvPr>
            <p:ph type="sldImg"/>
          </p:nvPr>
        </p:nvSpPr>
        <p:spPr>
          <a:ln/>
        </p:spPr>
      </p:sp>
      <p:sp>
        <p:nvSpPr>
          <p:cNvPr id="2007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9222828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037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037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03D99C6-F033-4AFA-95ED-AE7116B5A900}" type="slidenum">
              <a:rPr lang="zh-CN" altLang="en-US" sz="1000" smtClean="0">
                <a:latin typeface="Arial" panose="020B0604020202020204" pitchFamily="34" charset="0"/>
              </a:rPr>
              <a:pPr>
                <a:spcBef>
                  <a:spcPct val="0"/>
                </a:spcBef>
              </a:pPr>
              <a:t>138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03781" name="Rectangle 2"/>
          <p:cNvSpPr>
            <a:spLocks noGrp="1" noRot="1" noChangeAspect="1" noChangeArrowheads="1" noTextEdit="1"/>
          </p:cNvSpPr>
          <p:nvPr>
            <p:ph type="sldImg"/>
          </p:nvPr>
        </p:nvSpPr>
        <p:spPr>
          <a:ln/>
        </p:spPr>
      </p:sp>
      <p:sp>
        <p:nvSpPr>
          <p:cNvPr id="2037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310558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058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058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E3CB9D8-7674-4BA9-A861-A95E8FA9E9F5}" type="slidenum">
              <a:rPr lang="zh-CN" altLang="en-US" sz="1000" smtClean="0">
                <a:latin typeface="Arial" panose="020B0604020202020204" pitchFamily="34" charset="0"/>
              </a:rPr>
              <a:pPr>
                <a:spcBef>
                  <a:spcPct val="0"/>
                </a:spcBef>
              </a:pPr>
              <a:t>139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05829" name="Rectangle 2"/>
          <p:cNvSpPr>
            <a:spLocks noGrp="1" noRot="1" noChangeAspect="1" noChangeArrowheads="1" noTextEdit="1"/>
          </p:cNvSpPr>
          <p:nvPr>
            <p:ph type="sldImg"/>
          </p:nvPr>
        </p:nvSpPr>
        <p:spPr>
          <a:ln/>
        </p:spPr>
      </p:sp>
      <p:sp>
        <p:nvSpPr>
          <p:cNvPr id="2058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6441157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088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089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4674779-F415-4148-9E5F-FBC392C1FD3E}" type="slidenum">
              <a:rPr lang="zh-CN" altLang="en-US" sz="1000" smtClean="0">
                <a:latin typeface="Arial" panose="020B0604020202020204" pitchFamily="34" charset="0"/>
              </a:rPr>
              <a:pPr>
                <a:spcBef>
                  <a:spcPct val="0"/>
                </a:spcBef>
              </a:pPr>
              <a:t>141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08901" name="Rectangle 2"/>
          <p:cNvSpPr>
            <a:spLocks noGrp="1" noRot="1" noChangeAspect="1" noChangeArrowheads="1" noTextEdit="1"/>
          </p:cNvSpPr>
          <p:nvPr>
            <p:ph type="sldImg"/>
          </p:nvPr>
        </p:nvSpPr>
        <p:spPr>
          <a:ln/>
        </p:spPr>
      </p:sp>
      <p:sp>
        <p:nvSpPr>
          <p:cNvPr id="2089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245179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129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129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F979BB9-BC1D-47E7-8853-BB07B9710EF4}" type="slidenum">
              <a:rPr lang="zh-CN" altLang="en-US" sz="1000" smtClean="0">
                <a:latin typeface="Arial" panose="020B0604020202020204" pitchFamily="34" charset="0"/>
              </a:rPr>
              <a:pPr>
                <a:spcBef>
                  <a:spcPct val="0"/>
                </a:spcBef>
              </a:pPr>
              <a:t>144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12997" name="Rectangle 2"/>
          <p:cNvSpPr>
            <a:spLocks noGrp="1" noRot="1" noChangeAspect="1" noChangeArrowheads="1" noTextEdit="1"/>
          </p:cNvSpPr>
          <p:nvPr>
            <p:ph type="sldImg"/>
          </p:nvPr>
        </p:nvSpPr>
        <p:spPr>
          <a:ln/>
        </p:spPr>
      </p:sp>
      <p:sp>
        <p:nvSpPr>
          <p:cNvPr id="2129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1408173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5805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5805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3AA8C5F-719B-40D3-AC10-1C5CDE89FF86}" type="slidenum">
              <a:rPr lang="zh-CN" altLang="en-US" sz="1000" smtClean="0">
                <a:latin typeface="Arial" panose="020B0604020202020204" pitchFamily="34" charset="0"/>
              </a:rPr>
              <a:pPr>
                <a:spcBef>
                  <a:spcPct val="0"/>
                </a:spcBef>
              </a:pPr>
              <a:t>187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58053" name="Rectangle 2"/>
          <p:cNvSpPr>
            <a:spLocks noGrp="1" noRot="1" noChangeAspect="1" noChangeArrowheads="1" noTextEdit="1"/>
          </p:cNvSpPr>
          <p:nvPr>
            <p:ph type="sldImg"/>
          </p:nvPr>
        </p:nvSpPr>
        <p:spPr>
          <a:ln/>
        </p:spPr>
      </p:sp>
      <p:sp>
        <p:nvSpPr>
          <p:cNvPr id="25805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076580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600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601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BE79565-74E4-4F3B-9BAE-7D86225B5BF9}" type="slidenum">
              <a:rPr lang="zh-CN" altLang="en-US" sz="1000" smtClean="0">
                <a:latin typeface="Arial" panose="020B0604020202020204" pitchFamily="34" charset="0"/>
              </a:rPr>
              <a:pPr>
                <a:spcBef>
                  <a:spcPct val="0"/>
                </a:spcBef>
              </a:pPr>
              <a:t>188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60101" name="Rectangle 2"/>
          <p:cNvSpPr>
            <a:spLocks noGrp="1" noRot="1" noChangeAspect="1" noChangeArrowheads="1" noTextEdit="1"/>
          </p:cNvSpPr>
          <p:nvPr>
            <p:ph type="sldImg"/>
          </p:nvPr>
        </p:nvSpPr>
        <p:spPr>
          <a:ln/>
        </p:spPr>
      </p:sp>
      <p:sp>
        <p:nvSpPr>
          <p:cNvPr id="2601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3093702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621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621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ACE9B1D-FA21-4E89-B949-16F27A20AC75}" type="slidenum">
              <a:rPr lang="zh-CN" altLang="en-US" sz="1000" smtClean="0">
                <a:latin typeface="Arial" panose="020B0604020202020204" pitchFamily="34" charset="0"/>
              </a:rPr>
              <a:pPr>
                <a:spcBef>
                  <a:spcPct val="0"/>
                </a:spcBef>
              </a:pPr>
              <a:t>189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62149" name="Rectangle 2"/>
          <p:cNvSpPr>
            <a:spLocks noGrp="1" noRot="1" noChangeAspect="1" noChangeArrowheads="1" noTextEdit="1"/>
          </p:cNvSpPr>
          <p:nvPr>
            <p:ph type="sldImg"/>
          </p:nvPr>
        </p:nvSpPr>
        <p:spPr>
          <a:ln/>
        </p:spPr>
      </p:sp>
      <p:sp>
        <p:nvSpPr>
          <p:cNvPr id="262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7757378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641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641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4FEA2A2-20FB-45A9-8341-59B3F55B44E3}" type="slidenum">
              <a:rPr lang="zh-CN" altLang="en-US" sz="1000" smtClean="0">
                <a:latin typeface="Arial" panose="020B0604020202020204" pitchFamily="34" charset="0"/>
              </a:rPr>
              <a:pPr>
                <a:spcBef>
                  <a:spcPct val="0"/>
                </a:spcBef>
              </a:pPr>
              <a:t>190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64197" name="Rectangle 2"/>
          <p:cNvSpPr>
            <a:spLocks noGrp="1" noRot="1" noChangeAspect="1" noChangeArrowheads="1" noTextEdit="1"/>
          </p:cNvSpPr>
          <p:nvPr>
            <p:ph type="sldImg"/>
          </p:nvPr>
        </p:nvSpPr>
        <p:spPr>
          <a:ln/>
        </p:spPr>
      </p:sp>
      <p:sp>
        <p:nvSpPr>
          <p:cNvPr id="2641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8100731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662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662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7040348-6473-45C2-8449-8320C174F72B}" type="slidenum">
              <a:rPr lang="zh-CN" altLang="en-US" sz="1000" smtClean="0">
                <a:latin typeface="Arial" panose="020B0604020202020204" pitchFamily="34" charset="0"/>
              </a:rPr>
              <a:pPr>
                <a:spcBef>
                  <a:spcPct val="0"/>
                </a:spcBef>
              </a:pPr>
              <a:t>191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66245" name="Rectangle 2"/>
          <p:cNvSpPr>
            <a:spLocks noGrp="1" noRot="1" noChangeAspect="1" noChangeArrowheads="1" noTextEdit="1"/>
          </p:cNvSpPr>
          <p:nvPr>
            <p:ph type="sldImg"/>
          </p:nvPr>
        </p:nvSpPr>
        <p:spPr>
          <a:ln/>
        </p:spPr>
      </p:sp>
      <p:sp>
        <p:nvSpPr>
          <p:cNvPr id="2662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230929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682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682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FBE1FDF-34A7-4775-912C-00B96A58416D}" type="slidenum">
              <a:rPr lang="zh-CN" altLang="en-US" sz="1000" smtClean="0">
                <a:latin typeface="Arial" panose="020B0604020202020204" pitchFamily="34" charset="0"/>
              </a:rPr>
              <a:pPr>
                <a:spcBef>
                  <a:spcPct val="0"/>
                </a:spcBef>
              </a:pPr>
              <a:t>192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68293" name="Rectangle 2"/>
          <p:cNvSpPr>
            <a:spLocks noGrp="1" noRot="1" noChangeAspect="1" noChangeArrowheads="1" noTextEdit="1"/>
          </p:cNvSpPr>
          <p:nvPr>
            <p:ph type="sldImg"/>
          </p:nvPr>
        </p:nvSpPr>
        <p:spPr>
          <a:ln/>
        </p:spPr>
      </p:sp>
      <p:sp>
        <p:nvSpPr>
          <p:cNvPr id="2682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51100882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76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76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DE894FF-F6B8-4DDA-AE01-E57B31BD422D}" type="slidenum">
              <a:rPr lang="zh-CN" altLang="en-US" sz="1000" smtClean="0">
                <a:latin typeface="Arial" panose="020B0604020202020204" pitchFamily="34" charset="0"/>
              </a:rPr>
              <a:pPr>
                <a:spcBef>
                  <a:spcPct val="0"/>
                </a:spcBef>
              </a:pPr>
              <a:t>199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76485" name="Rectangle 2"/>
          <p:cNvSpPr>
            <a:spLocks noGrp="1" noRot="1" noChangeAspect="1" noChangeArrowheads="1" noTextEdit="1"/>
          </p:cNvSpPr>
          <p:nvPr>
            <p:ph type="sldImg"/>
          </p:nvPr>
        </p:nvSpPr>
        <p:spPr>
          <a:ln/>
        </p:spPr>
      </p:sp>
      <p:sp>
        <p:nvSpPr>
          <p:cNvPr id="276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0422434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7955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7955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DC71271-08D2-4E57-B167-EDEFC3D12308}" type="slidenum">
              <a:rPr lang="zh-CN" altLang="en-US" sz="1000" smtClean="0">
                <a:latin typeface="Arial" panose="020B0604020202020204" pitchFamily="34" charset="0"/>
              </a:rPr>
              <a:pPr>
                <a:spcBef>
                  <a:spcPct val="0"/>
                </a:spcBef>
              </a:pPr>
              <a:t>201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79557" name="Rectangle 2"/>
          <p:cNvSpPr>
            <a:spLocks noGrp="1" noRot="1" noChangeAspect="1" noChangeArrowheads="1" noTextEdit="1"/>
          </p:cNvSpPr>
          <p:nvPr>
            <p:ph type="sldImg"/>
          </p:nvPr>
        </p:nvSpPr>
        <p:spPr>
          <a:ln/>
        </p:spPr>
      </p:sp>
      <p:sp>
        <p:nvSpPr>
          <p:cNvPr id="27955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629835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8160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8160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7B3905B-CAFE-4124-B94D-8F565A2585C3}" type="slidenum">
              <a:rPr lang="zh-CN" altLang="en-US" sz="1000" smtClean="0">
                <a:latin typeface="Arial" panose="020B0604020202020204" pitchFamily="34" charset="0"/>
              </a:rPr>
              <a:pPr>
                <a:spcBef>
                  <a:spcPct val="0"/>
                </a:spcBef>
              </a:pPr>
              <a:t>202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81605" name="Rectangle 2"/>
          <p:cNvSpPr>
            <a:spLocks noGrp="1" noRot="1" noChangeAspect="1" noChangeArrowheads="1" noTextEdit="1"/>
          </p:cNvSpPr>
          <p:nvPr>
            <p:ph type="sldImg"/>
          </p:nvPr>
        </p:nvSpPr>
        <p:spPr>
          <a:ln/>
        </p:spPr>
      </p:sp>
      <p:sp>
        <p:nvSpPr>
          <p:cNvPr id="28160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4893133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856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857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9D4CD80-29E8-475D-A796-46A9F40F5A9D}" type="slidenum">
              <a:rPr lang="zh-CN" altLang="en-US" sz="1000" smtClean="0">
                <a:latin typeface="Arial" panose="020B0604020202020204" pitchFamily="34" charset="0"/>
              </a:rPr>
              <a:pPr>
                <a:spcBef>
                  <a:spcPct val="0"/>
                </a:spcBef>
              </a:pPr>
              <a:t>205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85701" name="Rectangle 2"/>
          <p:cNvSpPr>
            <a:spLocks noGrp="1" noRot="1" noChangeAspect="1" noChangeArrowheads="1" noTextEdit="1"/>
          </p:cNvSpPr>
          <p:nvPr>
            <p:ph type="sldImg"/>
          </p:nvPr>
        </p:nvSpPr>
        <p:spPr>
          <a:ln/>
        </p:spPr>
      </p:sp>
      <p:sp>
        <p:nvSpPr>
          <p:cNvPr id="2857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78745298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幻灯片图像占位符 1"/>
          <p:cNvSpPr>
            <a:spLocks noGrp="1" noRot="1" noChangeAspect="1" noTextEdit="1"/>
          </p:cNvSpPr>
          <p:nvPr>
            <p:ph type="sldImg"/>
          </p:nvPr>
        </p:nvSpPr>
        <p:spPr>
          <a:ln/>
        </p:spPr>
      </p:sp>
      <p:sp>
        <p:nvSpPr>
          <p:cNvPr id="287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7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kumimoji="1" sz="1200">
                <a:solidFill>
                  <a:schemeClr val="tx1"/>
                </a:solidFill>
                <a:latin typeface="Times New Roman" panose="02020603050405020304" pitchFamily="18" charset="0"/>
              </a:defRPr>
            </a:lvl1pPr>
            <a:lvl2pPr marL="742950" indent="-285750" defTabSz="927100">
              <a:spcBef>
                <a:spcPct val="30000"/>
              </a:spcBef>
              <a:defRPr kumimoji="1" sz="1200">
                <a:solidFill>
                  <a:schemeClr val="tx1"/>
                </a:solidFill>
                <a:latin typeface="Times New Roman" panose="02020603050405020304" pitchFamily="18" charset="0"/>
              </a:defRPr>
            </a:lvl2pPr>
            <a:lvl3pPr marL="1143000" indent="-228600" defTabSz="927100">
              <a:spcBef>
                <a:spcPct val="30000"/>
              </a:spcBef>
              <a:defRPr kumimoji="1" sz="1200">
                <a:solidFill>
                  <a:schemeClr val="tx1"/>
                </a:solidFill>
                <a:latin typeface="Times New Roman" panose="02020603050405020304" pitchFamily="18" charset="0"/>
              </a:defRPr>
            </a:lvl3pPr>
            <a:lvl4pPr marL="1600200" indent="-228600" defTabSz="927100">
              <a:spcBef>
                <a:spcPct val="30000"/>
              </a:spcBef>
              <a:defRPr kumimoji="1" sz="1200">
                <a:solidFill>
                  <a:schemeClr val="tx1"/>
                </a:solidFill>
                <a:latin typeface="Times New Roman" panose="02020603050405020304" pitchFamily="18" charset="0"/>
              </a:defRPr>
            </a:lvl4pPr>
            <a:lvl5pPr marL="2057400" indent="-228600" defTabSz="927100">
              <a:spcBef>
                <a:spcPct val="30000"/>
              </a:spcBef>
              <a:defRPr kumimoji="1" sz="1200">
                <a:solidFill>
                  <a:schemeClr val="tx1"/>
                </a:solidFill>
                <a:latin typeface="Times New Roman" panose="02020603050405020304" pitchFamily="18" charset="0"/>
              </a:defRPr>
            </a:lvl5pPr>
            <a:lvl6pPr marL="25146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45771FB-A4A8-4BB1-B98D-A1CFB722D554}" type="slidenum">
              <a:rPr lang="zh-CN" altLang="en-US" sz="1000" smtClean="0">
                <a:latin typeface="Arial" panose="020B0604020202020204" pitchFamily="34" charset="0"/>
              </a:rPr>
              <a:pPr>
                <a:spcBef>
                  <a:spcPct val="0"/>
                </a:spcBef>
              </a:pPr>
              <a:t>206</a:t>
            </a:fld>
            <a:endParaRPr lang="en-US" altLang="zh-CN" sz="1000">
              <a:latin typeface="Arial" panose="020B0604020202020204" pitchFamily="34" charset="0"/>
            </a:endParaRPr>
          </a:p>
        </p:txBody>
      </p:sp>
    </p:spTree>
    <p:extLst>
      <p:ext uri="{BB962C8B-B14F-4D97-AF65-F5344CB8AC3E}">
        <p14:creationId xmlns:p14="http://schemas.microsoft.com/office/powerpoint/2010/main" val="264930033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908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908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EAB7A27-924E-45DA-88DB-13B4E338C597}" type="slidenum">
              <a:rPr lang="zh-CN" altLang="en-US" sz="1000" smtClean="0">
                <a:latin typeface="Arial" panose="020B0604020202020204" pitchFamily="34" charset="0"/>
              </a:rPr>
              <a:pPr>
                <a:spcBef>
                  <a:spcPct val="0"/>
                </a:spcBef>
              </a:pPr>
              <a:t>208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90821" name="Rectangle 2"/>
          <p:cNvSpPr>
            <a:spLocks noGrp="1" noRot="1" noChangeAspect="1" noChangeArrowheads="1" noTextEdit="1"/>
          </p:cNvSpPr>
          <p:nvPr>
            <p:ph type="sldImg"/>
          </p:nvPr>
        </p:nvSpPr>
        <p:spPr>
          <a:ln/>
        </p:spPr>
      </p:sp>
      <p:sp>
        <p:nvSpPr>
          <p:cNvPr id="2908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8379087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928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928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166F228-183C-48A6-A004-AFE22966F64B}" type="slidenum">
              <a:rPr lang="zh-CN" altLang="en-US" sz="1000" smtClean="0">
                <a:latin typeface="Arial" panose="020B0604020202020204" pitchFamily="34" charset="0"/>
              </a:rPr>
              <a:pPr>
                <a:spcBef>
                  <a:spcPct val="0"/>
                </a:spcBef>
              </a:pPr>
              <a:t>209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92869" name="Rectangle 2"/>
          <p:cNvSpPr>
            <a:spLocks noGrp="1" noRot="1" noChangeAspect="1" noChangeArrowheads="1" noTextEdit="1"/>
          </p:cNvSpPr>
          <p:nvPr>
            <p:ph type="sldImg"/>
          </p:nvPr>
        </p:nvSpPr>
        <p:spPr>
          <a:ln/>
        </p:spPr>
      </p:sp>
      <p:sp>
        <p:nvSpPr>
          <p:cNvPr id="2928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2356004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949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949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59933A6-E8DA-455F-86F0-425C1CEB6550}" type="slidenum">
              <a:rPr lang="zh-CN" altLang="en-US" sz="1000" smtClean="0">
                <a:latin typeface="Arial" panose="020B0604020202020204" pitchFamily="34" charset="0"/>
              </a:rPr>
              <a:pPr>
                <a:spcBef>
                  <a:spcPct val="0"/>
                </a:spcBef>
              </a:pPr>
              <a:t>210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94917" name="Rectangle 2"/>
          <p:cNvSpPr>
            <a:spLocks noGrp="1" noRot="1" noChangeAspect="1" noChangeArrowheads="1" noTextEdit="1"/>
          </p:cNvSpPr>
          <p:nvPr>
            <p:ph type="sldImg"/>
          </p:nvPr>
        </p:nvSpPr>
        <p:spPr>
          <a:ln/>
        </p:spPr>
      </p:sp>
      <p:sp>
        <p:nvSpPr>
          <p:cNvPr id="2949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854710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29696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2969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5C75CDD-FEDA-434E-B7A4-4E520728BA2F}" type="slidenum">
              <a:rPr lang="zh-CN" altLang="en-US" sz="1000" smtClean="0">
                <a:latin typeface="Arial" panose="020B0604020202020204" pitchFamily="34" charset="0"/>
              </a:rPr>
              <a:pPr>
                <a:spcBef>
                  <a:spcPct val="0"/>
                </a:spcBef>
              </a:pPr>
              <a:t>211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296965" name="Rectangle 2"/>
          <p:cNvSpPr>
            <a:spLocks noGrp="1" noRot="1" noChangeAspect="1" noChangeArrowheads="1" noTextEdit="1"/>
          </p:cNvSpPr>
          <p:nvPr>
            <p:ph type="sldImg"/>
          </p:nvPr>
        </p:nvSpPr>
        <p:spPr>
          <a:ln/>
        </p:spPr>
      </p:sp>
      <p:sp>
        <p:nvSpPr>
          <p:cNvPr id="2969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472312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Rot="1" noChangeAspect="1" noChangeArrowheads="1" noTextEdit="1"/>
          </p:cNvSpPr>
          <p:nvPr>
            <p:ph type="sldImg"/>
          </p:nvPr>
        </p:nvSpPr>
        <p:spPr>
          <a:xfrm>
            <a:off x="1171575" y="695325"/>
            <a:ext cx="4641850" cy="3481388"/>
          </a:xfrm>
          <a:ln/>
        </p:spPr>
      </p:sp>
      <p:sp>
        <p:nvSpPr>
          <p:cNvPr id="305155" name="Rectangle 3"/>
          <p:cNvSpPr>
            <a:spLocks noGrp="1" noChangeArrowheads="1"/>
          </p:cNvSpPr>
          <p:nvPr>
            <p:ph type="body" idx="1"/>
          </p:nvPr>
        </p:nvSpPr>
        <p:spPr>
          <a:xfrm>
            <a:off x="698500" y="4410075"/>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26930446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spect="1" noChangeArrowheads="1" noTextEdit="1"/>
          </p:cNvSpPr>
          <p:nvPr>
            <p:ph type="sldImg"/>
          </p:nvPr>
        </p:nvSpPr>
        <p:spPr>
          <a:xfrm>
            <a:off x="1171575" y="695325"/>
            <a:ext cx="4641850" cy="3481388"/>
          </a:xfrm>
          <a:ln/>
        </p:spPr>
      </p:sp>
      <p:sp>
        <p:nvSpPr>
          <p:cNvPr id="307203" name="Rectangle 3"/>
          <p:cNvSpPr>
            <a:spLocks noGrp="1" noChangeArrowheads="1"/>
          </p:cNvSpPr>
          <p:nvPr>
            <p:ph type="body" idx="1"/>
          </p:nvPr>
        </p:nvSpPr>
        <p:spPr>
          <a:xfrm>
            <a:off x="698500" y="4410075"/>
            <a:ext cx="558800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55316270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102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102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50912C8-1B91-4556-80F3-6C284FE8BA0B}" type="slidenum">
              <a:rPr lang="zh-CN" altLang="en-US" sz="1000" smtClean="0">
                <a:latin typeface="Arial" panose="020B0604020202020204" pitchFamily="34" charset="0"/>
              </a:rPr>
              <a:pPr>
                <a:spcBef>
                  <a:spcPct val="0"/>
                </a:spcBef>
              </a:pPr>
              <a:t>221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10277" name="Rectangle 2"/>
          <p:cNvSpPr>
            <a:spLocks noGrp="1" noRot="1" noChangeAspect="1" noChangeArrowheads="1" noTextEdit="1"/>
          </p:cNvSpPr>
          <p:nvPr>
            <p:ph type="sldImg"/>
          </p:nvPr>
        </p:nvSpPr>
        <p:spPr>
          <a:ln/>
        </p:spPr>
      </p:sp>
      <p:sp>
        <p:nvSpPr>
          <p:cNvPr id="3102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5092768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123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123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F98DE6E-F626-45AF-A54C-3A252A1E5B53}" type="slidenum">
              <a:rPr lang="zh-CN" altLang="en-US" sz="1000" smtClean="0">
                <a:latin typeface="Arial" panose="020B0604020202020204" pitchFamily="34" charset="0"/>
              </a:rPr>
              <a:pPr>
                <a:spcBef>
                  <a:spcPct val="0"/>
                </a:spcBef>
              </a:pPr>
              <a:t>222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12325" name="Rectangle 2"/>
          <p:cNvSpPr>
            <a:spLocks noGrp="1" noRot="1" noChangeAspect="1" noChangeArrowheads="1" noTextEdit="1"/>
          </p:cNvSpPr>
          <p:nvPr>
            <p:ph type="sldImg"/>
          </p:nvPr>
        </p:nvSpPr>
        <p:spPr>
          <a:ln/>
        </p:spPr>
      </p:sp>
      <p:sp>
        <p:nvSpPr>
          <p:cNvPr id="3123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5923409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164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164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996AE19-871E-4451-9EE8-B8DF82363907}" type="slidenum">
              <a:rPr lang="zh-CN" altLang="en-US" sz="1000" smtClean="0">
                <a:latin typeface="Arial" panose="020B0604020202020204" pitchFamily="34" charset="0"/>
              </a:rPr>
              <a:pPr>
                <a:spcBef>
                  <a:spcPct val="0"/>
                </a:spcBef>
              </a:pPr>
              <a:t>225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16421" name="Rectangle 2"/>
          <p:cNvSpPr>
            <a:spLocks noGrp="1" noRot="1" noChangeAspect="1" noChangeArrowheads="1" noTextEdit="1"/>
          </p:cNvSpPr>
          <p:nvPr>
            <p:ph type="sldImg"/>
          </p:nvPr>
        </p:nvSpPr>
        <p:spPr>
          <a:ln/>
        </p:spPr>
      </p:sp>
      <p:sp>
        <p:nvSpPr>
          <p:cNvPr id="3164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566922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184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184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8E6D5E9-917C-41D9-8D1C-B6D6F0B06880}" type="slidenum">
              <a:rPr lang="zh-CN" altLang="en-US" sz="1000" smtClean="0">
                <a:latin typeface="Arial" panose="020B0604020202020204" pitchFamily="34" charset="0"/>
              </a:rPr>
              <a:pPr>
                <a:spcBef>
                  <a:spcPct val="0"/>
                </a:spcBef>
              </a:pPr>
              <a:t>226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18469" name="Rectangle 2"/>
          <p:cNvSpPr>
            <a:spLocks noGrp="1" noRot="1" noChangeAspect="1" noChangeArrowheads="1" noTextEdit="1"/>
          </p:cNvSpPr>
          <p:nvPr>
            <p:ph type="sldImg"/>
          </p:nvPr>
        </p:nvSpPr>
        <p:spPr>
          <a:ln/>
        </p:spPr>
      </p:sp>
      <p:sp>
        <p:nvSpPr>
          <p:cNvPr id="3184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1388309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215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215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D04AB5A-689E-4258-A5B5-612017018473}" type="slidenum">
              <a:rPr lang="zh-CN" altLang="en-US" sz="1000" smtClean="0">
                <a:latin typeface="Arial" panose="020B0604020202020204" pitchFamily="34" charset="0"/>
              </a:rPr>
              <a:pPr>
                <a:spcBef>
                  <a:spcPct val="0"/>
                </a:spcBef>
              </a:pPr>
              <a:t>228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21541" name="Rectangle 2"/>
          <p:cNvSpPr>
            <a:spLocks noGrp="1" noRot="1" noChangeAspect="1" noChangeArrowheads="1" noTextEdit="1"/>
          </p:cNvSpPr>
          <p:nvPr>
            <p:ph type="sldImg"/>
          </p:nvPr>
        </p:nvSpPr>
        <p:spPr>
          <a:ln/>
        </p:spPr>
      </p:sp>
      <p:sp>
        <p:nvSpPr>
          <p:cNvPr id="3215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50341148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235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235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DADC8D1-90FD-4C84-95DA-BDF4B259F698}" type="slidenum">
              <a:rPr lang="zh-CN" altLang="en-US" sz="1000" smtClean="0">
                <a:latin typeface="Arial" panose="020B0604020202020204" pitchFamily="34" charset="0"/>
              </a:rPr>
              <a:pPr>
                <a:spcBef>
                  <a:spcPct val="0"/>
                </a:spcBef>
              </a:pPr>
              <a:t>229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23589" name="Rectangle 2"/>
          <p:cNvSpPr>
            <a:spLocks noGrp="1" noRot="1" noChangeAspect="1" noChangeArrowheads="1" noTextEdit="1"/>
          </p:cNvSpPr>
          <p:nvPr>
            <p:ph type="sldImg"/>
          </p:nvPr>
        </p:nvSpPr>
        <p:spPr>
          <a:ln/>
        </p:spPr>
      </p:sp>
      <p:sp>
        <p:nvSpPr>
          <p:cNvPr id="3235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580985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1"/>
          <p:cNvSpPr>
            <a:spLocks noGrp="1" noRot="1" noChangeAspect="1" noTextEdit="1"/>
          </p:cNvSpPr>
          <p:nvPr>
            <p:ph type="sldImg"/>
          </p:nvPr>
        </p:nvSpPr>
        <p:spPr>
          <a:ln/>
        </p:spPr>
      </p:sp>
      <p:sp>
        <p:nvSpPr>
          <p:cNvPr id="325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5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spcBef>
                <a:spcPct val="30000"/>
              </a:spcBef>
              <a:defRPr kumimoji="1" sz="1200">
                <a:solidFill>
                  <a:schemeClr val="tx1"/>
                </a:solidFill>
                <a:latin typeface="Times New Roman" panose="02020603050405020304" pitchFamily="18" charset="0"/>
              </a:defRPr>
            </a:lvl1pPr>
            <a:lvl2pPr marL="742950" indent="-285750" defTabSz="927100">
              <a:spcBef>
                <a:spcPct val="30000"/>
              </a:spcBef>
              <a:defRPr kumimoji="1" sz="1200">
                <a:solidFill>
                  <a:schemeClr val="tx1"/>
                </a:solidFill>
                <a:latin typeface="Times New Roman" panose="02020603050405020304" pitchFamily="18" charset="0"/>
              </a:defRPr>
            </a:lvl2pPr>
            <a:lvl3pPr marL="1143000" indent="-228600" defTabSz="927100">
              <a:spcBef>
                <a:spcPct val="30000"/>
              </a:spcBef>
              <a:defRPr kumimoji="1" sz="1200">
                <a:solidFill>
                  <a:schemeClr val="tx1"/>
                </a:solidFill>
                <a:latin typeface="Times New Roman" panose="02020603050405020304" pitchFamily="18" charset="0"/>
              </a:defRPr>
            </a:lvl3pPr>
            <a:lvl4pPr marL="1600200" indent="-228600" defTabSz="927100">
              <a:spcBef>
                <a:spcPct val="30000"/>
              </a:spcBef>
              <a:defRPr kumimoji="1" sz="1200">
                <a:solidFill>
                  <a:schemeClr val="tx1"/>
                </a:solidFill>
                <a:latin typeface="Times New Roman" panose="02020603050405020304" pitchFamily="18" charset="0"/>
              </a:defRPr>
            </a:lvl4pPr>
            <a:lvl5pPr marL="2057400" indent="-228600" defTabSz="927100">
              <a:spcBef>
                <a:spcPct val="30000"/>
              </a:spcBef>
              <a:defRPr kumimoji="1" sz="1200">
                <a:solidFill>
                  <a:schemeClr val="tx1"/>
                </a:solidFill>
                <a:latin typeface="Times New Roman" panose="02020603050405020304" pitchFamily="18" charset="0"/>
              </a:defRPr>
            </a:lvl5pPr>
            <a:lvl6pPr marL="25146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71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7AFC681-B2AE-498C-8F11-B907BF78E027}" type="slidenum">
              <a:rPr lang="zh-CN" altLang="en-US" sz="1000" smtClean="0">
                <a:latin typeface="Arial" panose="020B0604020202020204" pitchFamily="34" charset="0"/>
              </a:rPr>
              <a:pPr>
                <a:spcBef>
                  <a:spcPct val="0"/>
                </a:spcBef>
              </a:pPr>
              <a:t>230</a:t>
            </a:fld>
            <a:endParaRPr lang="en-US" altLang="zh-CN" sz="1000">
              <a:latin typeface="Arial" panose="020B0604020202020204" pitchFamily="34" charset="0"/>
            </a:endParaRPr>
          </a:p>
        </p:txBody>
      </p:sp>
    </p:spTree>
    <p:extLst>
      <p:ext uri="{BB962C8B-B14F-4D97-AF65-F5344CB8AC3E}">
        <p14:creationId xmlns:p14="http://schemas.microsoft.com/office/powerpoint/2010/main" val="379017011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287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287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3DC6D79-1A5E-4A11-B2BF-F93ADD3081F6}" type="slidenum">
              <a:rPr lang="zh-CN" altLang="en-US" sz="1000" smtClean="0">
                <a:latin typeface="Arial" panose="020B0604020202020204" pitchFamily="34" charset="0"/>
              </a:rPr>
              <a:pPr>
                <a:spcBef>
                  <a:spcPct val="0"/>
                </a:spcBef>
              </a:pPr>
              <a:t>232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28709" name="Rectangle 2"/>
          <p:cNvSpPr>
            <a:spLocks noGrp="1" noRot="1" noChangeAspect="1" noChangeArrowheads="1" noTextEdit="1"/>
          </p:cNvSpPr>
          <p:nvPr>
            <p:ph type="sldImg"/>
          </p:nvPr>
        </p:nvSpPr>
        <p:spPr>
          <a:ln/>
        </p:spPr>
      </p:sp>
      <p:sp>
        <p:nvSpPr>
          <p:cNvPr id="3287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853312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3075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3075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019B5BF-C76B-4D92-B455-DD7624451FB3}" type="slidenum">
              <a:rPr lang="zh-CN" altLang="en-US" sz="1000" smtClean="0">
                <a:latin typeface="Arial" panose="020B0604020202020204" pitchFamily="34" charset="0"/>
              </a:rPr>
              <a:pPr>
                <a:spcBef>
                  <a:spcPct val="0"/>
                </a:spcBef>
              </a:pPr>
              <a:t>233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30757" name="Rectangle 2"/>
          <p:cNvSpPr>
            <a:spLocks noGrp="1" noRot="1" noChangeAspect="1" noChangeArrowheads="1" noTextEdit="1"/>
          </p:cNvSpPr>
          <p:nvPr>
            <p:ph type="sldImg"/>
          </p:nvPr>
        </p:nvSpPr>
        <p:spPr>
          <a:ln/>
        </p:spPr>
      </p:sp>
      <p:sp>
        <p:nvSpPr>
          <p:cNvPr id="33075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03342477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3280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3280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A987713-C64E-4F12-B7F3-D10C51B77F80}" type="slidenum">
              <a:rPr lang="zh-CN" altLang="en-US" sz="1000" smtClean="0">
                <a:latin typeface="Arial" panose="020B0604020202020204" pitchFamily="34" charset="0"/>
              </a:rPr>
              <a:pPr>
                <a:spcBef>
                  <a:spcPct val="0"/>
                </a:spcBef>
              </a:pPr>
              <a:t>234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32805" name="Rectangle 2"/>
          <p:cNvSpPr>
            <a:spLocks noGrp="1" noRot="1" noChangeAspect="1" noChangeArrowheads="1" noTextEdit="1"/>
          </p:cNvSpPr>
          <p:nvPr>
            <p:ph type="sldImg"/>
          </p:nvPr>
        </p:nvSpPr>
        <p:spPr>
          <a:ln/>
        </p:spPr>
      </p:sp>
      <p:sp>
        <p:nvSpPr>
          <p:cNvPr id="33280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22768123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502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502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2BC5EBF-7DF2-4E90-B45E-D5D1BD52B99B}" type="slidenum">
              <a:rPr lang="zh-CN" altLang="en-US" sz="1000" smtClean="0">
                <a:latin typeface="Arial" panose="020B0604020202020204" pitchFamily="34" charset="0"/>
              </a:rPr>
              <a:pPr>
                <a:spcBef>
                  <a:spcPct val="0"/>
                </a:spcBef>
              </a:pPr>
              <a:t>250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50213" name="Rectangle 2"/>
          <p:cNvSpPr>
            <a:spLocks noGrp="1" noRot="1" noChangeAspect="1" noChangeArrowheads="1" noTextEdit="1"/>
          </p:cNvSpPr>
          <p:nvPr>
            <p:ph type="sldImg"/>
          </p:nvPr>
        </p:nvSpPr>
        <p:spPr>
          <a:ln/>
        </p:spPr>
      </p:sp>
      <p:sp>
        <p:nvSpPr>
          <p:cNvPr id="3502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6204002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522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522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3B3CE21-ADA4-41C9-B552-EBD1982F105A}" type="slidenum">
              <a:rPr lang="zh-CN" altLang="en-US" sz="1000" smtClean="0">
                <a:latin typeface="Arial" panose="020B0604020202020204" pitchFamily="34" charset="0"/>
              </a:rPr>
              <a:pPr>
                <a:spcBef>
                  <a:spcPct val="0"/>
                </a:spcBef>
              </a:pPr>
              <a:t>251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52261" name="Rectangle 2"/>
          <p:cNvSpPr>
            <a:spLocks noGrp="1" noRot="1" noChangeAspect="1" noChangeArrowheads="1" noTextEdit="1"/>
          </p:cNvSpPr>
          <p:nvPr>
            <p:ph type="sldImg"/>
          </p:nvPr>
        </p:nvSpPr>
        <p:spPr>
          <a:ln/>
        </p:spPr>
      </p:sp>
      <p:sp>
        <p:nvSpPr>
          <p:cNvPr id="3522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5740805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543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543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9E34907-760B-46A0-B294-56ED07FAE695}" type="slidenum">
              <a:rPr lang="zh-CN" altLang="en-US" sz="1000" smtClean="0">
                <a:latin typeface="Arial" panose="020B0604020202020204" pitchFamily="34" charset="0"/>
              </a:rPr>
              <a:pPr>
                <a:spcBef>
                  <a:spcPct val="0"/>
                </a:spcBef>
              </a:pPr>
              <a:t>252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54309" name="Rectangle 2"/>
          <p:cNvSpPr>
            <a:spLocks noGrp="1" noRot="1" noChangeAspect="1" noChangeArrowheads="1" noTextEdit="1"/>
          </p:cNvSpPr>
          <p:nvPr>
            <p:ph type="sldImg"/>
          </p:nvPr>
        </p:nvSpPr>
        <p:spPr>
          <a:ln/>
        </p:spPr>
      </p:sp>
      <p:sp>
        <p:nvSpPr>
          <p:cNvPr id="3543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5334638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594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594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B387D40-239D-4CC4-913F-7282EAF2F79D}" type="slidenum">
              <a:rPr lang="zh-CN" altLang="en-US" sz="1000" smtClean="0">
                <a:latin typeface="Arial" panose="020B0604020202020204" pitchFamily="34" charset="0"/>
              </a:rPr>
              <a:pPr>
                <a:spcBef>
                  <a:spcPct val="0"/>
                </a:spcBef>
              </a:pPr>
              <a:t>256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59429" name="Rectangle 2"/>
          <p:cNvSpPr>
            <a:spLocks noGrp="1" noRot="1" noChangeAspect="1" noChangeArrowheads="1" noTextEdit="1"/>
          </p:cNvSpPr>
          <p:nvPr>
            <p:ph type="sldImg"/>
          </p:nvPr>
        </p:nvSpPr>
        <p:spPr>
          <a:ln/>
        </p:spPr>
      </p:sp>
      <p:sp>
        <p:nvSpPr>
          <p:cNvPr id="3594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0649111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624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625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1764C7A-B41A-4FD2-84A0-4E551BA85F0D}" type="slidenum">
              <a:rPr lang="zh-CN" altLang="en-US" sz="1000" smtClean="0">
                <a:latin typeface="Arial" panose="020B0604020202020204" pitchFamily="34" charset="0"/>
              </a:rPr>
              <a:pPr>
                <a:spcBef>
                  <a:spcPct val="0"/>
                </a:spcBef>
              </a:pPr>
              <a:t>258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62501" name="Rectangle 2"/>
          <p:cNvSpPr>
            <a:spLocks noGrp="1" noRot="1" noChangeAspect="1" noChangeArrowheads="1" noTextEdit="1"/>
          </p:cNvSpPr>
          <p:nvPr>
            <p:ph type="sldImg"/>
          </p:nvPr>
        </p:nvSpPr>
        <p:spPr>
          <a:ln/>
        </p:spPr>
      </p:sp>
      <p:sp>
        <p:nvSpPr>
          <p:cNvPr id="3625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2491177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645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645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DAF0425-BB52-4798-969E-1CAA282DEC7C}" type="slidenum">
              <a:rPr lang="zh-CN" altLang="en-US" sz="1000" smtClean="0">
                <a:latin typeface="Arial" panose="020B0604020202020204" pitchFamily="34" charset="0"/>
              </a:rPr>
              <a:pPr>
                <a:spcBef>
                  <a:spcPct val="0"/>
                </a:spcBef>
              </a:pPr>
              <a:t>259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64549" name="Rectangle 2"/>
          <p:cNvSpPr>
            <a:spLocks noGrp="1" noRot="1" noChangeAspect="1" noChangeArrowheads="1" noTextEdit="1"/>
          </p:cNvSpPr>
          <p:nvPr>
            <p:ph type="sldImg"/>
          </p:nvPr>
        </p:nvSpPr>
        <p:spPr>
          <a:ln/>
        </p:spPr>
      </p:sp>
      <p:sp>
        <p:nvSpPr>
          <p:cNvPr id="3645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991864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665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665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8D09903-314D-49F6-A2CE-98A57E1001D6}" type="slidenum">
              <a:rPr lang="zh-CN" altLang="en-US" sz="1000" smtClean="0">
                <a:latin typeface="Arial" panose="020B0604020202020204" pitchFamily="34" charset="0"/>
              </a:rPr>
              <a:pPr>
                <a:spcBef>
                  <a:spcPct val="0"/>
                </a:spcBef>
              </a:pPr>
              <a:t>260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66597" name="Rectangle 2"/>
          <p:cNvSpPr>
            <a:spLocks noGrp="1" noRot="1" noChangeAspect="1" noChangeArrowheads="1" noTextEdit="1"/>
          </p:cNvSpPr>
          <p:nvPr>
            <p:ph type="sldImg"/>
          </p:nvPr>
        </p:nvSpPr>
        <p:spPr>
          <a:ln/>
        </p:spPr>
      </p:sp>
      <p:sp>
        <p:nvSpPr>
          <p:cNvPr id="3665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8755191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686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686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B40DD97-910D-448B-A623-4060D5669997}" type="slidenum">
              <a:rPr lang="zh-CN" altLang="en-US" sz="1000" smtClean="0">
                <a:latin typeface="Arial" panose="020B0604020202020204" pitchFamily="34" charset="0"/>
              </a:rPr>
              <a:pPr>
                <a:spcBef>
                  <a:spcPct val="0"/>
                </a:spcBef>
              </a:pPr>
              <a:t>261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68645" name="Rectangle 2"/>
          <p:cNvSpPr>
            <a:spLocks noGrp="1" noRot="1" noChangeAspect="1" noChangeArrowheads="1" noTextEdit="1"/>
          </p:cNvSpPr>
          <p:nvPr>
            <p:ph type="sldImg"/>
          </p:nvPr>
        </p:nvSpPr>
        <p:spPr>
          <a:ln/>
        </p:spPr>
      </p:sp>
      <p:sp>
        <p:nvSpPr>
          <p:cNvPr id="3686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74327696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727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727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65F8223-2668-4F28-AA46-FDF69C91D04A}" type="slidenum">
              <a:rPr lang="zh-CN" altLang="en-US" sz="1000" smtClean="0">
                <a:latin typeface="Arial" panose="020B0604020202020204" pitchFamily="34" charset="0"/>
              </a:rPr>
              <a:pPr>
                <a:spcBef>
                  <a:spcPct val="0"/>
                </a:spcBef>
              </a:pPr>
              <a:t>264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72741" name="Rectangle 2"/>
          <p:cNvSpPr>
            <a:spLocks noGrp="1" noRot="1" noChangeAspect="1" noChangeArrowheads="1" noTextEdit="1"/>
          </p:cNvSpPr>
          <p:nvPr>
            <p:ph type="sldImg"/>
          </p:nvPr>
        </p:nvSpPr>
        <p:spPr>
          <a:ln/>
        </p:spPr>
      </p:sp>
      <p:sp>
        <p:nvSpPr>
          <p:cNvPr id="3727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08029153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747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747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01B0E53-50F2-46C7-99D5-830C73B216F0}" type="slidenum">
              <a:rPr lang="zh-CN" altLang="en-US" sz="1000" smtClean="0">
                <a:latin typeface="Arial" panose="020B0604020202020204" pitchFamily="34" charset="0"/>
              </a:rPr>
              <a:pPr>
                <a:spcBef>
                  <a:spcPct val="0"/>
                </a:spcBef>
              </a:pPr>
              <a:t>265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74789" name="Rectangle 2"/>
          <p:cNvSpPr>
            <a:spLocks noGrp="1" noRot="1" noChangeAspect="1" noChangeArrowheads="1" noTextEdit="1"/>
          </p:cNvSpPr>
          <p:nvPr>
            <p:ph type="sldImg"/>
          </p:nvPr>
        </p:nvSpPr>
        <p:spPr>
          <a:ln/>
        </p:spPr>
      </p:sp>
      <p:sp>
        <p:nvSpPr>
          <p:cNvPr id="3747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7713155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768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768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9F2D2F7-49E5-4985-B394-D7330203594D}" type="slidenum">
              <a:rPr lang="zh-CN" altLang="en-US" sz="1000" smtClean="0">
                <a:latin typeface="Arial" panose="020B0604020202020204" pitchFamily="34" charset="0"/>
              </a:rPr>
              <a:pPr>
                <a:spcBef>
                  <a:spcPct val="0"/>
                </a:spcBef>
              </a:pPr>
              <a:t>266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76837" name="Rectangle 2"/>
          <p:cNvSpPr>
            <a:spLocks noGrp="1" noRot="1" noChangeAspect="1" noChangeArrowheads="1" noTextEdit="1"/>
          </p:cNvSpPr>
          <p:nvPr>
            <p:ph type="sldImg"/>
          </p:nvPr>
        </p:nvSpPr>
        <p:spPr>
          <a:ln/>
        </p:spPr>
      </p:sp>
      <p:sp>
        <p:nvSpPr>
          <p:cNvPr id="3768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9153860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788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788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EF8E4B0-5835-4A27-9C82-CE82B5E54419}" type="slidenum">
              <a:rPr lang="zh-CN" altLang="en-US" sz="1000" smtClean="0">
                <a:latin typeface="Arial" panose="020B0604020202020204" pitchFamily="34" charset="0"/>
              </a:rPr>
              <a:pPr>
                <a:spcBef>
                  <a:spcPct val="0"/>
                </a:spcBef>
              </a:pPr>
              <a:t>267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78885" name="Rectangle 2"/>
          <p:cNvSpPr>
            <a:spLocks noGrp="1" noRot="1" noChangeAspect="1" noChangeArrowheads="1" noTextEdit="1"/>
          </p:cNvSpPr>
          <p:nvPr>
            <p:ph type="sldImg"/>
          </p:nvPr>
        </p:nvSpPr>
        <p:spPr>
          <a:ln/>
        </p:spPr>
      </p:sp>
      <p:sp>
        <p:nvSpPr>
          <p:cNvPr id="3788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1492889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Slide Image Placeholder 1"/>
          <p:cNvSpPr>
            <a:spLocks noGrp="1" noRot="1" noChangeAspect="1" noTextEdit="1"/>
          </p:cNvSpPr>
          <p:nvPr>
            <p:ph type="sldImg"/>
          </p:nvPr>
        </p:nvSpPr>
        <p:spPr>
          <a:ln/>
        </p:spPr>
      </p:sp>
      <p:sp>
        <p:nvSpPr>
          <p:cNvPr id="3840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400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a:latin typeface="Arial" panose="020B0604020202020204" pitchFamily="34" charset="0"/>
            </a:endParaRPr>
          </a:p>
        </p:txBody>
      </p:sp>
      <p:sp>
        <p:nvSpPr>
          <p:cNvPr id="38400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a:latin typeface="Arial" panose="020B0604020202020204" pitchFamily="34" charset="0"/>
            </a:endParaRPr>
          </a:p>
        </p:txBody>
      </p:sp>
      <p:sp>
        <p:nvSpPr>
          <p:cNvPr id="384006"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00B4003-8ECC-43B7-8769-79B07E4FDC5C}" type="slidenum">
              <a:rPr lang="zh-CN" altLang="en-US" sz="1000" smtClean="0">
                <a:latin typeface="Arial" panose="020B0604020202020204" pitchFamily="34" charset="0"/>
              </a:rPr>
              <a:pPr>
                <a:spcBef>
                  <a:spcPct val="0"/>
                </a:spcBef>
              </a:pPr>
              <a:t>271</a:t>
            </a:fld>
            <a:r>
              <a:rPr lang="en-US" altLang="zh-CN" sz="1000">
                <a:latin typeface="Arial" panose="020B0604020202020204" pitchFamily="34" charset="0"/>
              </a:rPr>
              <a:t>##</a:t>
            </a:r>
            <a:endParaRPr lang="en-US" altLang="zh-CN">
              <a:latin typeface="Arial" panose="020B0604020202020204" pitchFamily="34" charset="0"/>
            </a:endParaRPr>
          </a:p>
        </p:txBody>
      </p:sp>
    </p:spTree>
    <p:extLst>
      <p:ext uri="{BB962C8B-B14F-4D97-AF65-F5344CB8AC3E}">
        <p14:creationId xmlns:p14="http://schemas.microsoft.com/office/powerpoint/2010/main" val="147891684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8605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8605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ACE50DB-DECC-4214-932F-169ED59AE6B1}" type="slidenum">
              <a:rPr lang="zh-CN" altLang="en-US" sz="1000" smtClean="0">
                <a:latin typeface="Arial" panose="020B0604020202020204" pitchFamily="34" charset="0"/>
              </a:rPr>
              <a:pPr>
                <a:spcBef>
                  <a:spcPct val="0"/>
                </a:spcBef>
              </a:pPr>
              <a:t>272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86053" name="Rectangle 2"/>
          <p:cNvSpPr>
            <a:spLocks noGrp="1" noRot="1" noChangeAspect="1" noChangeArrowheads="1" noTextEdit="1"/>
          </p:cNvSpPr>
          <p:nvPr>
            <p:ph type="sldImg"/>
          </p:nvPr>
        </p:nvSpPr>
        <p:spPr>
          <a:ln/>
        </p:spPr>
      </p:sp>
      <p:sp>
        <p:nvSpPr>
          <p:cNvPr id="38605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5868502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880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881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DC2F86F-7C6B-4F3E-9A05-23CE35BD2689}" type="slidenum">
              <a:rPr lang="zh-CN" altLang="en-US" sz="1000" smtClean="0">
                <a:latin typeface="Arial" panose="020B0604020202020204" pitchFamily="34" charset="0"/>
              </a:rPr>
              <a:pPr>
                <a:spcBef>
                  <a:spcPct val="0"/>
                </a:spcBef>
              </a:pPr>
              <a:t>273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88101" name="Rectangle 2"/>
          <p:cNvSpPr>
            <a:spLocks noGrp="1" noRot="1" noChangeAspect="1" noChangeArrowheads="1" noTextEdit="1"/>
          </p:cNvSpPr>
          <p:nvPr>
            <p:ph type="sldImg"/>
          </p:nvPr>
        </p:nvSpPr>
        <p:spPr>
          <a:ln/>
        </p:spPr>
      </p:sp>
      <p:sp>
        <p:nvSpPr>
          <p:cNvPr id="3881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52407275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901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901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93362AF-F617-4346-AA12-32B4E631CE28}" type="slidenum">
              <a:rPr lang="zh-CN" altLang="en-US" sz="1000" smtClean="0">
                <a:latin typeface="Arial" panose="020B0604020202020204" pitchFamily="34" charset="0"/>
              </a:rPr>
              <a:pPr>
                <a:spcBef>
                  <a:spcPct val="0"/>
                </a:spcBef>
              </a:pPr>
              <a:t>274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90149" name="Rectangle 2"/>
          <p:cNvSpPr>
            <a:spLocks noGrp="1" noRot="1" noChangeAspect="1" noChangeArrowheads="1" noTextEdit="1"/>
          </p:cNvSpPr>
          <p:nvPr>
            <p:ph type="sldImg"/>
          </p:nvPr>
        </p:nvSpPr>
        <p:spPr>
          <a:ln/>
        </p:spPr>
      </p:sp>
      <p:sp>
        <p:nvSpPr>
          <p:cNvPr id="390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4681832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932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932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E02AA5B-879E-4E28-96C0-EE6AD87A3EBA}" type="slidenum">
              <a:rPr lang="zh-CN" altLang="en-US" sz="1000" smtClean="0">
                <a:latin typeface="Arial" panose="020B0604020202020204" pitchFamily="34" charset="0"/>
              </a:rPr>
              <a:pPr>
                <a:spcBef>
                  <a:spcPct val="0"/>
                </a:spcBef>
              </a:pPr>
              <a:t>276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93221" name="Rectangle 2"/>
          <p:cNvSpPr>
            <a:spLocks noGrp="1" noRot="1" noChangeAspect="1" noChangeArrowheads="1" noTextEdit="1"/>
          </p:cNvSpPr>
          <p:nvPr>
            <p:ph type="sldImg"/>
          </p:nvPr>
        </p:nvSpPr>
        <p:spPr>
          <a:ln/>
        </p:spPr>
      </p:sp>
      <p:sp>
        <p:nvSpPr>
          <p:cNvPr id="3932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04947335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952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952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71E536F-56FE-44B0-9A5F-3D8016347537}" type="slidenum">
              <a:rPr lang="zh-CN" altLang="en-US" sz="1000" smtClean="0">
                <a:latin typeface="Arial" panose="020B0604020202020204" pitchFamily="34" charset="0"/>
              </a:rPr>
              <a:pPr>
                <a:spcBef>
                  <a:spcPct val="0"/>
                </a:spcBef>
              </a:pPr>
              <a:t>277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95269" name="Rectangle 2"/>
          <p:cNvSpPr>
            <a:spLocks noGrp="1" noRot="1" noChangeAspect="1" noChangeArrowheads="1" noTextEdit="1"/>
          </p:cNvSpPr>
          <p:nvPr>
            <p:ph type="sldImg"/>
          </p:nvPr>
        </p:nvSpPr>
        <p:spPr>
          <a:ln/>
        </p:spPr>
      </p:sp>
      <p:sp>
        <p:nvSpPr>
          <p:cNvPr id="3952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6035619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3983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3983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77839B9-DE46-4FCC-8A30-26E0FFD80366}" type="slidenum">
              <a:rPr lang="zh-CN" altLang="en-US" sz="1000" smtClean="0">
                <a:latin typeface="Arial" panose="020B0604020202020204" pitchFamily="34" charset="0"/>
              </a:rPr>
              <a:pPr>
                <a:spcBef>
                  <a:spcPct val="0"/>
                </a:spcBef>
              </a:pPr>
              <a:t>279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398341" name="Rectangle 2"/>
          <p:cNvSpPr>
            <a:spLocks noGrp="1" noRot="1" noChangeAspect="1" noChangeArrowheads="1" noTextEdit="1"/>
          </p:cNvSpPr>
          <p:nvPr>
            <p:ph type="sldImg"/>
          </p:nvPr>
        </p:nvSpPr>
        <p:spPr>
          <a:ln/>
        </p:spPr>
      </p:sp>
      <p:sp>
        <p:nvSpPr>
          <p:cNvPr id="3983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1161265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003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003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67509E6-C2E1-44DC-8A5B-25494119F163}" type="slidenum">
              <a:rPr lang="zh-CN" altLang="en-US" sz="1000" smtClean="0">
                <a:latin typeface="Arial" panose="020B0604020202020204" pitchFamily="34" charset="0"/>
              </a:rPr>
              <a:pPr>
                <a:spcBef>
                  <a:spcPct val="0"/>
                </a:spcBef>
              </a:pPr>
              <a:t>280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00389" name="Rectangle 2"/>
          <p:cNvSpPr>
            <a:spLocks noGrp="1" noRot="1" noChangeAspect="1" noChangeArrowheads="1" noTextEdit="1"/>
          </p:cNvSpPr>
          <p:nvPr>
            <p:ph type="sldImg"/>
          </p:nvPr>
        </p:nvSpPr>
        <p:spPr>
          <a:ln/>
        </p:spPr>
      </p:sp>
      <p:sp>
        <p:nvSpPr>
          <p:cNvPr id="4003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33654655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024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024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30C2E8D-D5FC-428E-96BE-12DFA0F5C9F1}" type="slidenum">
              <a:rPr lang="zh-CN" altLang="en-US" sz="1000" smtClean="0">
                <a:latin typeface="Arial" panose="020B0604020202020204" pitchFamily="34" charset="0"/>
              </a:rPr>
              <a:pPr>
                <a:spcBef>
                  <a:spcPct val="0"/>
                </a:spcBef>
              </a:pPr>
              <a:t>281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02437" name="Rectangle 2"/>
          <p:cNvSpPr>
            <a:spLocks noGrp="1" noRot="1" noChangeAspect="1" noChangeArrowheads="1" noTextEdit="1"/>
          </p:cNvSpPr>
          <p:nvPr>
            <p:ph type="sldImg"/>
          </p:nvPr>
        </p:nvSpPr>
        <p:spPr>
          <a:ln/>
        </p:spPr>
      </p:sp>
      <p:sp>
        <p:nvSpPr>
          <p:cNvPr id="4024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1297867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04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04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555F99D-1EF0-45CF-A60F-25D080122C9E}" type="slidenum">
              <a:rPr lang="zh-CN" altLang="en-US" sz="1000" smtClean="0">
                <a:latin typeface="Arial" panose="020B0604020202020204" pitchFamily="34" charset="0"/>
              </a:rPr>
              <a:pPr>
                <a:spcBef>
                  <a:spcPct val="0"/>
                </a:spcBef>
              </a:pPr>
              <a:t>282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04485" name="Rectangle 2"/>
          <p:cNvSpPr>
            <a:spLocks noGrp="1" noRot="1" noChangeAspect="1" noChangeArrowheads="1" noTextEdit="1"/>
          </p:cNvSpPr>
          <p:nvPr>
            <p:ph type="sldImg"/>
          </p:nvPr>
        </p:nvSpPr>
        <p:spPr>
          <a:ln/>
        </p:spPr>
      </p:sp>
      <p:sp>
        <p:nvSpPr>
          <p:cNvPr id="404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5420157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065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065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1AC5F44-C5CB-4AAA-84B5-5D27D38C1398}" type="slidenum">
              <a:rPr lang="zh-CN" altLang="en-US" sz="1000" smtClean="0">
                <a:latin typeface="Arial" panose="020B0604020202020204" pitchFamily="34" charset="0"/>
              </a:rPr>
              <a:pPr>
                <a:spcBef>
                  <a:spcPct val="0"/>
                </a:spcBef>
              </a:pPr>
              <a:t>283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06533" name="Rectangle 2"/>
          <p:cNvSpPr>
            <a:spLocks noGrp="1" noRot="1" noChangeAspect="1" noChangeArrowheads="1" noTextEdit="1"/>
          </p:cNvSpPr>
          <p:nvPr>
            <p:ph type="sldImg"/>
          </p:nvPr>
        </p:nvSpPr>
        <p:spPr>
          <a:ln/>
        </p:spPr>
      </p:sp>
      <p:sp>
        <p:nvSpPr>
          <p:cNvPr id="406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9173130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085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085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1BACB3F-B050-4E8A-9D93-D759A02C694B}" type="slidenum">
              <a:rPr lang="zh-CN" altLang="en-US" sz="1000" smtClean="0">
                <a:latin typeface="Arial" panose="020B0604020202020204" pitchFamily="34" charset="0"/>
              </a:rPr>
              <a:pPr>
                <a:spcBef>
                  <a:spcPct val="0"/>
                </a:spcBef>
              </a:pPr>
              <a:t>284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08581" name="Rectangle 2"/>
          <p:cNvSpPr>
            <a:spLocks noGrp="1" noRot="1" noChangeAspect="1" noChangeArrowheads="1" noTextEdit="1"/>
          </p:cNvSpPr>
          <p:nvPr>
            <p:ph type="sldImg"/>
          </p:nvPr>
        </p:nvSpPr>
        <p:spPr>
          <a:ln/>
        </p:spPr>
      </p:sp>
      <p:sp>
        <p:nvSpPr>
          <p:cNvPr id="4085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3375706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106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106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57B220E-FF44-4EF5-B90A-4E82ECF33B1C}" type="slidenum">
              <a:rPr lang="zh-CN" altLang="en-US" sz="1000" smtClean="0">
                <a:latin typeface="Arial" panose="020B0604020202020204" pitchFamily="34" charset="0"/>
              </a:rPr>
              <a:pPr>
                <a:spcBef>
                  <a:spcPct val="0"/>
                </a:spcBef>
              </a:pPr>
              <a:t>285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10629" name="Rectangle 2"/>
          <p:cNvSpPr>
            <a:spLocks noGrp="1" noRot="1" noChangeAspect="1" noChangeArrowheads="1" noTextEdit="1"/>
          </p:cNvSpPr>
          <p:nvPr>
            <p:ph type="sldImg"/>
          </p:nvPr>
        </p:nvSpPr>
        <p:spPr>
          <a:ln/>
        </p:spPr>
      </p:sp>
      <p:sp>
        <p:nvSpPr>
          <p:cNvPr id="410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9548352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126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126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6E7C556-E0F2-40C9-8C4D-FCF56DADB086}" type="slidenum">
              <a:rPr lang="zh-CN" altLang="en-US" sz="1000" smtClean="0">
                <a:latin typeface="Arial" panose="020B0604020202020204" pitchFamily="34" charset="0"/>
              </a:rPr>
              <a:pPr>
                <a:spcBef>
                  <a:spcPct val="0"/>
                </a:spcBef>
              </a:pPr>
              <a:t>286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12677" name="Rectangle 2"/>
          <p:cNvSpPr>
            <a:spLocks noGrp="1" noRot="1" noChangeAspect="1" noChangeArrowheads="1" noTextEdit="1"/>
          </p:cNvSpPr>
          <p:nvPr>
            <p:ph type="sldImg"/>
          </p:nvPr>
        </p:nvSpPr>
        <p:spPr>
          <a:ln/>
        </p:spPr>
      </p:sp>
      <p:sp>
        <p:nvSpPr>
          <p:cNvPr id="4126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0179357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14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14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0047739-1E65-40AE-B6C6-2AE7D728869F}" type="slidenum">
              <a:rPr lang="zh-CN" altLang="en-US" sz="1000" smtClean="0">
                <a:latin typeface="Arial" panose="020B0604020202020204" pitchFamily="34" charset="0"/>
              </a:rPr>
              <a:pPr>
                <a:spcBef>
                  <a:spcPct val="0"/>
                </a:spcBef>
              </a:pPr>
              <a:t>287</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14725" name="Rectangle 2"/>
          <p:cNvSpPr>
            <a:spLocks noGrp="1" noRot="1" noChangeAspect="1" noChangeArrowheads="1" noTextEdit="1"/>
          </p:cNvSpPr>
          <p:nvPr>
            <p:ph type="sldImg"/>
          </p:nvPr>
        </p:nvSpPr>
        <p:spPr>
          <a:ln/>
        </p:spPr>
      </p:sp>
      <p:sp>
        <p:nvSpPr>
          <p:cNvPr id="414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0605598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16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16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A710F24-002D-4ADF-848F-7B22F9FB825C}" type="slidenum">
              <a:rPr lang="zh-CN" altLang="en-US" sz="1000" smtClean="0">
                <a:latin typeface="Arial" panose="020B0604020202020204" pitchFamily="34" charset="0"/>
              </a:rPr>
              <a:pPr>
                <a:spcBef>
                  <a:spcPct val="0"/>
                </a:spcBef>
              </a:pPr>
              <a:t>288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16773" name="Rectangle 2"/>
          <p:cNvSpPr>
            <a:spLocks noGrp="1" noRot="1" noChangeAspect="1" noChangeArrowheads="1" noTextEdit="1"/>
          </p:cNvSpPr>
          <p:nvPr>
            <p:ph type="sldImg"/>
          </p:nvPr>
        </p:nvSpPr>
        <p:spPr>
          <a:ln/>
        </p:spPr>
      </p:sp>
      <p:sp>
        <p:nvSpPr>
          <p:cNvPr id="416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837761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188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188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4A68640-583E-4E5A-B93C-08C7545513BD}" type="slidenum">
              <a:rPr lang="zh-CN" altLang="en-US" sz="1000" smtClean="0">
                <a:latin typeface="Arial" panose="020B0604020202020204" pitchFamily="34" charset="0"/>
              </a:rPr>
              <a:pPr>
                <a:spcBef>
                  <a:spcPct val="0"/>
                </a:spcBef>
              </a:pPr>
              <a:t>289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18821" name="Rectangle 2"/>
          <p:cNvSpPr>
            <a:spLocks noGrp="1" noRot="1" noChangeAspect="1" noChangeArrowheads="1" noTextEdit="1"/>
          </p:cNvSpPr>
          <p:nvPr>
            <p:ph type="sldImg"/>
          </p:nvPr>
        </p:nvSpPr>
        <p:spPr>
          <a:ln/>
        </p:spPr>
      </p:sp>
      <p:sp>
        <p:nvSpPr>
          <p:cNvPr id="4188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322250288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208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208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4131607-35D4-4A4B-869F-82AEADA8DD4B}" type="slidenum">
              <a:rPr lang="zh-CN" altLang="en-US" sz="1000" smtClean="0">
                <a:latin typeface="Arial" panose="020B0604020202020204" pitchFamily="34" charset="0"/>
              </a:rPr>
              <a:pPr>
                <a:spcBef>
                  <a:spcPct val="0"/>
                </a:spcBef>
              </a:pPr>
              <a:t>290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20869" name="Rectangle 2"/>
          <p:cNvSpPr>
            <a:spLocks noGrp="1" noRot="1" noChangeAspect="1" noChangeArrowheads="1" noTextEdit="1"/>
          </p:cNvSpPr>
          <p:nvPr>
            <p:ph type="sldImg"/>
          </p:nvPr>
        </p:nvSpPr>
        <p:spPr>
          <a:ln/>
        </p:spPr>
      </p:sp>
      <p:sp>
        <p:nvSpPr>
          <p:cNvPr id="4208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5787560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229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229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D10F492-F48E-4C6F-8A77-1DB6B037E9A5}" type="slidenum">
              <a:rPr lang="zh-CN" altLang="en-US" sz="1000" smtClean="0">
                <a:latin typeface="Arial" panose="020B0604020202020204" pitchFamily="34" charset="0"/>
              </a:rPr>
              <a:pPr>
                <a:spcBef>
                  <a:spcPct val="0"/>
                </a:spcBef>
              </a:pPr>
              <a:t>291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22917" name="Rectangle 2"/>
          <p:cNvSpPr>
            <a:spLocks noGrp="1" noRot="1" noChangeAspect="1" noChangeArrowheads="1" noTextEdit="1"/>
          </p:cNvSpPr>
          <p:nvPr>
            <p:ph type="sldImg"/>
          </p:nvPr>
        </p:nvSpPr>
        <p:spPr>
          <a:ln/>
        </p:spPr>
      </p:sp>
      <p:sp>
        <p:nvSpPr>
          <p:cNvPr id="4229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9980316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2496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249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9F00D76-B63A-4136-9BB9-7CE9F38AA6C5}" type="slidenum">
              <a:rPr lang="zh-CN" altLang="en-US" sz="1000" smtClean="0">
                <a:latin typeface="Arial" panose="020B0604020202020204" pitchFamily="34" charset="0"/>
              </a:rPr>
              <a:pPr>
                <a:spcBef>
                  <a:spcPct val="0"/>
                </a:spcBef>
              </a:pPr>
              <a:t>292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24965" name="Rectangle 2"/>
          <p:cNvSpPr>
            <a:spLocks noGrp="1" noRot="1" noChangeAspect="1" noChangeArrowheads="1" noTextEdit="1"/>
          </p:cNvSpPr>
          <p:nvPr>
            <p:ph type="sldImg"/>
          </p:nvPr>
        </p:nvSpPr>
        <p:spPr>
          <a:ln/>
        </p:spPr>
      </p:sp>
      <p:sp>
        <p:nvSpPr>
          <p:cNvPr id="4249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19128325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270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270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3EF1B3E-62E1-43CC-9B88-DB5FF34E49C3}" type="slidenum">
              <a:rPr lang="zh-CN" altLang="en-US" sz="1000" smtClean="0">
                <a:latin typeface="Arial" panose="020B0604020202020204" pitchFamily="34" charset="0"/>
              </a:rPr>
              <a:pPr>
                <a:spcBef>
                  <a:spcPct val="0"/>
                </a:spcBef>
              </a:pPr>
              <a:t>293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27013" name="Rectangle 2"/>
          <p:cNvSpPr>
            <a:spLocks noGrp="1" noRot="1" noChangeAspect="1" noChangeArrowheads="1" noTextEdit="1"/>
          </p:cNvSpPr>
          <p:nvPr>
            <p:ph type="sldImg"/>
          </p:nvPr>
        </p:nvSpPr>
        <p:spPr>
          <a:ln/>
        </p:spPr>
      </p:sp>
      <p:sp>
        <p:nvSpPr>
          <p:cNvPr id="4270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4073749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290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290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854DB49-634B-4ABD-8676-157C531A7E90}" type="slidenum">
              <a:rPr lang="zh-CN" altLang="en-US" sz="1000" smtClean="0">
                <a:latin typeface="Arial" panose="020B0604020202020204" pitchFamily="34" charset="0"/>
              </a:rPr>
              <a:pPr>
                <a:spcBef>
                  <a:spcPct val="0"/>
                </a:spcBef>
              </a:pPr>
              <a:t>294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29061" name="Rectangle 2"/>
          <p:cNvSpPr>
            <a:spLocks noGrp="1" noRot="1" noChangeAspect="1" noChangeArrowheads="1" noTextEdit="1"/>
          </p:cNvSpPr>
          <p:nvPr>
            <p:ph type="sldImg"/>
          </p:nvPr>
        </p:nvSpPr>
        <p:spPr>
          <a:ln/>
        </p:spPr>
      </p:sp>
      <p:sp>
        <p:nvSpPr>
          <p:cNvPr id="4290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06986948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311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311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77688A3-5FDD-41E7-9314-2E67213E32BE}" type="slidenum">
              <a:rPr lang="zh-CN" altLang="en-US" sz="1000" smtClean="0">
                <a:latin typeface="Arial" panose="020B0604020202020204" pitchFamily="34" charset="0"/>
              </a:rPr>
              <a:pPr>
                <a:spcBef>
                  <a:spcPct val="0"/>
                </a:spcBef>
              </a:pPr>
              <a:t>296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31109" name="Rectangle 2"/>
          <p:cNvSpPr>
            <a:spLocks noGrp="1" noRot="1" noChangeAspect="1" noChangeArrowheads="1" noTextEdit="1"/>
          </p:cNvSpPr>
          <p:nvPr>
            <p:ph type="sldImg"/>
          </p:nvPr>
        </p:nvSpPr>
        <p:spPr>
          <a:ln/>
        </p:spPr>
      </p:sp>
      <p:sp>
        <p:nvSpPr>
          <p:cNvPr id="4311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8173621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3520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3520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3B32506-A9EB-4007-AD8D-E34C16C571DD}" type="slidenum">
              <a:rPr lang="zh-CN" altLang="en-US" sz="1000" smtClean="0">
                <a:latin typeface="Arial" panose="020B0604020202020204" pitchFamily="34" charset="0"/>
              </a:rPr>
              <a:pPr>
                <a:spcBef>
                  <a:spcPct val="0"/>
                </a:spcBef>
              </a:pPr>
              <a:t>299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35205" name="Rectangle 2"/>
          <p:cNvSpPr>
            <a:spLocks noGrp="1" noRot="1" noChangeAspect="1" noChangeArrowheads="1" noTextEdit="1"/>
          </p:cNvSpPr>
          <p:nvPr>
            <p:ph type="sldImg"/>
          </p:nvPr>
        </p:nvSpPr>
        <p:spPr>
          <a:ln/>
        </p:spPr>
      </p:sp>
      <p:sp>
        <p:nvSpPr>
          <p:cNvPr id="43520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6227271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3725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3725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B267B02-2333-447B-B506-DCCF2DD1CCD2}" type="slidenum">
              <a:rPr lang="zh-CN" altLang="en-US" sz="1000" smtClean="0">
                <a:latin typeface="Arial" panose="020B0604020202020204" pitchFamily="34" charset="0"/>
              </a:rPr>
              <a:pPr>
                <a:spcBef>
                  <a:spcPct val="0"/>
                </a:spcBef>
              </a:pPr>
              <a:t>300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37253" name="Rectangle 2"/>
          <p:cNvSpPr>
            <a:spLocks noGrp="1" noRot="1" noChangeAspect="1" noChangeArrowheads="1" noTextEdit="1"/>
          </p:cNvSpPr>
          <p:nvPr>
            <p:ph type="sldImg"/>
          </p:nvPr>
        </p:nvSpPr>
        <p:spPr>
          <a:ln/>
        </p:spPr>
      </p:sp>
      <p:sp>
        <p:nvSpPr>
          <p:cNvPr id="43725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8917821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392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393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D4B9C59-4DBA-4CA7-B087-8AC4D26DB75B}" type="slidenum">
              <a:rPr lang="zh-CN" altLang="en-US" sz="1000" smtClean="0">
                <a:latin typeface="Arial" panose="020B0604020202020204" pitchFamily="34" charset="0"/>
              </a:rPr>
              <a:pPr>
                <a:spcBef>
                  <a:spcPct val="0"/>
                </a:spcBef>
              </a:pPr>
              <a:t>301</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39301" name="Rectangle 2"/>
          <p:cNvSpPr>
            <a:spLocks noGrp="1" noRot="1" noChangeAspect="1" noChangeArrowheads="1" noTextEdit="1"/>
          </p:cNvSpPr>
          <p:nvPr>
            <p:ph type="sldImg"/>
          </p:nvPr>
        </p:nvSpPr>
        <p:spPr>
          <a:ln/>
        </p:spPr>
      </p:sp>
      <p:sp>
        <p:nvSpPr>
          <p:cNvPr id="4393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22737696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474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474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BC41D24-8F23-4880-95A0-6A05A8D6B167}" type="slidenum">
              <a:rPr lang="zh-CN" altLang="en-US" sz="1000" smtClean="0">
                <a:latin typeface="Arial" panose="020B0604020202020204" pitchFamily="34" charset="0"/>
              </a:rPr>
              <a:pPr>
                <a:spcBef>
                  <a:spcPct val="0"/>
                </a:spcBef>
              </a:pPr>
              <a:t>312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47493" name="Rectangle 2"/>
          <p:cNvSpPr>
            <a:spLocks noGrp="1" noRot="1" noChangeAspect="1" noChangeArrowheads="1" noTextEdit="1"/>
          </p:cNvSpPr>
          <p:nvPr>
            <p:ph type="sldImg"/>
          </p:nvPr>
        </p:nvSpPr>
        <p:spPr>
          <a:ln/>
        </p:spPr>
      </p:sp>
      <p:sp>
        <p:nvSpPr>
          <p:cNvPr id="4474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3534776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495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495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4CE9E8B-F37E-4274-B68D-B3304F4D59DC}" type="slidenum">
              <a:rPr lang="zh-CN" altLang="en-US" sz="1000" smtClean="0">
                <a:latin typeface="Arial" panose="020B0604020202020204" pitchFamily="34" charset="0"/>
              </a:rPr>
              <a:pPr>
                <a:spcBef>
                  <a:spcPct val="0"/>
                </a:spcBef>
              </a:pPr>
              <a:t>313</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49541" name="Rectangle 2"/>
          <p:cNvSpPr>
            <a:spLocks noGrp="1" noRot="1" noChangeAspect="1" noChangeArrowheads="1" noTextEdit="1"/>
          </p:cNvSpPr>
          <p:nvPr>
            <p:ph type="sldImg"/>
          </p:nvPr>
        </p:nvSpPr>
        <p:spPr>
          <a:ln/>
        </p:spPr>
      </p:sp>
      <p:sp>
        <p:nvSpPr>
          <p:cNvPr id="4495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32152635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515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515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271A69E-41C0-4167-8893-DC36960B71F0}" type="slidenum">
              <a:rPr lang="zh-CN" altLang="en-US" sz="1000" smtClean="0">
                <a:latin typeface="Arial" panose="020B0604020202020204" pitchFamily="34" charset="0"/>
              </a:rPr>
              <a:pPr>
                <a:spcBef>
                  <a:spcPct val="0"/>
                </a:spcBef>
              </a:pPr>
              <a:t>314</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51589" name="Rectangle 2"/>
          <p:cNvSpPr>
            <a:spLocks noGrp="1" noRot="1" noChangeAspect="1" noChangeArrowheads="1" noTextEdit="1"/>
          </p:cNvSpPr>
          <p:nvPr>
            <p:ph type="sldImg"/>
          </p:nvPr>
        </p:nvSpPr>
        <p:spPr>
          <a:ln/>
        </p:spPr>
      </p:sp>
      <p:sp>
        <p:nvSpPr>
          <p:cNvPr id="4515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6581993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536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536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97627B7-45D0-4C67-AA0E-5C6CC641E62A}" type="slidenum">
              <a:rPr lang="zh-CN" altLang="en-US" sz="1000" smtClean="0">
                <a:latin typeface="Arial" panose="020B0604020202020204" pitchFamily="34" charset="0"/>
              </a:rPr>
              <a:pPr>
                <a:spcBef>
                  <a:spcPct val="0"/>
                </a:spcBef>
              </a:pPr>
              <a:t>315</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53637" name="Rectangle 2"/>
          <p:cNvSpPr>
            <a:spLocks noGrp="1" noRot="1" noChangeAspect="1" noChangeArrowheads="1" noTextEdit="1"/>
          </p:cNvSpPr>
          <p:nvPr>
            <p:ph type="sldImg"/>
          </p:nvPr>
        </p:nvSpPr>
        <p:spPr>
          <a:ln/>
        </p:spPr>
      </p:sp>
      <p:sp>
        <p:nvSpPr>
          <p:cNvPr id="4536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9781903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556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556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6553474-98B5-4485-8ABC-D8EDCD1AB339}" type="slidenum">
              <a:rPr lang="zh-CN" altLang="en-US" sz="1000" smtClean="0">
                <a:latin typeface="Arial" panose="020B0604020202020204" pitchFamily="34" charset="0"/>
              </a:rPr>
              <a:pPr>
                <a:spcBef>
                  <a:spcPct val="0"/>
                </a:spcBef>
              </a:pPr>
              <a:t>316</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55685" name="Rectangle 2"/>
          <p:cNvSpPr>
            <a:spLocks noGrp="1" noRot="1" noChangeAspect="1" noChangeArrowheads="1" noTextEdit="1"/>
          </p:cNvSpPr>
          <p:nvPr>
            <p:ph type="sldImg"/>
          </p:nvPr>
        </p:nvSpPr>
        <p:spPr>
          <a:ln/>
        </p:spPr>
      </p:sp>
      <p:sp>
        <p:nvSpPr>
          <p:cNvPr id="4556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22592925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5875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5875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E7DAEA4-A953-487C-8EA2-A94536519C30}" type="slidenum">
              <a:rPr lang="zh-CN" altLang="en-US" sz="1000" smtClean="0">
                <a:latin typeface="Arial" panose="020B0604020202020204" pitchFamily="34" charset="0"/>
              </a:rPr>
              <a:pPr>
                <a:spcBef>
                  <a:spcPct val="0"/>
                </a:spcBef>
              </a:pPr>
              <a:t>318</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58757" name="Rectangle 2"/>
          <p:cNvSpPr>
            <a:spLocks noGrp="1" noRot="1" noChangeAspect="1" noChangeArrowheads="1" noTextEdit="1"/>
          </p:cNvSpPr>
          <p:nvPr>
            <p:ph type="sldImg"/>
          </p:nvPr>
        </p:nvSpPr>
        <p:spPr>
          <a:ln/>
        </p:spPr>
      </p:sp>
      <p:sp>
        <p:nvSpPr>
          <p:cNvPr id="45875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87148630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710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710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7972B95-793B-4360-8A31-1AD957635DEF}" type="slidenum">
              <a:rPr lang="zh-CN" altLang="en-US" sz="1000" smtClean="0">
                <a:latin typeface="Arial" panose="020B0604020202020204" pitchFamily="34" charset="0"/>
              </a:rPr>
              <a:pPr>
                <a:spcBef>
                  <a:spcPct val="0"/>
                </a:spcBef>
              </a:pPr>
              <a:t>329</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71045" name="Rectangle 2"/>
          <p:cNvSpPr>
            <a:spLocks noGrp="1" noRot="1" noChangeAspect="1" noChangeArrowheads="1" noTextEdit="1"/>
          </p:cNvSpPr>
          <p:nvPr>
            <p:ph type="sldImg"/>
          </p:nvPr>
        </p:nvSpPr>
        <p:spPr>
          <a:ln/>
        </p:spPr>
      </p:sp>
      <p:sp>
        <p:nvSpPr>
          <p:cNvPr id="4710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302330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4730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4730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973A902-0269-4F08-BA94-935AEC0AFF0A}" type="slidenum">
              <a:rPr lang="zh-CN" altLang="en-US" sz="1000" smtClean="0">
                <a:latin typeface="Arial" panose="020B0604020202020204" pitchFamily="34" charset="0"/>
              </a:rPr>
              <a:pPr>
                <a:spcBef>
                  <a:spcPct val="0"/>
                </a:spcBef>
              </a:pPr>
              <a:t>330</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473093" name="Rectangle 2"/>
          <p:cNvSpPr>
            <a:spLocks noGrp="1" noRot="1" noChangeAspect="1" noChangeArrowheads="1" noTextEdit="1"/>
          </p:cNvSpPr>
          <p:nvPr>
            <p:ph type="sldImg"/>
          </p:nvPr>
        </p:nvSpPr>
        <p:spPr>
          <a:ln/>
        </p:spPr>
      </p:sp>
      <p:sp>
        <p:nvSpPr>
          <p:cNvPr id="4730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43845488"/>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5CA0C22-52CB-499C-A7D5-6EAD4A3F7C7F}" type="slidenum">
              <a:rPr lang="en-GB" altLang="en-US" smtClean="0"/>
              <a:pPr>
                <a:spcBef>
                  <a:spcPct val="0"/>
                </a:spcBef>
              </a:pPr>
              <a:t>341</a:t>
            </a:fld>
            <a:endParaRPr lang="en-GB" altLang="en-US"/>
          </a:p>
        </p:txBody>
      </p:sp>
      <p:sp>
        <p:nvSpPr>
          <p:cNvPr id="479235" name="Rectangle 2"/>
          <p:cNvSpPr>
            <a:spLocks noGrp="1" noRot="1" noChangeAspect="1" noChangeArrowheads="1" noTextEdit="1"/>
          </p:cNvSpPr>
          <p:nvPr>
            <p:ph type="sldImg"/>
          </p:nvPr>
        </p:nvSpPr>
        <p:spPr>
          <a:ln/>
        </p:spPr>
      </p:sp>
      <p:sp>
        <p:nvSpPr>
          <p:cNvPr id="479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This may be the most important slide of this presentation, for it summarizes the core of the method.</a:t>
            </a:r>
          </a:p>
          <a:p>
            <a:r>
              <a:rPr lang="en-GB" altLang="en-US"/>
              <a:t>Let’s take a bit time to comment it.</a:t>
            </a:r>
          </a:p>
          <a:p>
            <a:r>
              <a:rPr lang="en-GB" altLang="en-US"/>
              <a:t>You are a particle. Sorry, I don’t mean you are quite stupid, but it is just to explain how it works.</a:t>
            </a:r>
          </a:p>
          <a:p>
            <a:r>
              <a:rPr lang="en-GB" altLang="en-US"/>
              <a:t>(By the way, Jim Kennedy has designed a nice game in which you compete with such stupid particles. I have it here, and if we have time, you will see it is almost impossible to beat it.)</a:t>
            </a:r>
          </a:p>
          <a:p>
            <a:r>
              <a:rPr lang="en-GB" altLang="en-US"/>
              <a:t> You can compute how good is your position (that is to say you can compute the objective function at the place you are). You remember the best position you ever found (and the objective function value). You can ask your neighbours for this information they also have memorized, and choose the best one.</a:t>
            </a:r>
          </a:p>
          <a:p>
            <a:r>
              <a:rPr lang="en-GB" altLang="en-US"/>
              <a:t>Now, you have three tendancies,  </a:t>
            </a:r>
          </a:p>
          <a:p>
            <a:r>
              <a:rPr lang="en-GB" altLang="en-US"/>
              <a:t>- audacious, following your own way (just using your own velocity)</a:t>
            </a:r>
          </a:p>
          <a:p>
            <a:r>
              <a:rPr lang="en-GB" altLang="en-US"/>
              <a:t>- conservative, going back more or less towards your best previous position</a:t>
            </a:r>
          </a:p>
          <a:p>
            <a:r>
              <a:rPr lang="en-GB" altLang="en-US"/>
              <a:t>- sheeplike, going more or less towards your best neighbour</a:t>
            </a:r>
          </a:p>
          <a:p>
            <a:r>
              <a:rPr lang="en-GB" altLang="en-US"/>
              <a:t>What PSO formalizes is how to combine these tendancies in order to be globally efficient.</a:t>
            </a:r>
          </a:p>
        </p:txBody>
      </p:sp>
    </p:spTree>
    <p:extLst>
      <p:ext uri="{BB962C8B-B14F-4D97-AF65-F5344CB8AC3E}">
        <p14:creationId xmlns:p14="http://schemas.microsoft.com/office/powerpoint/2010/main" val="2400646895"/>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5CF071C-18F8-4C7F-9A3D-56A9C84DA890}" type="slidenum">
              <a:rPr lang="en-GB" altLang="en-US" smtClean="0"/>
              <a:pPr>
                <a:spcBef>
                  <a:spcPct val="0"/>
                </a:spcBef>
              </a:pPr>
              <a:t>342</a:t>
            </a:fld>
            <a:endParaRPr lang="en-GB" altLang="en-US"/>
          </a:p>
        </p:txBody>
      </p:sp>
      <p:sp>
        <p:nvSpPr>
          <p:cNvPr id="481283" name="Rectangle 2"/>
          <p:cNvSpPr>
            <a:spLocks noGrp="1" noRot="1" noChangeAspect="1" noChangeArrowheads="1" noTextEdit="1"/>
          </p:cNvSpPr>
          <p:nvPr>
            <p:ph type="sldImg"/>
          </p:nvPr>
        </p:nvSpPr>
        <p:spPr>
          <a:ln/>
        </p:spPr>
      </p:sp>
      <p:sp>
        <p:nvSpPr>
          <p:cNvPr id="481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Here is the pseudo code of the algorithm. </a:t>
            </a:r>
          </a:p>
          <a:p>
            <a:r>
              <a:rPr lang="en-GB" altLang="en-US"/>
              <a:t>As you can see the randomness is inside the loop on components.  </a:t>
            </a:r>
          </a:p>
          <a:p>
            <a:r>
              <a:rPr lang="en-GB" altLang="en-US"/>
              <a:t>As a result, when I say the particle is going towards its best previous position, it means in fact “towards a point which is around its best previous position”, that is to say a point within a given proximity.</a:t>
            </a:r>
          </a:p>
          <a:p>
            <a:r>
              <a:rPr lang="en-GB" altLang="en-US"/>
              <a:t> And the same for the best previous position in the neighbourhood.</a:t>
            </a:r>
          </a:p>
          <a:p>
            <a:endParaRPr lang="en-GB" altLang="en-US"/>
          </a:p>
          <a:p>
            <a:r>
              <a:rPr lang="en-GB" altLang="en-US"/>
              <a:t>Let us see more precisely what it means.</a:t>
            </a:r>
          </a:p>
          <a:p>
            <a:endParaRPr lang="en-GB" altLang="en-US"/>
          </a:p>
          <a:p>
            <a:endParaRPr lang="en-GB" altLang="en-US"/>
          </a:p>
          <a:p>
            <a:endParaRPr lang="en-GB" altLang="en-US"/>
          </a:p>
        </p:txBody>
      </p:sp>
    </p:spTree>
    <p:extLst>
      <p:ext uri="{BB962C8B-B14F-4D97-AF65-F5344CB8AC3E}">
        <p14:creationId xmlns:p14="http://schemas.microsoft.com/office/powerpoint/2010/main" val="106185065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27296D5-652A-43AA-BDB9-82EEF6358EF5}" type="slidenum">
              <a:rPr lang="en-GB" altLang="en-US" smtClean="0"/>
              <a:pPr>
                <a:spcBef>
                  <a:spcPct val="0"/>
                </a:spcBef>
              </a:pPr>
              <a:t>343</a:t>
            </a:fld>
            <a:endParaRPr lang="en-GB" altLang="en-US"/>
          </a:p>
        </p:txBody>
      </p:sp>
      <p:sp>
        <p:nvSpPr>
          <p:cNvPr id="483331" name="Rectangle 2"/>
          <p:cNvSpPr>
            <a:spLocks noGrp="1" noRot="1" noChangeAspect="1" noChangeArrowheads="1" noTextEdit="1"/>
          </p:cNvSpPr>
          <p:nvPr>
            <p:ph type="sldImg"/>
          </p:nvPr>
        </p:nvSpPr>
        <p:spPr>
          <a:ln/>
        </p:spPr>
      </p:sp>
      <p:sp>
        <p:nvSpPr>
          <p:cNvPr id="483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Each random term defines a hyperparallelepiped inside the search space. </a:t>
            </a:r>
          </a:p>
          <a:p>
            <a:r>
              <a:rPr lang="en-GB" altLang="en-US"/>
              <a:t>As you can see, it means that the “proximity area” around a given point is in fact biase (the point is not on the center). Nevertheless, the algorithm is so robust that it works quite good despite this bias, but, as you can guess, it can be improved by defining non biased proximities, namely hyperspheres. We will see that if we have time, but we can already tell that the bias is increasing with the search space dimension.</a:t>
            </a:r>
          </a:p>
          <a:p>
            <a:endParaRPr lang="en-GB" altLang="en-US"/>
          </a:p>
          <a:p>
            <a:r>
              <a:rPr lang="en-GB" altLang="en-US"/>
              <a:t>In a way,  this slide could be the end of this mini tutorial, for you have now all what you really </a:t>
            </a:r>
            <a:r>
              <a:rPr lang="en-GB" altLang="en-US" i="1"/>
              <a:t>need</a:t>
            </a:r>
            <a:r>
              <a:rPr lang="en-GB" altLang="en-US"/>
              <a:t> to write your own Particle Swarm optimiser.</a:t>
            </a:r>
          </a:p>
          <a:p>
            <a:r>
              <a:rPr lang="en-GB" altLang="en-US"/>
              <a:t>Now, of course, if you want to write a </a:t>
            </a:r>
            <a:r>
              <a:rPr lang="en-GB" altLang="en-US" i="1"/>
              <a:t>good</a:t>
            </a:r>
            <a:r>
              <a:rPr lang="en-GB" altLang="en-US"/>
              <a:t> one, some technical details are important. Also if you want to use PSO with non classical search spaces or non classical objective functions, discrete ones, in particular.</a:t>
            </a:r>
          </a:p>
          <a:p>
            <a:r>
              <a:rPr lang="en-GB" altLang="en-US"/>
              <a:t>Before to see these points and some others, just have a look at a small animation.</a:t>
            </a:r>
          </a:p>
        </p:txBody>
      </p:sp>
    </p:spTree>
    <p:extLst>
      <p:ext uri="{BB962C8B-B14F-4D97-AF65-F5344CB8AC3E}">
        <p14:creationId xmlns:p14="http://schemas.microsoft.com/office/powerpoint/2010/main" val="312342561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D728D8A3-5999-4774-8E30-235727ABE5D1}" type="slidenum">
              <a:rPr lang="en-US" altLang="zh-CN" sz="1000" smtClean="0">
                <a:latin typeface="Arial" panose="020B0604020202020204" pitchFamily="34" charset="0"/>
              </a:rPr>
              <a:pPr eaLnBrk="1" hangingPunct="1">
                <a:spcBef>
                  <a:spcPct val="0"/>
                </a:spcBef>
              </a:pPr>
              <a:t>352</a:t>
            </a:fld>
            <a:endParaRPr lang="en-US" altLang="zh-CN" sz="1000">
              <a:latin typeface="Arial" panose="020B0604020202020204" pitchFamily="34" charset="0"/>
            </a:endParaRPr>
          </a:p>
        </p:txBody>
      </p:sp>
      <p:sp>
        <p:nvSpPr>
          <p:cNvPr id="493571" name="Rectangle 2"/>
          <p:cNvSpPr>
            <a:spLocks noGrp="1" noRot="1" noChangeAspect="1" noChangeArrowheads="1" noTextEdit="1"/>
          </p:cNvSpPr>
          <p:nvPr>
            <p:ph type="sldImg"/>
          </p:nvPr>
        </p:nvSpPr>
        <p:spPr>
          <a:ln/>
        </p:spPr>
      </p:sp>
      <p:sp>
        <p:nvSpPr>
          <p:cNvPr id="493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3110546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DF813B1B-C3BA-4D8F-BAEC-8F652E9E92D2}" type="slidenum">
              <a:rPr lang="en-US" altLang="zh-CN" sz="1000" smtClean="0">
                <a:latin typeface="Arial" panose="020B0604020202020204" pitchFamily="34" charset="0"/>
              </a:rPr>
              <a:pPr eaLnBrk="1" hangingPunct="1">
                <a:spcBef>
                  <a:spcPct val="0"/>
                </a:spcBef>
              </a:pPr>
              <a:t>353</a:t>
            </a:fld>
            <a:endParaRPr lang="en-US" altLang="zh-CN" sz="1000">
              <a:latin typeface="Arial" panose="020B0604020202020204" pitchFamily="34" charset="0"/>
            </a:endParaRPr>
          </a:p>
        </p:txBody>
      </p:sp>
      <p:sp>
        <p:nvSpPr>
          <p:cNvPr id="495619" name="Rectangle 2"/>
          <p:cNvSpPr>
            <a:spLocks noGrp="1" noRot="1" noChangeAspect="1" noChangeArrowheads="1" noTextEdit="1"/>
          </p:cNvSpPr>
          <p:nvPr>
            <p:ph type="sldImg"/>
          </p:nvPr>
        </p:nvSpPr>
        <p:spPr>
          <a:ln/>
        </p:spPr>
      </p:sp>
      <p:sp>
        <p:nvSpPr>
          <p:cNvPr id="495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15570084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006C77ED-A548-43A7-A914-90FC73AAE7B7}" type="slidenum">
              <a:rPr lang="en-US" altLang="zh-CN" sz="1000" smtClean="0">
                <a:latin typeface="Arial" panose="020B0604020202020204" pitchFamily="34" charset="0"/>
              </a:rPr>
              <a:pPr eaLnBrk="1" hangingPunct="1">
                <a:spcBef>
                  <a:spcPct val="0"/>
                </a:spcBef>
              </a:pPr>
              <a:t>354</a:t>
            </a:fld>
            <a:endParaRPr lang="en-US" altLang="zh-CN" sz="1000">
              <a:latin typeface="Arial" panose="020B0604020202020204" pitchFamily="34" charset="0"/>
            </a:endParaRPr>
          </a:p>
        </p:txBody>
      </p:sp>
      <p:sp>
        <p:nvSpPr>
          <p:cNvPr id="497667" name="Rectangle 2"/>
          <p:cNvSpPr>
            <a:spLocks noGrp="1" noRot="1" noChangeAspect="1" noChangeArrowheads="1" noTextEdit="1"/>
          </p:cNvSpPr>
          <p:nvPr>
            <p:ph type="sldImg"/>
          </p:nvPr>
        </p:nvSpPr>
        <p:spPr>
          <a:ln/>
        </p:spPr>
      </p:sp>
      <p:sp>
        <p:nvSpPr>
          <p:cNvPr id="497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4192553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07190F7D-CDDD-44BB-8035-6D1A6BAEA631}" type="slidenum">
              <a:rPr lang="en-US" altLang="zh-CN" sz="1000" smtClean="0">
                <a:latin typeface="Arial" panose="020B0604020202020204" pitchFamily="34" charset="0"/>
              </a:rPr>
              <a:pPr eaLnBrk="1" hangingPunct="1">
                <a:spcBef>
                  <a:spcPct val="0"/>
                </a:spcBef>
              </a:pPr>
              <a:t>355</a:t>
            </a:fld>
            <a:endParaRPr lang="en-US" altLang="zh-CN" sz="1000">
              <a:latin typeface="Arial" panose="020B0604020202020204" pitchFamily="34" charset="0"/>
            </a:endParaRPr>
          </a:p>
        </p:txBody>
      </p:sp>
      <p:sp>
        <p:nvSpPr>
          <p:cNvPr id="499715" name="Rectangle 2"/>
          <p:cNvSpPr>
            <a:spLocks noGrp="1" noRot="1" noChangeAspect="1" noChangeArrowheads="1" noTextEdit="1"/>
          </p:cNvSpPr>
          <p:nvPr>
            <p:ph type="sldImg"/>
          </p:nvPr>
        </p:nvSpPr>
        <p:spPr>
          <a:ln/>
        </p:spPr>
      </p:sp>
      <p:sp>
        <p:nvSpPr>
          <p:cNvPr id="499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165360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E877D4B4-BD90-460E-8DD7-C5D9CEE7B202}" type="slidenum">
              <a:rPr lang="en-US" altLang="zh-CN" sz="1000" smtClean="0">
                <a:latin typeface="Arial" panose="020B0604020202020204" pitchFamily="34" charset="0"/>
              </a:rPr>
              <a:pPr eaLnBrk="1" hangingPunct="1">
                <a:spcBef>
                  <a:spcPct val="0"/>
                </a:spcBef>
              </a:pPr>
              <a:t>356</a:t>
            </a:fld>
            <a:endParaRPr lang="en-US" altLang="zh-CN" sz="1000">
              <a:latin typeface="Arial" panose="020B0604020202020204" pitchFamily="34" charset="0"/>
            </a:endParaRPr>
          </a:p>
        </p:txBody>
      </p:sp>
      <p:sp>
        <p:nvSpPr>
          <p:cNvPr id="501763" name="Rectangle 2"/>
          <p:cNvSpPr>
            <a:spLocks noGrp="1" noRot="1" noChangeAspect="1" noChangeArrowheads="1" noTextEdit="1"/>
          </p:cNvSpPr>
          <p:nvPr>
            <p:ph type="sldImg"/>
          </p:nvPr>
        </p:nvSpPr>
        <p:spPr>
          <a:ln/>
        </p:spPr>
      </p:sp>
      <p:sp>
        <p:nvSpPr>
          <p:cNvPr id="501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8531435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BF5AF2CA-CD7D-4FB5-8A11-59A936C978C5}" type="slidenum">
              <a:rPr lang="en-US" altLang="zh-CN" sz="1000" smtClean="0">
                <a:latin typeface="Arial" panose="020B0604020202020204" pitchFamily="34" charset="0"/>
              </a:rPr>
              <a:pPr eaLnBrk="1" hangingPunct="1">
                <a:spcBef>
                  <a:spcPct val="0"/>
                </a:spcBef>
              </a:pPr>
              <a:t>357</a:t>
            </a:fld>
            <a:endParaRPr lang="en-US" altLang="zh-CN" sz="1000">
              <a:latin typeface="Arial" panose="020B0604020202020204" pitchFamily="34" charset="0"/>
            </a:endParaRPr>
          </a:p>
        </p:txBody>
      </p:sp>
      <p:sp>
        <p:nvSpPr>
          <p:cNvPr id="503811" name="Rectangle 2"/>
          <p:cNvSpPr>
            <a:spLocks noGrp="1" noRot="1" noChangeAspect="1" noChangeArrowheads="1" noTextEdit="1"/>
          </p:cNvSpPr>
          <p:nvPr>
            <p:ph type="sldImg"/>
          </p:nvPr>
        </p:nvSpPr>
        <p:spPr>
          <a:ln/>
        </p:spPr>
      </p:sp>
      <p:sp>
        <p:nvSpPr>
          <p:cNvPr id="503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9985749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10F892DD-7AB8-4F01-899A-0736B36EAEA1}" type="slidenum">
              <a:rPr lang="en-US" altLang="zh-CN" sz="1000" smtClean="0">
                <a:latin typeface="Arial" panose="020B0604020202020204" pitchFamily="34" charset="0"/>
              </a:rPr>
              <a:pPr eaLnBrk="1" hangingPunct="1">
                <a:spcBef>
                  <a:spcPct val="0"/>
                </a:spcBef>
              </a:pPr>
              <a:t>358</a:t>
            </a:fld>
            <a:endParaRPr lang="en-US" altLang="zh-CN" sz="1000">
              <a:latin typeface="Arial" panose="020B0604020202020204" pitchFamily="34" charset="0"/>
            </a:endParaRPr>
          </a:p>
        </p:txBody>
      </p:sp>
      <p:sp>
        <p:nvSpPr>
          <p:cNvPr id="505859" name="Rectangle 2"/>
          <p:cNvSpPr>
            <a:spLocks noGrp="1" noRot="1" noChangeAspect="1" noChangeArrowheads="1" noTextEdit="1"/>
          </p:cNvSpPr>
          <p:nvPr>
            <p:ph type="sldImg"/>
          </p:nvPr>
        </p:nvSpPr>
        <p:spPr>
          <a:ln/>
        </p:spPr>
      </p:sp>
      <p:sp>
        <p:nvSpPr>
          <p:cNvPr id="505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52079620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CDAD82CF-6020-41D8-8D8C-B243AB664C1A}" type="slidenum">
              <a:rPr lang="en-US" altLang="zh-CN" sz="1000" smtClean="0">
                <a:latin typeface="Arial" panose="020B0604020202020204" pitchFamily="34" charset="0"/>
              </a:rPr>
              <a:pPr eaLnBrk="1" hangingPunct="1">
                <a:spcBef>
                  <a:spcPct val="0"/>
                </a:spcBef>
              </a:pPr>
              <a:t>359</a:t>
            </a:fld>
            <a:endParaRPr lang="en-US" altLang="zh-CN" sz="1000">
              <a:latin typeface="Arial" panose="020B0604020202020204" pitchFamily="34" charset="0"/>
            </a:endParaRPr>
          </a:p>
        </p:txBody>
      </p:sp>
      <p:sp>
        <p:nvSpPr>
          <p:cNvPr id="507907" name="Rectangle 2"/>
          <p:cNvSpPr>
            <a:spLocks noGrp="1" noRot="1" noChangeAspect="1" noChangeArrowheads="1" noTextEdit="1"/>
          </p:cNvSpPr>
          <p:nvPr>
            <p:ph type="sldImg"/>
          </p:nvPr>
        </p:nvSpPr>
        <p:spPr>
          <a:ln/>
        </p:spPr>
      </p:sp>
      <p:sp>
        <p:nvSpPr>
          <p:cNvPr id="507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3700550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711C2EFE-CDCD-45C2-9969-026ECCC158F1}" type="slidenum">
              <a:rPr lang="en-US" altLang="zh-CN" sz="1000" smtClean="0">
                <a:latin typeface="Arial" panose="020B0604020202020204" pitchFamily="34" charset="0"/>
              </a:rPr>
              <a:pPr eaLnBrk="1" hangingPunct="1">
                <a:spcBef>
                  <a:spcPct val="0"/>
                </a:spcBef>
              </a:pPr>
              <a:t>360</a:t>
            </a:fld>
            <a:endParaRPr lang="en-US" altLang="zh-CN" sz="1000">
              <a:latin typeface="Arial" panose="020B0604020202020204" pitchFamily="34" charset="0"/>
            </a:endParaRPr>
          </a:p>
        </p:txBody>
      </p:sp>
      <p:sp>
        <p:nvSpPr>
          <p:cNvPr id="509955" name="Rectangle 2"/>
          <p:cNvSpPr>
            <a:spLocks noGrp="1" noRot="1" noChangeAspect="1" noChangeArrowheads="1" noTextEdit="1"/>
          </p:cNvSpPr>
          <p:nvPr>
            <p:ph type="sldImg"/>
          </p:nvPr>
        </p:nvSpPr>
        <p:spPr>
          <a:ln/>
        </p:spPr>
      </p:sp>
      <p:sp>
        <p:nvSpPr>
          <p:cNvPr id="509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80254335"/>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D7E7014D-93BB-4836-BFF6-8B6B854328D4}" type="slidenum">
              <a:rPr lang="en-US" altLang="zh-CN" sz="1000" smtClean="0">
                <a:latin typeface="Arial" panose="020B0604020202020204" pitchFamily="34" charset="0"/>
              </a:rPr>
              <a:pPr eaLnBrk="1" hangingPunct="1">
                <a:spcBef>
                  <a:spcPct val="0"/>
                </a:spcBef>
              </a:pPr>
              <a:t>361</a:t>
            </a:fld>
            <a:endParaRPr lang="en-US" altLang="zh-CN" sz="1000">
              <a:latin typeface="Arial" panose="020B0604020202020204" pitchFamily="34" charset="0"/>
            </a:endParaRPr>
          </a:p>
        </p:txBody>
      </p:sp>
      <p:sp>
        <p:nvSpPr>
          <p:cNvPr id="512003" name="Rectangle 2"/>
          <p:cNvSpPr>
            <a:spLocks noGrp="1" noRot="1" noChangeAspect="1" noChangeArrowheads="1" noTextEdit="1"/>
          </p:cNvSpPr>
          <p:nvPr>
            <p:ph type="sldImg"/>
          </p:nvPr>
        </p:nvSpPr>
        <p:spPr>
          <a:ln/>
        </p:spPr>
      </p:sp>
      <p:sp>
        <p:nvSpPr>
          <p:cNvPr id="512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4786515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zh-CN" altLang="en-US" sz="1000">
                <a:latin typeface="Arial" panose="020B0604020202020204" pitchFamily="34" charset="0"/>
              </a:rPr>
              <a:t>*</a:t>
            </a:r>
            <a:endParaRPr lang="zh-CN" altLang="en-US" i="0">
              <a:latin typeface="Arial" panose="020B0604020202020204" pitchFamily="34" charset="0"/>
            </a:endParaRPr>
          </a:p>
        </p:txBody>
      </p:sp>
      <p:sp>
        <p:nvSpPr>
          <p:cNvPr id="51405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r>
              <a:rPr lang="en-US" altLang="zh-CN" sz="1000">
                <a:latin typeface="Arial" panose="020B0604020202020204" pitchFamily="34" charset="0"/>
              </a:rPr>
              <a:t>*</a:t>
            </a:r>
            <a:endParaRPr lang="en-US" altLang="zh-CN" i="0">
              <a:latin typeface="Arial" panose="020B0604020202020204" pitchFamily="34" charset="0"/>
            </a:endParaRPr>
          </a:p>
        </p:txBody>
      </p:sp>
      <p:sp>
        <p:nvSpPr>
          <p:cNvPr id="51405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kumimoji="1" sz="1200">
                <a:solidFill>
                  <a:schemeClr val="tx1"/>
                </a:solidFill>
                <a:latin typeface="Times New Roman" panose="02020603050405020304" pitchFamily="18" charset="0"/>
              </a:defRPr>
            </a:lvl1pPr>
            <a:lvl2pPr marL="742950" indent="-285750" defTabSz="922338">
              <a:spcBef>
                <a:spcPct val="30000"/>
              </a:spcBef>
              <a:defRPr kumimoji="1" sz="1200">
                <a:solidFill>
                  <a:schemeClr val="tx1"/>
                </a:solidFill>
                <a:latin typeface="Times New Roman" panose="02020603050405020304" pitchFamily="18" charset="0"/>
              </a:defRPr>
            </a:lvl2pPr>
            <a:lvl3pPr marL="1143000" indent="-228600" defTabSz="922338">
              <a:spcBef>
                <a:spcPct val="30000"/>
              </a:spcBef>
              <a:defRPr kumimoji="1" sz="1200">
                <a:solidFill>
                  <a:schemeClr val="tx1"/>
                </a:solidFill>
                <a:latin typeface="Times New Roman" panose="02020603050405020304" pitchFamily="18" charset="0"/>
              </a:defRPr>
            </a:lvl3pPr>
            <a:lvl4pPr marL="1600200" indent="-228600" defTabSz="922338">
              <a:spcBef>
                <a:spcPct val="30000"/>
              </a:spcBef>
              <a:defRPr kumimoji="1" sz="1200">
                <a:solidFill>
                  <a:schemeClr val="tx1"/>
                </a:solidFill>
                <a:latin typeface="Times New Roman" panose="02020603050405020304" pitchFamily="18" charset="0"/>
              </a:defRPr>
            </a:lvl4pPr>
            <a:lvl5pPr marL="2057400" indent="-228600" defTabSz="922338">
              <a:spcBef>
                <a:spcPct val="30000"/>
              </a:spcBef>
              <a:defRPr kumimoji="1"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4F46247-4A69-4084-8028-857BF69717E4}" type="slidenum">
              <a:rPr lang="zh-CN" altLang="en-US" sz="1000" smtClean="0">
                <a:latin typeface="Arial" panose="020B0604020202020204" pitchFamily="34" charset="0"/>
              </a:rPr>
              <a:pPr>
                <a:spcBef>
                  <a:spcPct val="0"/>
                </a:spcBef>
              </a:pPr>
              <a:t>362</a:t>
            </a:fld>
            <a:r>
              <a:rPr lang="en-US" altLang="zh-CN" sz="1000">
                <a:latin typeface="Arial" panose="020B0604020202020204" pitchFamily="34" charset="0"/>
              </a:rPr>
              <a:t>##</a:t>
            </a:r>
            <a:endParaRPr lang="en-US" altLang="zh-CN" i="0">
              <a:latin typeface="Arial" panose="020B0604020202020204" pitchFamily="34" charset="0"/>
            </a:endParaRPr>
          </a:p>
        </p:txBody>
      </p:sp>
      <p:sp>
        <p:nvSpPr>
          <p:cNvPr id="514053" name="Rectangle 2"/>
          <p:cNvSpPr>
            <a:spLocks noGrp="1" noRot="1" noChangeAspect="1" noChangeArrowheads="1" noTextEdit="1"/>
          </p:cNvSpPr>
          <p:nvPr>
            <p:ph type="sldImg"/>
          </p:nvPr>
        </p:nvSpPr>
        <p:spPr>
          <a:ln/>
        </p:spPr>
      </p:sp>
      <p:sp>
        <p:nvSpPr>
          <p:cNvPr id="51405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2687969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872538" cy="6858000"/>
            <a:chOff x="0" y="0"/>
            <a:chExt cx="5589" cy="4320"/>
          </a:xfrm>
        </p:grpSpPr>
        <p:sp>
          <p:nvSpPr>
            <p:cNvPr id="5" name="Rectangle 3" descr="Stationery"/>
            <p:cNvSpPr>
              <a:spLocks noChangeArrowheads="1"/>
            </p:cNvSpPr>
            <p:nvPr/>
          </p:nvSpPr>
          <p:spPr bwMode="white">
            <a:xfrm>
              <a:off x="336" y="150"/>
              <a:ext cx="5253" cy="4026"/>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Arial" panose="020B0604020202020204" pitchFamily="34" charset="0"/>
                </a:defRPr>
              </a:lvl1pPr>
              <a:lvl2pPr marL="742950" indent="-285750">
                <a:defRPr kumimoji="1" sz="2400">
                  <a:solidFill>
                    <a:schemeClr val="tx1"/>
                  </a:solidFill>
                  <a:latin typeface="Arial" panose="020B0604020202020204" pitchFamily="34" charset="0"/>
                </a:defRPr>
              </a:lvl2pPr>
              <a:lvl3pPr marL="1143000" indent="-228600">
                <a:defRPr kumimoji="1" sz="2400">
                  <a:solidFill>
                    <a:schemeClr val="tx1"/>
                  </a:solidFill>
                  <a:latin typeface="Arial" panose="020B0604020202020204" pitchFamily="34" charset="0"/>
                </a:defRPr>
              </a:lvl3pPr>
              <a:lvl4pPr marL="1600200" indent="-228600">
                <a:defRPr kumimoji="1" sz="2400">
                  <a:solidFill>
                    <a:schemeClr val="tx1"/>
                  </a:solidFill>
                  <a:latin typeface="Arial" panose="020B0604020202020204" pitchFamily="34" charset="0"/>
                </a:defRPr>
              </a:lvl4pPr>
              <a:lvl5pPr marL="2057400" indent="-228600">
                <a:defRPr kumimoji="1" sz="2400">
                  <a:solidFill>
                    <a:schemeClr val="tx1"/>
                  </a:solidFill>
                  <a:latin typeface="Arial" panose="020B0604020202020204" pitchFamily="34" charset="0"/>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defRPr>
              </a:lvl9pPr>
            </a:lstStyle>
            <a:p>
              <a:pPr>
                <a:defRPr/>
              </a:pPr>
              <a:endParaRPr lang="en-US" altLang="zh-CN">
                <a:ea typeface="SimSun" panose="02010600030101010101" pitchFamily="2" charset="-122"/>
              </a:endParaRPr>
            </a:p>
          </p:txBody>
        </p:sp>
        <p:pic>
          <p:nvPicPr>
            <p:cNvPr id="6" name="Picture 4" descr="minisp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670"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41" name="Rectangle 5"/>
          <p:cNvSpPr>
            <a:spLocks noGrp="1" noChangeArrowheads="1"/>
          </p:cNvSpPr>
          <p:nvPr>
            <p:ph type="ctrTitle"/>
          </p:nvPr>
        </p:nvSpPr>
        <p:spPr>
          <a:xfrm>
            <a:off x="962025" y="1925638"/>
            <a:ext cx="7772400" cy="1143000"/>
          </a:xfrm>
        </p:spPr>
        <p:txBody>
          <a:bodyPr/>
          <a:lstStyle>
            <a:lvl1pPr algn="ctr">
              <a:defRPr/>
            </a:lvl1pPr>
          </a:lstStyle>
          <a:p>
            <a:r>
              <a:rPr lang="en-US" altLang="zh-CN"/>
              <a:t>Click to edit Master title style</a:t>
            </a:r>
          </a:p>
        </p:txBody>
      </p:sp>
      <p:sp>
        <p:nvSpPr>
          <p:cNvPr id="14342" name="Rectangle 6"/>
          <p:cNvSpPr>
            <a:spLocks noGrp="1" noChangeArrowheads="1"/>
          </p:cNvSpPr>
          <p:nvPr>
            <p:ph type="subTitle" idx="1"/>
          </p:nvPr>
        </p:nvSpPr>
        <p:spPr>
          <a:xfrm>
            <a:off x="1647825" y="3738563"/>
            <a:ext cx="6400800" cy="1752600"/>
          </a:xfrm>
        </p:spPr>
        <p:txBody>
          <a:bodyPr/>
          <a:lstStyle>
            <a:lvl1pPr marL="0" indent="0" algn="ctr">
              <a:buFont typeface="Monotype Sorts" pitchFamily="2" charset="2"/>
              <a:buNone/>
              <a:defRPr>
                <a:solidFill>
                  <a:schemeClr val="bg2"/>
                </a:solidFill>
              </a:defRPr>
            </a:lvl1pPr>
          </a:lstStyle>
          <a:p>
            <a:r>
              <a:rPr lang="en-US" altLang="zh-CN"/>
              <a:t>Click to edit Master subtitle style</a:t>
            </a:r>
          </a:p>
        </p:txBody>
      </p:sp>
      <p:sp>
        <p:nvSpPr>
          <p:cNvPr id="7" name="Rectangle 7"/>
          <p:cNvSpPr>
            <a:spLocks noGrp="1" noChangeArrowheads="1"/>
          </p:cNvSpPr>
          <p:nvPr>
            <p:ph type="dt" sz="half" idx="10"/>
          </p:nvPr>
        </p:nvSpPr>
        <p:spPr>
          <a:xfrm>
            <a:off x="962025" y="6100763"/>
            <a:ext cx="1905000" cy="457200"/>
          </a:xfrm>
        </p:spPr>
        <p:txBody>
          <a:bodyPr/>
          <a:lstStyle>
            <a:lvl1pPr>
              <a:defRPr>
                <a:solidFill>
                  <a:srgbClr val="A08366"/>
                </a:solidFill>
              </a:defRPr>
            </a:lvl1pPr>
          </a:lstStyle>
          <a:p>
            <a:pPr>
              <a:defRPr/>
            </a:pPr>
            <a:endParaRPr lang="en-US" altLang="zh-CN"/>
          </a:p>
        </p:txBody>
      </p:sp>
      <p:sp>
        <p:nvSpPr>
          <p:cNvPr id="8" name="Rectangle 9"/>
          <p:cNvSpPr>
            <a:spLocks noGrp="1" noChangeArrowheads="1"/>
          </p:cNvSpPr>
          <p:nvPr>
            <p:ph type="sldNum" sz="quarter" idx="11"/>
          </p:nvPr>
        </p:nvSpPr>
        <p:spPr>
          <a:xfrm>
            <a:off x="6829425" y="6100763"/>
            <a:ext cx="1905000" cy="457200"/>
          </a:xfrm>
        </p:spPr>
        <p:txBody>
          <a:bodyPr/>
          <a:lstStyle>
            <a:lvl1pPr>
              <a:defRPr>
                <a:solidFill>
                  <a:srgbClr val="A08366"/>
                </a:solidFill>
              </a:defRPr>
            </a:lvl1pPr>
          </a:lstStyle>
          <a:p>
            <a:pPr>
              <a:defRPr/>
            </a:pPr>
            <a:fld id="{ACC2C633-2F90-405E-B89E-D6D8190F316F}" type="slidenum">
              <a:rPr lang="zh-CN" altLang="en-US"/>
              <a:pPr>
                <a:defRPr/>
              </a:pPr>
              <a:t>‹#›</a:t>
            </a:fld>
            <a:endParaRPr lang="en-US" altLang="zh-CN"/>
          </a:p>
        </p:txBody>
      </p:sp>
    </p:spTree>
    <p:extLst>
      <p:ext uri="{BB962C8B-B14F-4D97-AF65-F5344CB8AC3E}">
        <p14:creationId xmlns:p14="http://schemas.microsoft.com/office/powerpoint/2010/main" val="1991039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sldNum" sz="quarter" idx="11"/>
          </p:nvPr>
        </p:nvSpPr>
        <p:spPr>
          <a:ln/>
        </p:spPr>
        <p:txBody>
          <a:bodyPr/>
          <a:lstStyle>
            <a:lvl1pPr>
              <a:defRPr/>
            </a:lvl1pPr>
          </a:lstStyle>
          <a:p>
            <a:pPr>
              <a:defRPr/>
            </a:pPr>
            <a:fld id="{D5EE1E99-A213-44F4-BB38-2AE742957139}" type="slidenum">
              <a:rPr lang="zh-CN" altLang="en-US"/>
              <a:pPr>
                <a:defRPr/>
              </a:pPr>
              <a:t>‹#›</a:t>
            </a:fld>
            <a:endParaRPr lang="en-US" altLang="zh-CN"/>
          </a:p>
        </p:txBody>
      </p:sp>
    </p:spTree>
    <p:extLst>
      <p:ext uri="{BB962C8B-B14F-4D97-AF65-F5344CB8AC3E}">
        <p14:creationId xmlns:p14="http://schemas.microsoft.com/office/powerpoint/2010/main" val="3139783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6" name="Rectangle 10"/>
          <p:cNvSpPr>
            <a:spLocks noGrp="1" noChangeArrowheads="1"/>
          </p:cNvSpPr>
          <p:nvPr>
            <p:ph type="sldNum" sz="quarter" idx="12"/>
          </p:nvPr>
        </p:nvSpPr>
        <p:spPr/>
        <p:txBody>
          <a:bodyPr/>
          <a:lstStyle>
            <a:lvl1pPr>
              <a:defRPr/>
            </a:lvl1pPr>
          </a:lstStyle>
          <a:p>
            <a:pPr>
              <a:defRPr/>
            </a:pPr>
            <a:fld id="{52B9C19E-CC80-48DD-8BCA-AB2BD74CDC8E}" type="slidenum">
              <a:rPr lang="zh-CN" altLang="en-US"/>
              <a:pPr>
                <a:defRPr/>
              </a:pPr>
              <a:t>‹#›</a:t>
            </a:fld>
            <a:endParaRPr lang="en-US" altLang="zh-CN"/>
          </a:p>
        </p:txBody>
      </p:sp>
    </p:spTree>
    <p:extLst>
      <p:ext uri="{BB962C8B-B14F-4D97-AF65-F5344CB8AC3E}">
        <p14:creationId xmlns:p14="http://schemas.microsoft.com/office/powerpoint/2010/main" val="152443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7" name="Rectangle 10"/>
          <p:cNvSpPr>
            <a:spLocks noGrp="1" noChangeArrowheads="1"/>
          </p:cNvSpPr>
          <p:nvPr>
            <p:ph type="sldNum" sz="quarter" idx="12"/>
          </p:nvPr>
        </p:nvSpPr>
        <p:spPr/>
        <p:txBody>
          <a:bodyPr/>
          <a:lstStyle>
            <a:lvl1pPr>
              <a:defRPr/>
            </a:lvl1pPr>
          </a:lstStyle>
          <a:p>
            <a:pPr>
              <a:defRPr/>
            </a:pPr>
            <a:fld id="{DB28A4E5-A025-49B1-9290-ABCA2ED33008}" type="slidenum">
              <a:rPr lang="zh-CN" altLang="en-US"/>
              <a:pPr>
                <a:defRPr/>
              </a:pPr>
              <a:t>‹#›</a:t>
            </a:fld>
            <a:endParaRPr lang="en-US" altLang="zh-CN"/>
          </a:p>
        </p:txBody>
      </p:sp>
    </p:spTree>
    <p:extLst>
      <p:ext uri="{BB962C8B-B14F-4D97-AF65-F5344CB8AC3E}">
        <p14:creationId xmlns:p14="http://schemas.microsoft.com/office/powerpoint/2010/main" val="3477763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p:txBody>
          <a:bodyPr/>
          <a:lstStyle>
            <a:lvl1pPr>
              <a:defRPr/>
            </a:lvl1pPr>
          </a:lstStyle>
          <a:p>
            <a:pPr>
              <a:defRPr/>
            </a:pPr>
            <a:endParaRPr lang="en-US" altLang="zh-CN"/>
          </a:p>
        </p:txBody>
      </p:sp>
      <p:sp>
        <p:nvSpPr>
          <p:cNvPr id="8"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9" name="Rectangle 10"/>
          <p:cNvSpPr>
            <a:spLocks noGrp="1" noChangeArrowheads="1"/>
          </p:cNvSpPr>
          <p:nvPr>
            <p:ph type="sldNum" sz="quarter" idx="12"/>
          </p:nvPr>
        </p:nvSpPr>
        <p:spPr/>
        <p:txBody>
          <a:bodyPr/>
          <a:lstStyle>
            <a:lvl1pPr>
              <a:defRPr/>
            </a:lvl1pPr>
          </a:lstStyle>
          <a:p>
            <a:pPr>
              <a:defRPr/>
            </a:pPr>
            <a:fld id="{483FA120-FD30-4AB8-8B29-285971F580C6}" type="slidenum">
              <a:rPr lang="zh-CN" altLang="en-US"/>
              <a:pPr>
                <a:defRPr/>
              </a:pPr>
              <a:t>‹#›</a:t>
            </a:fld>
            <a:endParaRPr lang="en-US" altLang="zh-CN"/>
          </a:p>
        </p:txBody>
      </p:sp>
    </p:spTree>
    <p:extLst>
      <p:ext uri="{BB962C8B-B14F-4D97-AF65-F5344CB8AC3E}">
        <p14:creationId xmlns:p14="http://schemas.microsoft.com/office/powerpoint/2010/main" val="1259937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p:txBody>
          <a:bodyPr/>
          <a:lstStyle>
            <a:lvl1pPr>
              <a:defRPr/>
            </a:lvl1pPr>
          </a:lstStyle>
          <a:p>
            <a:pPr>
              <a:defRPr/>
            </a:pPr>
            <a:endParaRPr lang="en-US" altLang="zh-CN"/>
          </a:p>
        </p:txBody>
      </p:sp>
      <p:sp>
        <p:nvSpPr>
          <p:cNvPr id="4"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5" name="Rectangle 10"/>
          <p:cNvSpPr>
            <a:spLocks noGrp="1" noChangeArrowheads="1"/>
          </p:cNvSpPr>
          <p:nvPr>
            <p:ph type="sldNum" sz="quarter" idx="12"/>
          </p:nvPr>
        </p:nvSpPr>
        <p:spPr/>
        <p:txBody>
          <a:bodyPr/>
          <a:lstStyle>
            <a:lvl1pPr>
              <a:defRPr/>
            </a:lvl1pPr>
          </a:lstStyle>
          <a:p>
            <a:pPr>
              <a:defRPr/>
            </a:pPr>
            <a:fld id="{74BB1034-1D61-4EF2-9165-9E250CFC6846}" type="slidenum">
              <a:rPr lang="zh-CN" altLang="en-US"/>
              <a:pPr>
                <a:defRPr/>
              </a:pPr>
              <a:t>‹#›</a:t>
            </a:fld>
            <a:endParaRPr lang="en-US" altLang="zh-CN"/>
          </a:p>
        </p:txBody>
      </p:sp>
    </p:spTree>
    <p:extLst>
      <p:ext uri="{BB962C8B-B14F-4D97-AF65-F5344CB8AC3E}">
        <p14:creationId xmlns:p14="http://schemas.microsoft.com/office/powerpoint/2010/main" val="2438484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en-US" altLang="zh-CN"/>
          </a:p>
        </p:txBody>
      </p:sp>
      <p:sp>
        <p:nvSpPr>
          <p:cNvPr id="3"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4" name="Rectangle 10"/>
          <p:cNvSpPr>
            <a:spLocks noGrp="1" noChangeArrowheads="1"/>
          </p:cNvSpPr>
          <p:nvPr>
            <p:ph type="sldNum" sz="quarter" idx="12"/>
          </p:nvPr>
        </p:nvSpPr>
        <p:spPr/>
        <p:txBody>
          <a:bodyPr/>
          <a:lstStyle>
            <a:lvl1pPr>
              <a:defRPr/>
            </a:lvl1pPr>
          </a:lstStyle>
          <a:p>
            <a:pPr>
              <a:defRPr/>
            </a:pPr>
            <a:fld id="{040812BB-88B5-4418-9F65-FCADF74FA4A3}" type="slidenum">
              <a:rPr lang="zh-CN" altLang="en-US"/>
              <a:pPr>
                <a:defRPr/>
              </a:pPr>
              <a:t>‹#›</a:t>
            </a:fld>
            <a:endParaRPr lang="en-US" altLang="zh-CN"/>
          </a:p>
        </p:txBody>
      </p:sp>
    </p:spTree>
    <p:extLst>
      <p:ext uri="{BB962C8B-B14F-4D97-AF65-F5344CB8AC3E}">
        <p14:creationId xmlns:p14="http://schemas.microsoft.com/office/powerpoint/2010/main" val="1658652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7" name="Rectangle 10"/>
          <p:cNvSpPr>
            <a:spLocks noGrp="1" noChangeArrowheads="1"/>
          </p:cNvSpPr>
          <p:nvPr>
            <p:ph type="sldNum" sz="quarter" idx="12"/>
          </p:nvPr>
        </p:nvSpPr>
        <p:spPr/>
        <p:txBody>
          <a:bodyPr/>
          <a:lstStyle>
            <a:lvl1pPr>
              <a:defRPr/>
            </a:lvl1pPr>
          </a:lstStyle>
          <a:p>
            <a:pPr>
              <a:defRPr/>
            </a:pPr>
            <a:fld id="{BD801C5B-0867-4500-994C-3D5C7ECAD485}" type="slidenum">
              <a:rPr lang="zh-CN" altLang="en-US"/>
              <a:pPr>
                <a:defRPr/>
              </a:pPr>
              <a:t>‹#›</a:t>
            </a:fld>
            <a:endParaRPr lang="en-US" altLang="zh-CN"/>
          </a:p>
        </p:txBody>
      </p:sp>
    </p:spTree>
    <p:extLst>
      <p:ext uri="{BB962C8B-B14F-4D97-AF65-F5344CB8AC3E}">
        <p14:creationId xmlns:p14="http://schemas.microsoft.com/office/powerpoint/2010/main" val="1610600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7" name="Rectangle 10"/>
          <p:cNvSpPr>
            <a:spLocks noGrp="1" noChangeArrowheads="1"/>
          </p:cNvSpPr>
          <p:nvPr>
            <p:ph type="sldNum" sz="quarter" idx="12"/>
          </p:nvPr>
        </p:nvSpPr>
        <p:spPr/>
        <p:txBody>
          <a:bodyPr/>
          <a:lstStyle>
            <a:lvl1pPr>
              <a:defRPr/>
            </a:lvl1pPr>
          </a:lstStyle>
          <a:p>
            <a:pPr>
              <a:defRPr/>
            </a:pPr>
            <a:fld id="{F930E73D-58C0-422E-970A-27E0B8846CB3}" type="slidenum">
              <a:rPr lang="zh-CN" altLang="en-US"/>
              <a:pPr>
                <a:defRPr/>
              </a:pPr>
              <a:t>‹#›</a:t>
            </a:fld>
            <a:endParaRPr lang="en-US" altLang="zh-CN"/>
          </a:p>
        </p:txBody>
      </p:sp>
    </p:spTree>
    <p:extLst>
      <p:ext uri="{BB962C8B-B14F-4D97-AF65-F5344CB8AC3E}">
        <p14:creationId xmlns:p14="http://schemas.microsoft.com/office/powerpoint/2010/main" val="166535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6" name="Rectangle 10"/>
          <p:cNvSpPr>
            <a:spLocks noGrp="1" noChangeArrowheads="1"/>
          </p:cNvSpPr>
          <p:nvPr>
            <p:ph type="sldNum" sz="quarter" idx="12"/>
          </p:nvPr>
        </p:nvSpPr>
        <p:spPr/>
        <p:txBody>
          <a:bodyPr/>
          <a:lstStyle>
            <a:lvl1pPr>
              <a:defRPr/>
            </a:lvl1pPr>
          </a:lstStyle>
          <a:p>
            <a:pPr>
              <a:defRPr/>
            </a:pPr>
            <a:fld id="{4254C009-B72A-4EF9-9E33-0C53A4D57F0A}" type="slidenum">
              <a:rPr lang="zh-CN" altLang="en-US"/>
              <a:pPr>
                <a:defRPr/>
              </a:pPr>
              <a:t>‹#›</a:t>
            </a:fld>
            <a:endParaRPr lang="en-US" altLang="zh-CN"/>
          </a:p>
        </p:txBody>
      </p:sp>
    </p:spTree>
    <p:extLst>
      <p:ext uri="{BB962C8B-B14F-4D97-AF65-F5344CB8AC3E}">
        <p14:creationId xmlns:p14="http://schemas.microsoft.com/office/powerpoint/2010/main" val="1007057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9900" y="4572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90600" y="4572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6" name="Rectangle 10"/>
          <p:cNvSpPr>
            <a:spLocks noGrp="1" noChangeArrowheads="1"/>
          </p:cNvSpPr>
          <p:nvPr>
            <p:ph type="sldNum" sz="quarter" idx="12"/>
          </p:nvPr>
        </p:nvSpPr>
        <p:spPr/>
        <p:txBody>
          <a:bodyPr/>
          <a:lstStyle>
            <a:lvl1pPr>
              <a:defRPr/>
            </a:lvl1pPr>
          </a:lstStyle>
          <a:p>
            <a:pPr>
              <a:defRPr/>
            </a:pPr>
            <a:fld id="{80608B91-9107-4D04-9128-5929A0D03E49}" type="slidenum">
              <a:rPr lang="zh-CN" altLang="en-US"/>
              <a:pPr>
                <a:defRPr/>
              </a:pPr>
              <a:t>‹#›</a:t>
            </a:fld>
            <a:endParaRPr lang="en-US" altLang="zh-CN"/>
          </a:p>
        </p:txBody>
      </p:sp>
    </p:spTree>
    <p:extLst>
      <p:ext uri="{BB962C8B-B14F-4D97-AF65-F5344CB8AC3E}">
        <p14:creationId xmlns:p14="http://schemas.microsoft.com/office/powerpoint/2010/main" val="3723343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a:xfrm>
            <a:off x="7772400" y="6400800"/>
            <a:ext cx="1371600" cy="457200"/>
          </a:xfrm>
        </p:spPr>
        <p:txBody>
          <a:bodyPr/>
          <a:lstStyle>
            <a:lvl1pPr>
              <a:defRPr>
                <a:latin typeface="Arial" charset="0"/>
                <a:ea typeface="+mn-ea"/>
              </a:defRPr>
            </a:lvl1pPr>
          </a:lstStyle>
          <a:p>
            <a:pPr>
              <a:defRPr/>
            </a:pPr>
            <a:endParaRPr lang="en-US" altLang="en-US"/>
          </a:p>
        </p:txBody>
      </p:sp>
    </p:spTree>
    <p:extLst>
      <p:ext uri="{BB962C8B-B14F-4D97-AF65-F5344CB8AC3E}">
        <p14:creationId xmlns:p14="http://schemas.microsoft.com/office/powerpoint/2010/main" val="3281929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endParaRPr 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9" name="Rectangle 6"/>
          <p:cNvSpPr>
            <a:spLocks noGrp="1" noChangeArrowheads="1"/>
          </p:cNvSpPr>
          <p:nvPr>
            <p:ph type="sldNum" sz="quarter" idx="12"/>
          </p:nvPr>
        </p:nvSpPr>
        <p:spPr/>
        <p:txBody>
          <a:bodyPr/>
          <a:lstStyle>
            <a:lvl1pPr>
              <a:defRPr/>
            </a:lvl1pPr>
          </a:lstStyle>
          <a:p>
            <a:pPr>
              <a:defRPr/>
            </a:pPr>
            <a:fld id="{46E9C41E-D904-4438-8581-FFC1C27467FA}" type="slidenum">
              <a:rPr lang="ar-SA" altLang="en-US"/>
              <a:pPr>
                <a:defRPr/>
              </a:pPr>
              <a:t>‹#›</a:t>
            </a:fld>
            <a:endParaRPr lang="en-US" altLang="en-US"/>
          </a:p>
        </p:txBody>
      </p:sp>
    </p:spTree>
    <p:extLst>
      <p:ext uri="{BB962C8B-B14F-4D97-AF65-F5344CB8AC3E}">
        <p14:creationId xmlns:p14="http://schemas.microsoft.com/office/powerpoint/2010/main" val="3081073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Rectangle 4"/>
          <p:cNvSpPr>
            <a:spLocks noGrp="1" noChangeArrowheads="1"/>
          </p:cNvSpPr>
          <p:nvPr>
            <p:ph type="dt" sz="half" idx="10"/>
          </p:nvPr>
        </p:nvSpPr>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8" name="Rectangle 6"/>
          <p:cNvSpPr>
            <a:spLocks noGrp="1" noChangeArrowheads="1"/>
          </p:cNvSpPr>
          <p:nvPr>
            <p:ph type="sldNum" sz="quarter" idx="12"/>
          </p:nvPr>
        </p:nvSpPr>
        <p:spPr/>
        <p:txBody>
          <a:bodyPr/>
          <a:lstStyle>
            <a:lvl1pPr>
              <a:defRPr/>
            </a:lvl1pPr>
          </a:lstStyle>
          <a:p>
            <a:pPr>
              <a:defRPr/>
            </a:pPr>
            <a:fld id="{412033CF-48DC-4025-8AED-8E0D812BFF74}" type="slidenum">
              <a:rPr lang="ar-SA" altLang="en-US"/>
              <a:pPr>
                <a:defRPr/>
              </a:pPr>
              <a:t>‹#›</a:t>
            </a:fld>
            <a:endParaRPr lang="en-US" altLang="en-US"/>
          </a:p>
        </p:txBody>
      </p:sp>
    </p:spTree>
    <p:extLst>
      <p:ext uri="{BB962C8B-B14F-4D97-AF65-F5344CB8AC3E}">
        <p14:creationId xmlns:p14="http://schemas.microsoft.com/office/powerpoint/2010/main" val="2796615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cSld name="标题，两项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quarter" idx="2"/>
          </p:nvPr>
        </p:nvSpPr>
        <p:spPr>
          <a:xfrm>
            <a:off x="457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half" idx="3"/>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Rectangle 4"/>
          <p:cNvSpPr>
            <a:spLocks noGrp="1" noChangeArrowheads="1"/>
          </p:cNvSpPr>
          <p:nvPr>
            <p:ph type="dt" sz="half" idx="10"/>
          </p:nvPr>
        </p:nvSpPr>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3429000" y="6096000"/>
            <a:ext cx="2895600" cy="457200"/>
          </a:xfrm>
          <a:prstGeom prst="rect">
            <a:avLst/>
          </a:prstGeom>
        </p:spPr>
        <p:txBody>
          <a:bodyPr/>
          <a:lstStyle>
            <a:lvl1pPr>
              <a:defRPr/>
            </a:lvl1pPr>
          </a:lstStyle>
          <a:p>
            <a:pPr>
              <a:defRPr/>
            </a:pPr>
            <a:r>
              <a:rPr lang="en-US" altLang="zh-CN"/>
              <a:t>CS5486</a:t>
            </a:r>
          </a:p>
        </p:txBody>
      </p:sp>
      <p:sp>
        <p:nvSpPr>
          <p:cNvPr id="8" name="Rectangle 6"/>
          <p:cNvSpPr>
            <a:spLocks noGrp="1" noChangeArrowheads="1"/>
          </p:cNvSpPr>
          <p:nvPr>
            <p:ph type="sldNum" sz="quarter" idx="12"/>
          </p:nvPr>
        </p:nvSpPr>
        <p:spPr/>
        <p:txBody>
          <a:bodyPr/>
          <a:lstStyle>
            <a:lvl1pPr>
              <a:defRPr/>
            </a:lvl1pPr>
          </a:lstStyle>
          <a:p>
            <a:pPr>
              <a:defRPr/>
            </a:pPr>
            <a:fld id="{5BDEB006-C956-4B7E-A3CD-ECDDAB051801}" type="slidenum">
              <a:rPr lang="ar-SA" altLang="en-US"/>
              <a:pPr>
                <a:defRPr/>
              </a:pPr>
              <a:t>‹#›</a:t>
            </a:fld>
            <a:endParaRPr lang="en-US" altLang="en-US"/>
          </a:p>
        </p:txBody>
      </p:sp>
    </p:spTree>
    <p:extLst>
      <p:ext uri="{BB962C8B-B14F-4D97-AF65-F5344CB8AC3E}">
        <p14:creationId xmlns:p14="http://schemas.microsoft.com/office/powerpoint/2010/main" val="759216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8C735A"/>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8872538" cy="6858000"/>
            <a:chOff x="0" y="0"/>
            <a:chExt cx="5589" cy="4320"/>
          </a:xfrm>
        </p:grpSpPr>
        <p:sp>
          <p:nvSpPr>
            <p:cNvPr id="1032" name="Rectangle 3"/>
            <p:cNvSpPr>
              <a:spLocks noChangeArrowheads="1"/>
            </p:cNvSpPr>
            <p:nvPr/>
          </p:nvSpPr>
          <p:spPr bwMode="ltGray">
            <a:xfrm>
              <a:off x="336" y="150"/>
              <a:ext cx="5253" cy="40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Arial" panose="020B0604020202020204" pitchFamily="34" charset="0"/>
                </a:defRPr>
              </a:lvl1pPr>
              <a:lvl2pPr marL="742950" indent="-285750">
                <a:defRPr kumimoji="1" sz="2400">
                  <a:solidFill>
                    <a:schemeClr val="tx1"/>
                  </a:solidFill>
                  <a:latin typeface="Arial" panose="020B0604020202020204" pitchFamily="34" charset="0"/>
                </a:defRPr>
              </a:lvl2pPr>
              <a:lvl3pPr marL="1143000" indent="-228600">
                <a:defRPr kumimoji="1" sz="2400">
                  <a:solidFill>
                    <a:schemeClr val="tx1"/>
                  </a:solidFill>
                  <a:latin typeface="Arial" panose="020B0604020202020204" pitchFamily="34" charset="0"/>
                </a:defRPr>
              </a:lvl3pPr>
              <a:lvl4pPr marL="1600200" indent="-228600">
                <a:defRPr kumimoji="1" sz="2400">
                  <a:solidFill>
                    <a:schemeClr val="tx1"/>
                  </a:solidFill>
                  <a:latin typeface="Arial" panose="020B0604020202020204" pitchFamily="34" charset="0"/>
                </a:defRPr>
              </a:lvl4pPr>
              <a:lvl5pPr marL="2057400" indent="-228600">
                <a:defRPr kumimoji="1" sz="2400">
                  <a:solidFill>
                    <a:schemeClr val="tx1"/>
                  </a:solidFill>
                  <a:latin typeface="Arial" panose="020B0604020202020204" pitchFamily="34" charset="0"/>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defRPr>
              </a:lvl9pPr>
            </a:lstStyle>
            <a:p>
              <a:pPr>
                <a:defRPr/>
              </a:pPr>
              <a:endParaRPr lang="en-US" altLang="zh-CN">
                <a:ea typeface="SimSun" panose="02010600030101010101" pitchFamily="2" charset="-122"/>
              </a:endParaRPr>
            </a:p>
          </p:txBody>
        </p:sp>
        <p:pic>
          <p:nvPicPr>
            <p:cNvPr id="2" name="Picture 4" descr="minispi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ltGray">
            <a:xfrm>
              <a:off x="0" y="0"/>
              <a:ext cx="670"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Line 5"/>
            <p:cNvSpPr>
              <a:spLocks noChangeShapeType="1"/>
            </p:cNvSpPr>
            <p:nvPr/>
          </p:nvSpPr>
          <p:spPr bwMode="ltGray">
            <a:xfrm>
              <a:off x="640" y="1008"/>
              <a:ext cx="4880" cy="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27" name="Rectangle 6"/>
          <p:cNvSpPr>
            <a:spLocks noGrp="1" noChangeArrowheads="1"/>
          </p:cNvSpPr>
          <p:nvPr>
            <p:ph type="title"/>
          </p:nvPr>
        </p:nvSpPr>
        <p:spPr bwMode="auto">
          <a:xfrm>
            <a:off x="9906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8" name="Rectangle 7"/>
          <p:cNvSpPr>
            <a:spLocks noGrp="1" noChangeArrowheads="1"/>
          </p:cNvSpPr>
          <p:nvPr>
            <p:ph type="body" idx="1"/>
          </p:nvPr>
        </p:nvSpPr>
        <p:spPr bwMode="auto">
          <a:xfrm>
            <a:off x="990600" y="18288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3320" name="Rectangle 8"/>
          <p:cNvSpPr>
            <a:spLocks noGrp="1" noChangeArrowheads="1"/>
          </p:cNvSpPr>
          <p:nvPr>
            <p:ph type="dt" sz="half" idx="2"/>
          </p:nvPr>
        </p:nvSpPr>
        <p:spPr bwMode="auto">
          <a:xfrm>
            <a:off x="990600" y="6096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a:solidFill>
                  <a:schemeClr val="bg2"/>
                </a:solidFill>
                <a:latin typeface="Arial" pitchFamily="34" charset="0"/>
                <a:ea typeface="SimSun" pitchFamily="2" charset="-122"/>
              </a:defRPr>
            </a:lvl1pPr>
          </a:lstStyle>
          <a:p>
            <a:pPr>
              <a:defRPr/>
            </a:pPr>
            <a:endParaRPr lang="en-US" altLang="zh-CN"/>
          </a:p>
        </p:txBody>
      </p:sp>
      <p:sp>
        <p:nvSpPr>
          <p:cNvPr id="13322" name="Rectangle 10"/>
          <p:cNvSpPr>
            <a:spLocks noGrp="1" noChangeArrowheads="1"/>
          </p:cNvSpPr>
          <p:nvPr>
            <p:ph type="sldNum" sz="quarter" idx="4"/>
          </p:nvPr>
        </p:nvSpPr>
        <p:spPr bwMode="auto">
          <a:xfrm>
            <a:off x="6858000" y="6096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chemeClr val="bg2"/>
                </a:solidFill>
                <a:ea typeface="SimSun" panose="02010600030101010101" pitchFamily="2" charset="-122"/>
              </a:defRPr>
            </a:lvl1pPr>
          </a:lstStyle>
          <a:p>
            <a:pPr>
              <a:defRPr/>
            </a:pPr>
            <a:fld id="{7E05B530-8122-4173-994D-36298F1F066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62" r:id="rId1"/>
    <p:sldLayoutId id="2147484461" r:id="rId2"/>
    <p:sldLayoutId id="2147484463" r:id="rId3"/>
    <p:sldLayoutId id="2147484464" r:id="rId4"/>
    <p:sldLayoutId id="2147484465" r:id="rId5"/>
    <p:sldLayoutId id="2147484466" r:id="rId6"/>
    <p:sldLayoutId id="2147484467" r:id="rId7"/>
    <p:sldLayoutId id="2147484468" r:id="rId8"/>
    <p:sldLayoutId id="2147484469" r:id="rId9"/>
    <p:sldLayoutId id="2147484470" r:id="rId10"/>
    <p:sldLayoutId id="2147484471" r:id="rId11"/>
    <p:sldLayoutId id="2147484472" r:id="rId12"/>
    <p:sldLayoutId id="2147484473" r:id="rId13"/>
    <p:sldLayoutId id="2147484474" r:id="rId14"/>
    <p:sldLayoutId id="2147484475" r:id="rId15"/>
  </p:sldLayoutIdLst>
  <p:hf hd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defRPr>
      </a:lvl2pPr>
      <a:lvl3pPr algn="l" rtl="0" eaLnBrk="0" fontAlgn="base" hangingPunct="0">
        <a:spcBef>
          <a:spcPct val="0"/>
        </a:spcBef>
        <a:spcAft>
          <a:spcPct val="0"/>
        </a:spcAft>
        <a:defRPr kumimoji="1" sz="4400">
          <a:solidFill>
            <a:schemeClr val="tx2"/>
          </a:solidFill>
          <a:latin typeface="Times New Roman" pitchFamily="18" charset="0"/>
        </a:defRPr>
      </a:lvl3pPr>
      <a:lvl4pPr algn="l" rtl="0" eaLnBrk="0" fontAlgn="base" hangingPunct="0">
        <a:spcBef>
          <a:spcPct val="0"/>
        </a:spcBef>
        <a:spcAft>
          <a:spcPct val="0"/>
        </a:spcAft>
        <a:defRPr kumimoji="1" sz="4400">
          <a:solidFill>
            <a:schemeClr val="tx2"/>
          </a:solidFill>
          <a:latin typeface="Times New Roman" pitchFamily="18" charset="0"/>
        </a:defRPr>
      </a:lvl4pPr>
      <a:lvl5pPr algn="l" rtl="0" eaLnBrk="0" fontAlgn="base" hangingPunct="0">
        <a:spcBef>
          <a:spcPct val="0"/>
        </a:spcBef>
        <a:spcAft>
          <a:spcPct val="0"/>
        </a:spcAft>
        <a:defRPr kumimoji="1" sz="4400">
          <a:solidFill>
            <a:schemeClr val="tx2"/>
          </a:solidFill>
          <a:latin typeface="Times New Roman" pitchFamily="18" charset="0"/>
        </a:defRPr>
      </a:lvl5pPr>
      <a:lvl6pPr marL="457200" algn="l" rtl="0" eaLnBrk="0" fontAlgn="base" hangingPunct="0">
        <a:spcBef>
          <a:spcPct val="0"/>
        </a:spcBef>
        <a:spcAft>
          <a:spcPct val="0"/>
        </a:spcAft>
        <a:defRPr kumimoji="1" sz="4400">
          <a:solidFill>
            <a:schemeClr val="tx2"/>
          </a:solidFill>
          <a:latin typeface="Times New Roman" pitchFamily="18" charset="0"/>
        </a:defRPr>
      </a:lvl6pPr>
      <a:lvl7pPr marL="914400" algn="l" rtl="0" eaLnBrk="0" fontAlgn="base" hangingPunct="0">
        <a:spcBef>
          <a:spcPct val="0"/>
        </a:spcBef>
        <a:spcAft>
          <a:spcPct val="0"/>
        </a:spcAft>
        <a:defRPr kumimoji="1" sz="4400">
          <a:solidFill>
            <a:schemeClr val="tx2"/>
          </a:solidFill>
          <a:latin typeface="Times New Roman" pitchFamily="18" charset="0"/>
        </a:defRPr>
      </a:lvl7pPr>
      <a:lvl8pPr marL="1371600" algn="l" rtl="0" eaLnBrk="0" fontAlgn="base" hangingPunct="0">
        <a:spcBef>
          <a:spcPct val="0"/>
        </a:spcBef>
        <a:spcAft>
          <a:spcPct val="0"/>
        </a:spcAft>
        <a:defRPr kumimoji="1" sz="4400">
          <a:solidFill>
            <a:schemeClr val="tx2"/>
          </a:solidFill>
          <a:latin typeface="Times New Roman" pitchFamily="18" charset="0"/>
        </a:defRPr>
      </a:lvl8pPr>
      <a:lvl9pPr marL="1828800" algn="l" rtl="0" eaLnBrk="0" fontAlgn="base" hangingPunct="0">
        <a:spcBef>
          <a:spcPct val="0"/>
        </a:spcBef>
        <a:spcAft>
          <a:spcPct val="0"/>
        </a:spcAft>
        <a:defRPr kumimoji="1"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1"/>
        </a:buClr>
        <a:buSzPct val="90000"/>
        <a:buFont typeface="Monotype Sorts" pitchFamily="2" charset="2"/>
        <a:buChar char="4"/>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Char char="–"/>
        <a:defRPr kumimoji="1" sz="2800">
          <a:solidFill>
            <a:schemeClr val="tx1"/>
          </a:solidFill>
          <a:latin typeface="+mn-lt"/>
        </a:defRPr>
      </a:lvl2pPr>
      <a:lvl3pPr marL="1143000" indent="-228600" algn="l" rtl="0" eaLnBrk="0" fontAlgn="base" hangingPunct="0">
        <a:spcBef>
          <a:spcPct val="20000"/>
        </a:spcBef>
        <a:spcAft>
          <a:spcPct val="0"/>
        </a:spcAft>
        <a:buClr>
          <a:schemeClr val="accent1"/>
        </a:buClr>
        <a:buChar char="•"/>
        <a:defRPr kumimoji="1" sz="2400">
          <a:solidFill>
            <a:schemeClr val="tx1"/>
          </a:solidFill>
          <a:latin typeface="+mn-lt"/>
        </a:defRPr>
      </a:lvl3pPr>
      <a:lvl4pPr marL="1600200" indent="-228600" algn="l" rtl="0" eaLnBrk="0" fontAlgn="base" hangingPunct="0">
        <a:spcBef>
          <a:spcPct val="20000"/>
        </a:spcBef>
        <a:spcAft>
          <a:spcPct val="0"/>
        </a:spcAft>
        <a:buClr>
          <a:schemeClr val="accent1"/>
        </a:buClr>
        <a:buChar char="–"/>
        <a:defRPr kumimoji="1" sz="2000">
          <a:solidFill>
            <a:schemeClr val="tx1"/>
          </a:solidFill>
          <a:latin typeface="+mn-lt"/>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defRPr>
      </a:lvl5pPr>
      <a:lvl6pPr marL="2514600" indent="-228600" algn="l" rtl="0" eaLnBrk="0" fontAlgn="base" hangingPunct="0">
        <a:spcBef>
          <a:spcPct val="20000"/>
        </a:spcBef>
        <a:spcAft>
          <a:spcPct val="0"/>
        </a:spcAft>
        <a:buClr>
          <a:schemeClr val="accent1"/>
        </a:buClr>
        <a:buChar char="»"/>
        <a:defRPr kumimoji="1" sz="2000">
          <a:solidFill>
            <a:schemeClr val="tx1"/>
          </a:solidFill>
          <a:latin typeface="+mn-lt"/>
        </a:defRPr>
      </a:lvl6pPr>
      <a:lvl7pPr marL="2971800" indent="-228600" algn="l" rtl="0" eaLnBrk="0" fontAlgn="base" hangingPunct="0">
        <a:spcBef>
          <a:spcPct val="20000"/>
        </a:spcBef>
        <a:spcAft>
          <a:spcPct val="0"/>
        </a:spcAft>
        <a:buClr>
          <a:schemeClr val="accent1"/>
        </a:buClr>
        <a:buChar char="»"/>
        <a:defRPr kumimoji="1" sz="2000">
          <a:solidFill>
            <a:schemeClr val="tx1"/>
          </a:solidFill>
          <a:latin typeface="+mn-lt"/>
        </a:defRPr>
      </a:lvl7pPr>
      <a:lvl8pPr marL="3429000" indent="-228600" algn="l" rtl="0" eaLnBrk="0" fontAlgn="base" hangingPunct="0">
        <a:spcBef>
          <a:spcPct val="20000"/>
        </a:spcBef>
        <a:spcAft>
          <a:spcPct val="0"/>
        </a:spcAft>
        <a:buClr>
          <a:schemeClr val="accent1"/>
        </a:buClr>
        <a:buChar char="»"/>
        <a:defRPr kumimoji="1" sz="2000">
          <a:solidFill>
            <a:schemeClr val="tx1"/>
          </a:solidFill>
          <a:latin typeface="+mn-lt"/>
        </a:defRPr>
      </a:lvl8pPr>
      <a:lvl9pPr marL="3886200" indent="-228600" algn="l" rtl="0" eaLnBrk="0" fontAlgn="base" hangingPunct="0">
        <a:spcBef>
          <a:spcPct val="20000"/>
        </a:spcBef>
        <a:spcAft>
          <a:spcPct val="0"/>
        </a:spcAft>
        <a:buClr>
          <a:schemeClr val="accent1"/>
        </a:buClr>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gif"/><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pngfix/image30.png"/><Relationship Id="rId5" Type="http://schemas.openxmlformats.org/officeDocument/2006/relationships/oleObject" Target="../embeddings/oleObject3.bin"/><Relationship Id="rId4" Type="http://schemas.openxmlformats.org/officeDocument/2006/relationships/image" Target="../media/pngfix/image2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pngfix/image47.png"/><Relationship Id="rId5" Type="http://schemas.openxmlformats.org/officeDocument/2006/relationships/oleObject" Target="../embeddings/oleObject5.bin"/><Relationship Id="rId4" Type="http://schemas.openxmlformats.org/officeDocument/2006/relationships/image" Target="../media/pngfix/image46.png"/></Relationships>
</file>

<file path=ppt/slides/_rels/slide7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pngfix/image73.png"/><Relationship Id="rId5" Type="http://schemas.openxmlformats.org/officeDocument/2006/relationships/oleObject" Target="../embeddings/oleObject7.bin"/><Relationship Id="rId4" Type="http://schemas.openxmlformats.org/officeDocument/2006/relationships/image" Target="../media/pngfix/image72.png"/></Relationships>
</file>

<file path=ppt/slides/_rels/slide99.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pngfix/image76.png"/><Relationship Id="rId5" Type="http://schemas.openxmlformats.org/officeDocument/2006/relationships/oleObject" Target="../embeddings/oleObject9.bin"/><Relationship Id="rId4" Type="http://schemas.openxmlformats.org/officeDocument/2006/relationships/image" Target="../media/pngfix/image75.png"/></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pngfix/image77.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pngfix/image84.png"/></Relationships>
</file>

<file path=ppt/slides/_rels/slide112.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pngfix/image86.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8" Type="http://schemas.openxmlformats.org/officeDocument/2006/relationships/image" Target="../media/pngfix/image98.png"/><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pngfix/image97.png"/><Relationship Id="rId5" Type="http://schemas.openxmlformats.org/officeDocument/2006/relationships/oleObject" Target="../embeddings/oleObject14.bin"/><Relationship Id="rId4" Type="http://schemas.openxmlformats.org/officeDocument/2006/relationships/image" Target="../media/pngfix/image96.png"/></Relationships>
</file>

<file path=ppt/slides/_rels/slide126.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pngfix/image102.png"/><Relationship Id="rId5" Type="http://schemas.openxmlformats.org/officeDocument/2006/relationships/oleObject" Target="../embeddings/oleObject17.bin"/><Relationship Id="rId4" Type="http://schemas.openxmlformats.org/officeDocument/2006/relationships/image" Target="../media/pngfix/image101.png"/></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pngfix/image104.png"/><Relationship Id="rId5" Type="http://schemas.openxmlformats.org/officeDocument/2006/relationships/oleObject" Target="../embeddings/oleObject19.bin"/><Relationship Id="rId4" Type="http://schemas.openxmlformats.org/officeDocument/2006/relationships/image" Target="../media/pngfix/image103.png"/></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pngfix/image105.png"/></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pngfix/image106.png"/></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pngfix/image107.png"/></Relationships>
</file>

<file path=ppt/slides/_rels/slide133.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pngfix/image109.png"/></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pngfix/image110.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pngfix/image112.png"/></Relationships>
</file>

<file path=ppt/slides/_rels/slide14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15.emf"/></Relationships>
</file>

<file path=ppt/slides/_rels/slide145.xml.rels><?xml version="1.0" encoding="UTF-8" standalone="yes"?>
<Relationships xmlns="http://schemas.openxmlformats.org/package/2006/relationships"><Relationship Id="rId3" Type="http://schemas.openxmlformats.org/officeDocument/2006/relationships/image" Target="../media/pngfix/image116.png"/><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pngfix/image117.png"/><Relationship Id="rId4" Type="http://schemas.openxmlformats.org/officeDocument/2006/relationships/oleObject" Target="../embeddings/oleObject28.bin"/></Relationships>
</file>

<file path=ppt/slides/_rels/slide14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pngfix/image123.png"/><Relationship Id="rId2" Type="http://schemas.openxmlformats.org/officeDocument/2006/relationships/oleObject" Target="../embeddings/oleObject29.bin"/><Relationship Id="rId1" Type="http://schemas.openxmlformats.org/officeDocument/2006/relationships/slideLayout" Target="../slideLayouts/slideLayout2.xml"/><Relationship Id="rId5" Type="http://schemas.openxmlformats.org/officeDocument/2006/relationships/image" Target="../media/pngfix/image124.png"/><Relationship Id="rId4" Type="http://schemas.openxmlformats.org/officeDocument/2006/relationships/oleObject" Target="../embeddings/oleObject30.bin"/></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pngfix/image125.png"/><Relationship Id="rId7" Type="http://schemas.openxmlformats.org/officeDocument/2006/relationships/image" Target="../media/pngfix/image127.png"/><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pngfix/image126.png"/><Relationship Id="rId4" Type="http://schemas.openxmlformats.org/officeDocument/2006/relationships/oleObject" Target="../embeddings/oleObject32.bin"/></Relationships>
</file>

<file path=ppt/slides/_rels/slide156.xml.rels><?xml version="1.0" encoding="UTF-8" standalone="yes"?>
<Relationships xmlns="http://schemas.openxmlformats.org/package/2006/relationships"><Relationship Id="rId3" Type="http://schemas.openxmlformats.org/officeDocument/2006/relationships/image" Target="../media/pngfix/image128.png"/><Relationship Id="rId2" Type="http://schemas.openxmlformats.org/officeDocument/2006/relationships/oleObject" Target="../embeddings/oleObject34.bin"/><Relationship Id="rId1" Type="http://schemas.openxmlformats.org/officeDocument/2006/relationships/slideLayout" Target="../slideLayouts/slideLayout2.xml"/><Relationship Id="rId5" Type="http://schemas.openxmlformats.org/officeDocument/2006/relationships/image" Target="../media/pngfix/image129.png"/><Relationship Id="rId4" Type="http://schemas.openxmlformats.org/officeDocument/2006/relationships/oleObject" Target="../embeddings/oleObject35.bin"/></Relationships>
</file>

<file path=ppt/slides/_rels/slide157.xml.rels><?xml version="1.0" encoding="UTF-8" standalone="yes"?>
<Relationships xmlns="http://schemas.openxmlformats.org/package/2006/relationships"><Relationship Id="rId3" Type="http://schemas.openxmlformats.org/officeDocument/2006/relationships/image" Target="../media/pngfix/image130.png"/><Relationship Id="rId2" Type="http://schemas.openxmlformats.org/officeDocument/2006/relationships/oleObject" Target="../embeddings/oleObject36.bin"/><Relationship Id="rId1" Type="http://schemas.openxmlformats.org/officeDocument/2006/relationships/slideLayout" Target="../slideLayouts/slideLayout2.xml"/><Relationship Id="rId5" Type="http://schemas.openxmlformats.org/officeDocument/2006/relationships/image" Target="../media/pngfix/image127.png"/><Relationship Id="rId4" Type="http://schemas.openxmlformats.org/officeDocument/2006/relationships/oleObject" Target="../embeddings/oleObject37.bin"/></Relationships>
</file>

<file path=ppt/slides/_rels/slide158.xml.rels><?xml version="1.0" encoding="UTF-8" standalone="yes"?>
<Relationships xmlns="http://schemas.openxmlformats.org/package/2006/relationships"><Relationship Id="rId3" Type="http://schemas.openxmlformats.org/officeDocument/2006/relationships/image" Target="../media/pngfix/image131.png"/><Relationship Id="rId2" Type="http://schemas.openxmlformats.org/officeDocument/2006/relationships/oleObject" Target="../embeddings/oleObject38.bin"/><Relationship Id="rId1" Type="http://schemas.openxmlformats.org/officeDocument/2006/relationships/slideLayout" Target="../slideLayouts/slideLayout2.xml"/><Relationship Id="rId5" Type="http://schemas.openxmlformats.org/officeDocument/2006/relationships/image" Target="../media/pngfix/image127.png"/><Relationship Id="rId4" Type="http://schemas.openxmlformats.org/officeDocument/2006/relationships/oleObject" Target="../embeddings/oleObject39.bin"/></Relationships>
</file>

<file path=ppt/slides/_rels/slide159.xml.rels><?xml version="1.0" encoding="UTF-8" standalone="yes"?>
<Relationships xmlns="http://schemas.openxmlformats.org/package/2006/relationships"><Relationship Id="rId3" Type="http://schemas.openxmlformats.org/officeDocument/2006/relationships/image" Target="../media/pngfix/image132.png"/><Relationship Id="rId2" Type="http://schemas.openxmlformats.org/officeDocument/2006/relationships/oleObject" Target="../embeddings/oleObject40.bin"/><Relationship Id="rId1" Type="http://schemas.openxmlformats.org/officeDocument/2006/relationships/slideLayout" Target="../slideLayouts/slideLayout2.xml"/><Relationship Id="rId5" Type="http://schemas.openxmlformats.org/officeDocument/2006/relationships/image" Target="../media/pngfix/image131.png"/><Relationship Id="rId4" Type="http://schemas.openxmlformats.org/officeDocument/2006/relationships/oleObject" Target="../embeddings/oleObject41.bin"/></Relationships>
</file>

<file path=ppt/slides/_rels/slide160.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pngfix/image132.png"/><Relationship Id="rId7" Type="http://schemas.openxmlformats.org/officeDocument/2006/relationships/image" Target="../media/pngfix/image133.png"/><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5" Type="http://schemas.openxmlformats.org/officeDocument/2006/relationships/image" Target="../media/pngfix/image131.png"/><Relationship Id="rId4" Type="http://schemas.openxmlformats.org/officeDocument/2006/relationships/oleObject" Target="../embeddings/oleObject43.bin"/><Relationship Id="rId9" Type="http://schemas.openxmlformats.org/officeDocument/2006/relationships/image" Target="../media/pngfix/image134.png"/></Relationships>
</file>

<file path=ppt/slides/_rels/slide161.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image" Target="../media/pngfix/image138.png"/><Relationship Id="rId3" Type="http://schemas.openxmlformats.org/officeDocument/2006/relationships/image" Target="../media/pngfix/image133.png"/><Relationship Id="rId7" Type="http://schemas.openxmlformats.org/officeDocument/2006/relationships/image" Target="../media/pngfix/image135.png"/><Relationship Id="rId12" Type="http://schemas.openxmlformats.org/officeDocument/2006/relationships/oleObject" Target="../embeddings/oleObject51.bin"/><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11" Type="http://schemas.openxmlformats.org/officeDocument/2006/relationships/image" Target="../media/pngfix/image137.png"/><Relationship Id="rId5" Type="http://schemas.openxmlformats.org/officeDocument/2006/relationships/image" Target="../media/pngfix/image134.png"/><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pngfix/image136.png"/></Relationships>
</file>

<file path=ppt/slides/_rels/slide162.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image" Target="../media/pngfix/image133.png"/><Relationship Id="rId7" Type="http://schemas.openxmlformats.org/officeDocument/2006/relationships/image" Target="../media/pngfix/image139.png"/><Relationship Id="rId2" Type="http://schemas.openxmlformats.org/officeDocument/2006/relationships/oleObject" Target="../embeddings/oleObject52.bin"/><Relationship Id="rId1" Type="http://schemas.openxmlformats.org/officeDocument/2006/relationships/slideLayout" Target="../slideLayouts/slideLayout2.xml"/><Relationship Id="rId6" Type="http://schemas.openxmlformats.org/officeDocument/2006/relationships/oleObject" Target="../embeddings/oleObject54.bin"/><Relationship Id="rId5" Type="http://schemas.openxmlformats.org/officeDocument/2006/relationships/image" Target="../media/pngfix/image134.png"/><Relationship Id="rId10" Type="http://schemas.openxmlformats.org/officeDocument/2006/relationships/image" Target="../media/pngfix/image138.png"/><Relationship Id="rId4" Type="http://schemas.openxmlformats.org/officeDocument/2006/relationships/oleObject" Target="../embeddings/oleObject53.bin"/><Relationship Id="rId9" Type="http://schemas.openxmlformats.org/officeDocument/2006/relationships/oleObject" Target="../embeddings/oleObject56.bin"/></Relationships>
</file>

<file path=ppt/slides/_rels/slide163.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pngfix/image140.png"/><Relationship Id="rId7" Type="http://schemas.openxmlformats.org/officeDocument/2006/relationships/image" Target="../media/pngfix/image142.png"/><Relationship Id="rId2" Type="http://schemas.openxmlformats.org/officeDocument/2006/relationships/oleObject" Target="../embeddings/oleObject57.bin"/><Relationship Id="rId1" Type="http://schemas.openxmlformats.org/officeDocument/2006/relationships/slideLayout" Target="../slideLayouts/slideLayout2.xml"/><Relationship Id="rId6" Type="http://schemas.openxmlformats.org/officeDocument/2006/relationships/oleObject" Target="../embeddings/oleObject59.bin"/><Relationship Id="rId5" Type="http://schemas.openxmlformats.org/officeDocument/2006/relationships/image" Target="../media/pngfix/image141.png"/><Relationship Id="rId4" Type="http://schemas.openxmlformats.org/officeDocument/2006/relationships/oleObject" Target="../embeddings/oleObject58.bin"/><Relationship Id="rId9" Type="http://schemas.openxmlformats.org/officeDocument/2006/relationships/image" Target="../media/pngfix/image143.png"/></Relationships>
</file>

<file path=ppt/slides/_rels/slide164.xml.rels><?xml version="1.0" encoding="UTF-8" standalone="yes"?>
<Relationships xmlns="http://schemas.openxmlformats.org/package/2006/relationships"><Relationship Id="rId3" Type="http://schemas.openxmlformats.org/officeDocument/2006/relationships/image" Target="../media/pngfix/image144.png"/><Relationship Id="rId2" Type="http://schemas.openxmlformats.org/officeDocument/2006/relationships/oleObject" Target="../embeddings/oleObject61.bin"/><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pngfix/image145.png"/><Relationship Id="rId2" Type="http://schemas.openxmlformats.org/officeDocument/2006/relationships/oleObject" Target="../embeddings/oleObject62.bin"/><Relationship Id="rId1" Type="http://schemas.openxmlformats.org/officeDocument/2006/relationships/slideLayout" Target="../slideLayouts/slideLayout2.xml"/><Relationship Id="rId5" Type="http://schemas.openxmlformats.org/officeDocument/2006/relationships/image" Target="../media/pngfix/image146.png"/><Relationship Id="rId4" Type="http://schemas.openxmlformats.org/officeDocument/2006/relationships/oleObject" Target="../embeddings/oleObject63.bin"/></Relationships>
</file>

<file path=ppt/slides/_rels/slide166.xml.rels><?xml version="1.0" encoding="UTF-8" standalone="yes"?>
<Relationships xmlns="http://schemas.openxmlformats.org/package/2006/relationships"><Relationship Id="rId3" Type="http://schemas.openxmlformats.org/officeDocument/2006/relationships/image" Target="../media/pngfix/image147.png"/><Relationship Id="rId7" Type="http://schemas.openxmlformats.org/officeDocument/2006/relationships/image" Target="../media/pngfix/image149.png"/><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6.bin"/><Relationship Id="rId5" Type="http://schemas.openxmlformats.org/officeDocument/2006/relationships/image" Target="../media/pngfix/image148.png"/><Relationship Id="rId4" Type="http://schemas.openxmlformats.org/officeDocument/2006/relationships/oleObject" Target="../embeddings/oleObject65.bin"/></Relationships>
</file>

<file path=ppt/slides/_rels/slide167.xml.rels><?xml version="1.0" encoding="UTF-8" standalone="yes"?>
<Relationships xmlns="http://schemas.openxmlformats.org/package/2006/relationships"><Relationship Id="rId3" Type="http://schemas.openxmlformats.org/officeDocument/2006/relationships/image" Target="../media/pngfix/image139.png"/><Relationship Id="rId7" Type="http://schemas.openxmlformats.org/officeDocument/2006/relationships/image" Target="../media/pngfix/image138.png"/><Relationship Id="rId2" Type="http://schemas.openxmlformats.org/officeDocument/2006/relationships/oleObject" Target="../embeddings/oleObject67.bin"/><Relationship Id="rId1" Type="http://schemas.openxmlformats.org/officeDocument/2006/relationships/slideLayout" Target="../slideLayouts/slideLayout2.xml"/><Relationship Id="rId6" Type="http://schemas.openxmlformats.org/officeDocument/2006/relationships/oleObject" Target="../embeddings/oleObject69.bin"/><Relationship Id="rId5" Type="http://schemas.openxmlformats.org/officeDocument/2006/relationships/image" Target="../media/pngfix/image150.png"/><Relationship Id="rId4" Type="http://schemas.openxmlformats.org/officeDocument/2006/relationships/oleObject" Target="../embeddings/oleObject68.bin"/></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pngfix/image151.png"/><Relationship Id="rId2" Type="http://schemas.openxmlformats.org/officeDocument/2006/relationships/oleObject" Target="../embeddings/oleObject70.bin"/><Relationship Id="rId1" Type="http://schemas.openxmlformats.org/officeDocument/2006/relationships/slideLayout" Target="../slideLayouts/slideLayout7.xml"/><Relationship Id="rId5" Type="http://schemas.openxmlformats.org/officeDocument/2006/relationships/image" Target="../media/pngfix/image152.png"/><Relationship Id="rId4" Type="http://schemas.openxmlformats.org/officeDocument/2006/relationships/oleObject" Target="../embeddings/oleObject71.bin"/></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image" Target="../media/pngfix/image153.png"/><Relationship Id="rId7" Type="http://schemas.openxmlformats.org/officeDocument/2006/relationships/image" Target="../media/pngfix/image155.png"/><Relationship Id="rId2" Type="http://schemas.openxmlformats.org/officeDocument/2006/relationships/oleObject" Target="../embeddings/oleObject72.bin"/><Relationship Id="rId1" Type="http://schemas.openxmlformats.org/officeDocument/2006/relationships/slideLayout" Target="../slideLayouts/slideLayout7.xml"/><Relationship Id="rId6" Type="http://schemas.openxmlformats.org/officeDocument/2006/relationships/oleObject" Target="../embeddings/oleObject74.bin"/><Relationship Id="rId5" Type="http://schemas.openxmlformats.org/officeDocument/2006/relationships/image" Target="../media/pngfix/image154.png"/><Relationship Id="rId4" Type="http://schemas.openxmlformats.org/officeDocument/2006/relationships/oleObject" Target="../embeddings/oleObject73.bin"/><Relationship Id="rId9" Type="http://schemas.openxmlformats.org/officeDocument/2006/relationships/image" Target="../media/pngfix/image15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pngfix/image157.png"/><Relationship Id="rId7" Type="http://schemas.openxmlformats.org/officeDocument/2006/relationships/image" Target="../media/pngfix/image138.png"/><Relationship Id="rId2" Type="http://schemas.openxmlformats.org/officeDocument/2006/relationships/oleObject" Target="../embeddings/oleObject76.bin"/><Relationship Id="rId1" Type="http://schemas.openxmlformats.org/officeDocument/2006/relationships/slideLayout" Target="../slideLayouts/slideLayout2.xml"/><Relationship Id="rId6" Type="http://schemas.openxmlformats.org/officeDocument/2006/relationships/oleObject" Target="../embeddings/oleObject78.bin"/><Relationship Id="rId5" Type="http://schemas.openxmlformats.org/officeDocument/2006/relationships/image" Target="../media/pngfix/image150.png"/><Relationship Id="rId4" Type="http://schemas.openxmlformats.org/officeDocument/2006/relationships/oleObject" Target="../embeddings/oleObject77.bin"/><Relationship Id="rId9" Type="http://schemas.openxmlformats.org/officeDocument/2006/relationships/image" Target="../media/pngfix/image158.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2.xml"/><Relationship Id="rId4" Type="http://schemas.openxmlformats.org/officeDocument/2006/relationships/image" Target="../media/image169.png"/></Relationships>
</file>

<file path=ppt/slides/_rels/slide18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pngfix/image173.png"/></Relationships>
</file>

<file path=ppt/slides/_rels/slide190.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pngfix/image174.png"/></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8" Type="http://schemas.openxmlformats.org/officeDocument/2006/relationships/image" Target="../media/pngfix/image185.png"/><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pngfix/image187.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pngfix/image184.png"/><Relationship Id="rId11" Type="http://schemas.openxmlformats.org/officeDocument/2006/relationships/oleObject" Target="../embeddings/oleObject86.bin"/><Relationship Id="rId5" Type="http://schemas.openxmlformats.org/officeDocument/2006/relationships/oleObject" Target="../embeddings/oleObject83.bin"/><Relationship Id="rId10" Type="http://schemas.openxmlformats.org/officeDocument/2006/relationships/image" Target="../media/pngfix/image186.png"/><Relationship Id="rId4" Type="http://schemas.openxmlformats.org/officeDocument/2006/relationships/image" Target="../media/pngfix/image183.png"/><Relationship Id="rId9" Type="http://schemas.openxmlformats.org/officeDocument/2006/relationships/oleObject" Target="../embeddings/oleObject85.bin"/></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pngfix/image191.png"/><Relationship Id="rId5" Type="http://schemas.openxmlformats.org/officeDocument/2006/relationships/oleObject" Target="../embeddings/oleObject88.bin"/><Relationship Id="rId4" Type="http://schemas.openxmlformats.org/officeDocument/2006/relationships/image" Target="../media/pngfix/image190.png"/></Relationships>
</file>

<file path=ppt/slides/_rels/slide209.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pngfix/image192.png"/></Relationships>
</file>

<file path=ppt/slides/_rels/slide210.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pngfix/image194.png"/><Relationship Id="rId5" Type="http://schemas.openxmlformats.org/officeDocument/2006/relationships/oleObject" Target="../embeddings/oleObject91.bin"/><Relationship Id="rId4" Type="http://schemas.openxmlformats.org/officeDocument/2006/relationships/image" Target="../media/pngfix/image193.png"/></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1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219.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oleObject" Target="../embeddings/oleObject92.bin"/><Relationship Id="rId7" Type="http://schemas.openxmlformats.org/officeDocument/2006/relationships/image" Target="../media/image198.png"/><Relationship Id="rId2" Type="http://schemas.openxmlformats.org/officeDocument/2006/relationships/notesSlide" Target="../notesSlides/notesSlide86.xml"/><Relationship Id="rId1" Type="http://schemas.openxmlformats.org/officeDocument/2006/relationships/slideLayout" Target="../slideLayouts/slideLayout12.xml"/><Relationship Id="rId6" Type="http://schemas.openxmlformats.org/officeDocument/2006/relationships/image" Target="../media/pngfix/image197.png"/><Relationship Id="rId5" Type="http://schemas.openxmlformats.org/officeDocument/2006/relationships/oleObject" Target="../embeddings/oleObject93.bin"/><Relationship Id="rId4" Type="http://schemas.openxmlformats.org/officeDocument/2006/relationships/image" Target="../media/pngfix/image196.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pngfix/image201.png"/><Relationship Id="rId5" Type="http://schemas.openxmlformats.org/officeDocument/2006/relationships/oleObject" Target="../embeddings/oleObject95.bin"/><Relationship Id="rId4" Type="http://schemas.openxmlformats.org/officeDocument/2006/relationships/image" Target="../media/pngfix/image200.png"/></Relationships>
</file>

<file path=ppt/slides/_rels/slide222.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pngfix/image203.png"/><Relationship Id="rId5" Type="http://schemas.openxmlformats.org/officeDocument/2006/relationships/oleObject" Target="../embeddings/oleObject97.bin"/><Relationship Id="rId4" Type="http://schemas.openxmlformats.org/officeDocument/2006/relationships/image" Target="../media/pngfix/image202.png"/></Relationships>
</file>

<file path=ppt/slides/_rels/slide223.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oleObject" Target="../embeddings/oleObject98.bin"/><Relationship Id="rId1" Type="http://schemas.openxmlformats.org/officeDocument/2006/relationships/slideLayout" Target="../slideLayouts/slideLayout2.xml"/><Relationship Id="rId5" Type="http://schemas.openxmlformats.org/officeDocument/2006/relationships/image" Target="../media/image205.png"/><Relationship Id="rId4" Type="http://schemas.openxmlformats.org/officeDocument/2006/relationships/oleObject" Target="../embeddings/oleObject99.bin"/></Relationships>
</file>

<file path=ppt/slides/_rels/slide224.xml.rels><?xml version="1.0" encoding="UTF-8" standalone="yes"?>
<Relationships xmlns="http://schemas.openxmlformats.org/package/2006/relationships"><Relationship Id="rId3" Type="http://schemas.openxmlformats.org/officeDocument/2006/relationships/image" Target="../media/pngfix/image206.png"/><Relationship Id="rId2" Type="http://schemas.openxmlformats.org/officeDocument/2006/relationships/oleObject" Target="../embeddings/oleObject100.bin"/><Relationship Id="rId1" Type="http://schemas.openxmlformats.org/officeDocument/2006/relationships/slideLayout" Target="../slideLayouts/slideLayout2.xml"/><Relationship Id="rId5" Type="http://schemas.openxmlformats.org/officeDocument/2006/relationships/image" Target="../media/pngfix/image207.png"/><Relationship Id="rId4" Type="http://schemas.openxmlformats.org/officeDocument/2006/relationships/oleObject" Target="../embeddings/oleObject101.bin"/></Relationships>
</file>

<file path=ppt/slides/_rels/slide225.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pngfix/image208.png"/></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pngfix/image210.png"/></Relationships>
</file>

<file path=ppt/slides/_rels/slide229.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pngfix/image211.png"/></Relationships>
</file>

<file path=ppt/slides/_rels/slide230.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213.png"/><Relationship Id="rId7" Type="http://schemas.openxmlformats.org/officeDocument/2006/relationships/image" Target="../media/image217.png"/><Relationship Id="rId2" Type="http://schemas.openxmlformats.org/officeDocument/2006/relationships/oleObject" Target="../embeddings/oleObject105.bin"/><Relationship Id="rId1" Type="http://schemas.openxmlformats.org/officeDocument/2006/relationships/slideLayout" Target="../slideLayouts/slideLayout13.xml"/><Relationship Id="rId6" Type="http://schemas.openxmlformats.org/officeDocument/2006/relationships/image" Target="../media/pngfix/image216.png"/><Relationship Id="rId5" Type="http://schemas.openxmlformats.org/officeDocument/2006/relationships/image" Target="../media/image215.png"/><Relationship Id="rId4" Type="http://schemas.openxmlformats.org/officeDocument/2006/relationships/image" Target="../media/image214.png"/></Relationships>
</file>

<file path=ppt/slides/_rels/slide232.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pngfix/image218.png"/></Relationships>
</file>

<file path=ppt/slides/_rels/slide233.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pngfix/image219.png"/></Relationships>
</file>

<file path=ppt/slides/_rels/slide234.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pngfix/image220.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6.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pngfix/image223.png"/><Relationship Id="rId2" Type="http://schemas.openxmlformats.org/officeDocument/2006/relationships/image" Target="../media/pngfix/image222.png"/><Relationship Id="rId1" Type="http://schemas.openxmlformats.org/officeDocument/2006/relationships/slideLayout" Target="../slideLayouts/slideLayout1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pngfix/image224.png"/><Relationship Id="rId2" Type="http://schemas.openxmlformats.org/officeDocument/2006/relationships/oleObject" Target="../embeddings/oleObject109.bin"/><Relationship Id="rId1" Type="http://schemas.openxmlformats.org/officeDocument/2006/relationships/slideLayout" Target="../slideLayouts/slideLayout12.xml"/><Relationship Id="rId6" Type="http://schemas.openxmlformats.org/officeDocument/2006/relationships/image" Target="../media/pngfix/image226.png"/><Relationship Id="rId5" Type="http://schemas.openxmlformats.org/officeDocument/2006/relationships/image" Target="../media/pngfix/image225.png"/><Relationship Id="rId4" Type="http://schemas.openxmlformats.org/officeDocument/2006/relationships/oleObject" Target="../embeddings/oleObject110.bin"/></Relationships>
</file>

<file path=ppt/slides/_rels/slide240.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pngfix/image227.png"/><Relationship Id="rId1" Type="http://schemas.openxmlformats.org/officeDocument/2006/relationships/slideLayout" Target="../slideLayouts/slideLayout15.xml"/><Relationship Id="rId6" Type="http://schemas.openxmlformats.org/officeDocument/2006/relationships/image" Target="../media/pngfix/image231.png"/><Relationship Id="rId5" Type="http://schemas.openxmlformats.org/officeDocument/2006/relationships/image" Target="../media/pngfix/image230.png"/><Relationship Id="rId4" Type="http://schemas.openxmlformats.org/officeDocument/2006/relationships/image" Target="../media/pngfix/image229.png"/></Relationships>
</file>

<file path=ppt/slides/_rels/slide241.xml.rels><?xml version="1.0" encoding="UTF-8" standalone="yes"?>
<Relationships xmlns="http://schemas.openxmlformats.org/package/2006/relationships"><Relationship Id="rId3" Type="http://schemas.openxmlformats.org/officeDocument/2006/relationships/image" Target="../media/pngfix/image233.png"/><Relationship Id="rId2" Type="http://schemas.openxmlformats.org/officeDocument/2006/relationships/image" Target="../media/image232.png"/><Relationship Id="rId1" Type="http://schemas.openxmlformats.org/officeDocument/2006/relationships/slideLayout" Target="../slideLayouts/slideLayout14.xml"/><Relationship Id="rId4" Type="http://schemas.openxmlformats.org/officeDocument/2006/relationships/image" Target="../media/pngfix/image227.png"/></Relationships>
</file>

<file path=ppt/slides/_rels/slide242.xml.rels><?xml version="1.0" encoding="UTF-8" standalone="yes"?>
<Relationships xmlns="http://schemas.openxmlformats.org/package/2006/relationships"><Relationship Id="rId8" Type="http://schemas.openxmlformats.org/officeDocument/2006/relationships/oleObject" Target="../embeddings/oleObject114.bin"/><Relationship Id="rId3" Type="http://schemas.openxmlformats.org/officeDocument/2006/relationships/image" Target="../media/pngfix/image234.png"/><Relationship Id="rId7" Type="http://schemas.openxmlformats.org/officeDocument/2006/relationships/image" Target="../media/pngfix/image236.png"/><Relationship Id="rId2" Type="http://schemas.openxmlformats.org/officeDocument/2006/relationships/oleObject" Target="../embeddings/oleObject111.bin"/><Relationship Id="rId1" Type="http://schemas.openxmlformats.org/officeDocument/2006/relationships/slideLayout" Target="../slideLayouts/slideLayout14.xml"/><Relationship Id="rId6" Type="http://schemas.openxmlformats.org/officeDocument/2006/relationships/oleObject" Target="../embeddings/oleObject113.bin"/><Relationship Id="rId11" Type="http://schemas.openxmlformats.org/officeDocument/2006/relationships/image" Target="../media/image239.png"/><Relationship Id="rId5" Type="http://schemas.openxmlformats.org/officeDocument/2006/relationships/image" Target="../media/pngfix/image235.png"/><Relationship Id="rId10" Type="http://schemas.openxmlformats.org/officeDocument/2006/relationships/image" Target="../media/pngfix/image238.png"/><Relationship Id="rId4" Type="http://schemas.openxmlformats.org/officeDocument/2006/relationships/oleObject" Target="../embeddings/oleObject112.bin"/><Relationship Id="rId9" Type="http://schemas.openxmlformats.org/officeDocument/2006/relationships/image" Target="../media/pngfix/image237.png"/></Relationships>
</file>

<file path=ppt/slides/_rels/slide243.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14.xml"/><Relationship Id="rId4" Type="http://schemas.openxmlformats.org/officeDocument/2006/relationships/image" Target="../media/pngfix/image242.png"/></Relationships>
</file>

<file path=ppt/slides/_rels/slide244.xml.rels><?xml version="1.0" encoding="UTF-8" standalone="yes"?>
<Relationships xmlns="http://schemas.openxmlformats.org/package/2006/relationships"><Relationship Id="rId3" Type="http://schemas.openxmlformats.org/officeDocument/2006/relationships/image" Target="../media/pngfix/image244.png"/><Relationship Id="rId2" Type="http://schemas.openxmlformats.org/officeDocument/2006/relationships/image" Target="../media/pngfix/image243.png"/><Relationship Id="rId1" Type="http://schemas.openxmlformats.org/officeDocument/2006/relationships/slideLayout" Target="../slideLayouts/slideLayout14.xml"/><Relationship Id="rId6" Type="http://schemas.openxmlformats.org/officeDocument/2006/relationships/image" Target="../media/pngfix/image246.png"/><Relationship Id="rId5" Type="http://schemas.openxmlformats.org/officeDocument/2006/relationships/image" Target="../media/pngfix/image245.png"/><Relationship Id="rId4" Type="http://schemas.openxmlformats.org/officeDocument/2006/relationships/oleObject" Target="../embeddings/oleObject115.bin"/></Relationships>
</file>

<file path=ppt/slides/_rels/slide245.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image" Target="../media/pngfix/image247.png"/><Relationship Id="rId1" Type="http://schemas.openxmlformats.org/officeDocument/2006/relationships/slideLayout" Target="../slideLayouts/slideLayout14.xml"/><Relationship Id="rId6" Type="http://schemas.openxmlformats.org/officeDocument/2006/relationships/image" Target="../media/pngfix/image251.png"/><Relationship Id="rId5" Type="http://schemas.openxmlformats.org/officeDocument/2006/relationships/image" Target="../media/image250.png"/><Relationship Id="rId4" Type="http://schemas.openxmlformats.org/officeDocument/2006/relationships/image" Target="../media/image249.png"/></Relationships>
</file>

<file path=ppt/slides/_rels/slide246.xml.rels><?xml version="1.0" encoding="UTF-8" standalone="yes"?>
<Relationships xmlns="http://schemas.openxmlformats.org/package/2006/relationships"><Relationship Id="rId3" Type="http://schemas.openxmlformats.org/officeDocument/2006/relationships/image" Target="../media/pngfix/image252.png"/><Relationship Id="rId2" Type="http://schemas.openxmlformats.org/officeDocument/2006/relationships/oleObject" Target="../embeddings/oleObject116.bin"/><Relationship Id="rId1" Type="http://schemas.openxmlformats.org/officeDocument/2006/relationships/slideLayout" Target="../slideLayouts/slideLayout14.xml"/><Relationship Id="rId5" Type="http://schemas.openxmlformats.org/officeDocument/2006/relationships/image" Target="../media/pngfix/image253.png"/><Relationship Id="rId4" Type="http://schemas.openxmlformats.org/officeDocument/2006/relationships/oleObject" Target="../embeddings/oleObject117.bin"/></Relationships>
</file>

<file path=ppt/slides/_rels/slide247.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pngfix/image257.png"/></Relationships>
</file>

<file path=ppt/slides/_rels/slide252.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pngfix/image258.png"/></Relationships>
</file>

<file path=ppt/slides/_rels/slide253.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pngfix/image262.png"/></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oleObject" Target="../embeddings/oleObject121.bin"/><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pngfix/image263.png"/></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3" Type="http://schemas.openxmlformats.org/officeDocument/2006/relationships/oleObject" Target="../embeddings/oleObject122.bin"/><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image" Target="../media/pngfix/image265.png"/><Relationship Id="rId5" Type="http://schemas.openxmlformats.org/officeDocument/2006/relationships/oleObject" Target="../embeddings/oleObject123.bin"/><Relationship Id="rId4" Type="http://schemas.openxmlformats.org/officeDocument/2006/relationships/image" Target="../media/pngfix/image264.png"/></Relationships>
</file>

<file path=ppt/slides/_rels/slide265.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68.png"/></Relationships>
</file>

<file path=ppt/slides/_rels/slide267.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pngfix/image273.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pngfix/image275.png"/><Relationship Id="rId4" Type="http://schemas.openxmlformats.org/officeDocument/2006/relationships/image" Target="../media/pngfix/image274.png"/></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3" Type="http://schemas.openxmlformats.org/officeDocument/2006/relationships/image" Target="../media/image276.emf"/><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3" Type="http://schemas.openxmlformats.org/officeDocument/2006/relationships/image" Target="../media/image277.emf"/><Relationship Id="rId2" Type="http://schemas.openxmlformats.org/officeDocument/2006/relationships/oleObject" Target="../embeddings/oleObject125.bin"/><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3" Type="http://schemas.openxmlformats.org/officeDocument/2006/relationships/image" Target="../media/image278.e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8" Type="http://schemas.openxmlformats.org/officeDocument/2006/relationships/image" Target="../media/pngfix/image281.png"/><Relationship Id="rId3" Type="http://schemas.openxmlformats.org/officeDocument/2006/relationships/oleObject" Target="../embeddings/oleObject126.bin"/><Relationship Id="rId7" Type="http://schemas.openxmlformats.org/officeDocument/2006/relationships/oleObject" Target="../embeddings/oleObject128.bin"/><Relationship Id="rId2" Type="http://schemas.openxmlformats.org/officeDocument/2006/relationships/notesSlide" Target="../notesSlides/notesSlide114.xml"/><Relationship Id="rId1" Type="http://schemas.openxmlformats.org/officeDocument/2006/relationships/slideLayout" Target="../slideLayouts/slideLayout2.xml"/><Relationship Id="rId6" Type="http://schemas.openxmlformats.org/officeDocument/2006/relationships/image" Target="../media/pngfix/image280.png"/><Relationship Id="rId5" Type="http://schemas.openxmlformats.org/officeDocument/2006/relationships/oleObject" Target="../embeddings/oleObject127.bin"/><Relationship Id="rId4" Type="http://schemas.openxmlformats.org/officeDocument/2006/relationships/image" Target="../media/pngfix/image279.png"/></Relationships>
</file>

<file path=ppt/slides/_rels/slide278.xml.rels><?xml version="1.0" encoding="UTF-8" standalone="yes"?>
<Relationships xmlns="http://schemas.openxmlformats.org/package/2006/relationships"><Relationship Id="rId3" Type="http://schemas.openxmlformats.org/officeDocument/2006/relationships/image" Target="../media/pngfix/image282.png"/><Relationship Id="rId2" Type="http://schemas.openxmlformats.org/officeDocument/2006/relationships/oleObject" Target="../embeddings/oleObject129.bin"/><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283.emf"/><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8" Type="http://schemas.openxmlformats.org/officeDocument/2006/relationships/image" Target="../media/pngfix/image286.png"/><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notesSlide" Target="../notesSlides/notesSlide116.xml"/><Relationship Id="rId1" Type="http://schemas.openxmlformats.org/officeDocument/2006/relationships/slideLayout" Target="../slideLayouts/slideLayout2.xml"/><Relationship Id="rId6" Type="http://schemas.openxmlformats.org/officeDocument/2006/relationships/image" Target="../media/pngfix/image285.png"/><Relationship Id="rId5" Type="http://schemas.openxmlformats.org/officeDocument/2006/relationships/oleObject" Target="../embeddings/oleObject131.bin"/><Relationship Id="rId4" Type="http://schemas.openxmlformats.org/officeDocument/2006/relationships/image" Target="../media/pngfix/image284.png"/></Relationships>
</file>

<file path=ppt/slides/_rels/slide281.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oleObject" Target="../embeddings/oleObject133.bin"/><Relationship Id="rId7" Type="http://schemas.openxmlformats.org/officeDocument/2006/relationships/oleObject" Target="../embeddings/oleObject135.bin"/><Relationship Id="rId2" Type="http://schemas.openxmlformats.org/officeDocument/2006/relationships/notesSlide" Target="../notesSlides/notesSlide117.xml"/><Relationship Id="rId1" Type="http://schemas.openxmlformats.org/officeDocument/2006/relationships/slideLayout" Target="../slideLayouts/slideLayout2.xml"/><Relationship Id="rId6" Type="http://schemas.openxmlformats.org/officeDocument/2006/relationships/image" Target="../media/pngfix/image288.png"/><Relationship Id="rId11" Type="http://schemas.openxmlformats.org/officeDocument/2006/relationships/image" Target="../media/pngfix/image290.png"/><Relationship Id="rId5" Type="http://schemas.openxmlformats.org/officeDocument/2006/relationships/oleObject" Target="../embeddings/oleObject134.bin"/><Relationship Id="rId10" Type="http://schemas.openxmlformats.org/officeDocument/2006/relationships/oleObject" Target="../embeddings/oleObject137.bin"/><Relationship Id="rId4" Type="http://schemas.openxmlformats.org/officeDocument/2006/relationships/image" Target="../media/pngfix/image287.png"/><Relationship Id="rId9" Type="http://schemas.openxmlformats.org/officeDocument/2006/relationships/image" Target="../media/pngfix/image289.png"/></Relationships>
</file>

<file path=ppt/slides/_rels/slide282.xml.rels><?xml version="1.0" encoding="UTF-8" standalone="yes"?>
<Relationships xmlns="http://schemas.openxmlformats.org/package/2006/relationships"><Relationship Id="rId8" Type="http://schemas.openxmlformats.org/officeDocument/2006/relationships/image" Target="../media/pngfix/image293.png"/><Relationship Id="rId3" Type="http://schemas.openxmlformats.org/officeDocument/2006/relationships/oleObject" Target="../embeddings/oleObject138.bin"/><Relationship Id="rId7" Type="http://schemas.openxmlformats.org/officeDocument/2006/relationships/oleObject" Target="../embeddings/oleObject140.bin"/><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image" Target="../media/pngfix/image292.png"/><Relationship Id="rId5" Type="http://schemas.openxmlformats.org/officeDocument/2006/relationships/oleObject" Target="../embeddings/oleObject139.bin"/><Relationship Id="rId4" Type="http://schemas.openxmlformats.org/officeDocument/2006/relationships/image" Target="../media/pngfix/image291.png"/></Relationships>
</file>

<file path=ppt/slides/_rels/slide283.xml.rels><?xml version="1.0" encoding="UTF-8" standalone="yes"?>
<Relationships xmlns="http://schemas.openxmlformats.org/package/2006/relationships"><Relationship Id="rId3" Type="http://schemas.openxmlformats.org/officeDocument/2006/relationships/image" Target="../media/image294.emf"/><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notesSlide" Target="../notesSlides/notesSlide120.xml"/><Relationship Id="rId1" Type="http://schemas.openxmlformats.org/officeDocument/2006/relationships/slideLayout" Target="../slideLayouts/slideLayout2.xml"/><Relationship Id="rId6" Type="http://schemas.openxmlformats.org/officeDocument/2006/relationships/image" Target="../media/pngfix/image296.png"/><Relationship Id="rId5" Type="http://schemas.openxmlformats.org/officeDocument/2006/relationships/oleObject" Target="../embeddings/oleObject142.bin"/><Relationship Id="rId4" Type="http://schemas.openxmlformats.org/officeDocument/2006/relationships/image" Target="../media/pngfix/image295.png"/></Relationships>
</file>

<file path=ppt/slides/_rels/slide285.xml.rels><?xml version="1.0" encoding="UTF-8" standalone="yes"?>
<Relationships xmlns="http://schemas.openxmlformats.org/package/2006/relationships"><Relationship Id="rId3" Type="http://schemas.openxmlformats.org/officeDocument/2006/relationships/image" Target="../media/image297.e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3" Type="http://schemas.openxmlformats.org/officeDocument/2006/relationships/image" Target="../media/image298.emf"/><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3" Type="http://schemas.openxmlformats.org/officeDocument/2006/relationships/image" Target="../media/image299.e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8" Type="http://schemas.openxmlformats.org/officeDocument/2006/relationships/image" Target="../media/pngfix/image302.png"/><Relationship Id="rId3" Type="http://schemas.openxmlformats.org/officeDocument/2006/relationships/oleObject" Target="../embeddings/oleObject143.bin"/><Relationship Id="rId7" Type="http://schemas.openxmlformats.org/officeDocument/2006/relationships/oleObject" Target="../embeddings/oleObject145.bin"/><Relationship Id="rId2" Type="http://schemas.openxmlformats.org/officeDocument/2006/relationships/notesSlide" Target="../notesSlides/notesSlide124.xml"/><Relationship Id="rId1" Type="http://schemas.openxmlformats.org/officeDocument/2006/relationships/slideLayout" Target="../slideLayouts/slideLayout2.xml"/><Relationship Id="rId6" Type="http://schemas.openxmlformats.org/officeDocument/2006/relationships/image" Target="../media/pngfix/image301.png"/><Relationship Id="rId5" Type="http://schemas.openxmlformats.org/officeDocument/2006/relationships/oleObject" Target="../embeddings/oleObject144.bin"/><Relationship Id="rId4" Type="http://schemas.openxmlformats.org/officeDocument/2006/relationships/image" Target="../media/pngfix/image300.png"/></Relationships>
</file>

<file path=ppt/slides/_rels/slide289.xml.rels><?xml version="1.0" encoding="UTF-8" standalone="yes"?>
<Relationships xmlns="http://schemas.openxmlformats.org/package/2006/relationships"><Relationship Id="rId8" Type="http://schemas.openxmlformats.org/officeDocument/2006/relationships/image" Target="../media/pngfix/image305.png"/><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pngfix/image307.png"/><Relationship Id="rId2" Type="http://schemas.openxmlformats.org/officeDocument/2006/relationships/notesSlide" Target="../notesSlides/notesSlide125.xml"/><Relationship Id="rId1" Type="http://schemas.openxmlformats.org/officeDocument/2006/relationships/slideLayout" Target="../slideLayouts/slideLayout2.xml"/><Relationship Id="rId6" Type="http://schemas.openxmlformats.org/officeDocument/2006/relationships/image" Target="../media/pngfix/image304.png"/><Relationship Id="rId11" Type="http://schemas.openxmlformats.org/officeDocument/2006/relationships/oleObject" Target="../embeddings/oleObject150.bin"/><Relationship Id="rId5" Type="http://schemas.openxmlformats.org/officeDocument/2006/relationships/oleObject" Target="../embeddings/oleObject147.bin"/><Relationship Id="rId10" Type="http://schemas.openxmlformats.org/officeDocument/2006/relationships/image" Target="../media/pngfix/image306.png"/><Relationship Id="rId4" Type="http://schemas.openxmlformats.org/officeDocument/2006/relationships/image" Target="../media/pngfix/image303.png"/><Relationship Id="rId9" Type="http://schemas.openxmlformats.org/officeDocument/2006/relationships/oleObject" Target="../embeddings/oleObject149.bin"/></Relationships>
</file>

<file path=ppt/slides/_rels/slide290.xml.rels><?xml version="1.0" encoding="UTF-8" standalone="yes"?>
<Relationships xmlns="http://schemas.openxmlformats.org/package/2006/relationships"><Relationship Id="rId3" Type="http://schemas.openxmlformats.org/officeDocument/2006/relationships/oleObject" Target="../embeddings/oleObject151.bin"/><Relationship Id="rId2" Type="http://schemas.openxmlformats.org/officeDocument/2006/relationships/notesSlide" Target="../notesSlides/notesSlide126.xml"/><Relationship Id="rId1" Type="http://schemas.openxmlformats.org/officeDocument/2006/relationships/slideLayout" Target="../slideLayouts/slideLayout2.xml"/><Relationship Id="rId6" Type="http://schemas.openxmlformats.org/officeDocument/2006/relationships/image" Target="../media/pngfix/image309.png"/><Relationship Id="rId5" Type="http://schemas.openxmlformats.org/officeDocument/2006/relationships/oleObject" Target="../embeddings/oleObject152.bin"/><Relationship Id="rId4" Type="http://schemas.openxmlformats.org/officeDocument/2006/relationships/image" Target="../media/pngfix/image308.png"/></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3" Type="http://schemas.openxmlformats.org/officeDocument/2006/relationships/oleObject" Target="../embeddings/oleObject153.bin"/><Relationship Id="rId2" Type="http://schemas.openxmlformats.org/officeDocument/2006/relationships/notesSlide" Target="../notesSlides/notesSlide128.xml"/><Relationship Id="rId1" Type="http://schemas.openxmlformats.org/officeDocument/2006/relationships/slideLayout" Target="../slideLayouts/slideLayout2.xml"/><Relationship Id="rId6" Type="http://schemas.openxmlformats.org/officeDocument/2006/relationships/image" Target="../media/pngfix/image311.png"/><Relationship Id="rId5" Type="http://schemas.openxmlformats.org/officeDocument/2006/relationships/oleObject" Target="../embeddings/oleObject154.bin"/><Relationship Id="rId4" Type="http://schemas.openxmlformats.org/officeDocument/2006/relationships/image" Target="../media/pngfix/image310.png"/></Relationships>
</file>

<file path=ppt/slides/_rels/slide293.xml.rels><?xml version="1.0" encoding="UTF-8" standalone="yes"?>
<Relationships xmlns="http://schemas.openxmlformats.org/package/2006/relationships"><Relationship Id="rId3" Type="http://schemas.openxmlformats.org/officeDocument/2006/relationships/image" Target="../media/image312.e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313.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3" Type="http://schemas.openxmlformats.org/officeDocument/2006/relationships/image" Target="../media/image315.emf"/><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3" Type="http://schemas.openxmlformats.org/officeDocument/2006/relationships/image" Target="../media/image316.emf"/><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image" Target="../media/image318.png"/><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image" Target="../media/image319.jpeg"/><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hyperlink" Target="https://en.wikipedia.org/wiki/On_the_Origin_of_Species" TargetMode="External"/><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3" Type="http://schemas.openxmlformats.org/officeDocument/2006/relationships/image" Target="../media/image320.emf"/><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image" Target="../media/image322.png"/><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image" Target="../media/image323.png"/><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2" Type="http://schemas.openxmlformats.org/officeDocument/2006/relationships/image" Target="../media/image324.png"/><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image" Target="../media/image325.png"/><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image" Target="../media/image327.png"/><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2" Type="http://schemas.openxmlformats.org/officeDocument/2006/relationships/image" Target="../media/image328.png"/><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2" Type="http://schemas.openxmlformats.org/officeDocument/2006/relationships/image" Target="../media/image329.png"/><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3" Type="http://schemas.openxmlformats.org/officeDocument/2006/relationships/image" Target="../media/image331.emf"/><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3" Type="http://schemas.openxmlformats.org/officeDocument/2006/relationships/image" Target="../media/image332.emf"/><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8" Type="http://schemas.openxmlformats.org/officeDocument/2006/relationships/image" Target="../media/pngfix/image336.png"/><Relationship Id="rId13" Type="http://schemas.openxmlformats.org/officeDocument/2006/relationships/oleObject" Target="../embeddings/oleObject162.bin"/><Relationship Id="rId3" Type="http://schemas.openxmlformats.org/officeDocument/2006/relationships/oleObject" Target="../embeddings/oleObject155.bin"/><Relationship Id="rId7" Type="http://schemas.openxmlformats.org/officeDocument/2006/relationships/oleObject" Target="../embeddings/oleObject157.bin"/><Relationship Id="rId12" Type="http://schemas.openxmlformats.org/officeDocument/2006/relationships/oleObject" Target="../embeddings/oleObject161.bin"/><Relationship Id="rId2" Type="http://schemas.openxmlformats.org/officeDocument/2006/relationships/image" Target="../media/pngfix/image333.png"/><Relationship Id="rId1" Type="http://schemas.openxmlformats.org/officeDocument/2006/relationships/slideLayout" Target="../slideLayouts/slideLayout2.xml"/><Relationship Id="rId6" Type="http://schemas.openxmlformats.org/officeDocument/2006/relationships/image" Target="../media/pngfix/image335.png"/><Relationship Id="rId11" Type="http://schemas.openxmlformats.org/officeDocument/2006/relationships/oleObject" Target="../embeddings/oleObject160.bin"/><Relationship Id="rId5" Type="http://schemas.openxmlformats.org/officeDocument/2006/relationships/oleObject" Target="../embeddings/oleObject156.bin"/><Relationship Id="rId10" Type="http://schemas.openxmlformats.org/officeDocument/2006/relationships/oleObject" Target="../embeddings/oleObject159.bin"/><Relationship Id="rId4" Type="http://schemas.openxmlformats.org/officeDocument/2006/relationships/image" Target="../media/pngfix/image334.png"/><Relationship Id="rId9" Type="http://schemas.openxmlformats.org/officeDocument/2006/relationships/oleObject" Target="../embeddings/oleObject158.bin"/><Relationship Id="rId14" Type="http://schemas.openxmlformats.org/officeDocument/2006/relationships/oleObject" Target="../embeddings/oleObject163.bin"/></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3" Type="http://schemas.openxmlformats.org/officeDocument/2006/relationships/image" Target="../media/image338.png"/><Relationship Id="rId2" Type="http://schemas.openxmlformats.org/officeDocument/2006/relationships/image" Target="../media/image337.jpeg"/><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2" Type="http://schemas.openxmlformats.org/officeDocument/2006/relationships/image" Target="../media/image339.jpeg"/><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2" Type="http://schemas.openxmlformats.org/officeDocument/2006/relationships/image" Target="../media/image340.gif"/><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2" Type="http://schemas.openxmlformats.org/officeDocument/2006/relationships/image" Target="../media/image341.png"/><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3" Type="http://schemas.openxmlformats.org/officeDocument/2006/relationships/image" Target="../media/image343.jpeg"/><Relationship Id="rId2" Type="http://schemas.openxmlformats.org/officeDocument/2006/relationships/image" Target="../media/image342.jpeg"/><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6.xml"/></Relationships>
</file>

<file path=ppt/slides/_rels/slide342.xml.rels><?xml version="1.0" encoding="UTF-8" standalone="yes"?>
<Relationships xmlns="http://schemas.openxmlformats.org/package/2006/relationships"><Relationship Id="rId3" Type="http://schemas.openxmlformats.org/officeDocument/2006/relationships/oleObject" Target="../embeddings/oleObject164.bin"/><Relationship Id="rId2" Type="http://schemas.openxmlformats.org/officeDocument/2006/relationships/notesSlide" Target="../notesSlides/notesSlide144.xml"/><Relationship Id="rId1" Type="http://schemas.openxmlformats.org/officeDocument/2006/relationships/slideLayout" Target="../slideLayouts/slideLayout6.xml"/><Relationship Id="rId6" Type="http://schemas.openxmlformats.org/officeDocument/2006/relationships/image" Target="../media/pngfix/image345.png"/><Relationship Id="rId5" Type="http://schemas.openxmlformats.org/officeDocument/2006/relationships/oleObject" Target="../embeddings/oleObject165.bin"/><Relationship Id="rId4" Type="http://schemas.openxmlformats.org/officeDocument/2006/relationships/image" Target="../media/pngfix/image344.png"/></Relationships>
</file>

<file path=ppt/slides/_rels/slide343.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6.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notesSlide" Target="../notesSlides/notesSlide146.xml"/><Relationship Id="rId1" Type="http://schemas.openxmlformats.org/officeDocument/2006/relationships/slideLayout" Target="../slideLayouts/slideLayout4.xml"/><Relationship Id="rId5" Type="http://schemas.openxmlformats.org/officeDocument/2006/relationships/image" Target="../media/image347.png"/><Relationship Id="rId4" Type="http://schemas.openxmlformats.org/officeDocument/2006/relationships/image" Target="../media/pngfix/image346.png"/></Relationships>
</file>

<file path=ppt/slides/_rels/slide353.xml.rels><?xml version="1.0" encoding="UTF-8" standalone="yes"?>
<Relationships xmlns="http://schemas.openxmlformats.org/package/2006/relationships"><Relationship Id="rId3" Type="http://schemas.openxmlformats.org/officeDocument/2006/relationships/image" Target="../media/image348.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3" Type="http://schemas.openxmlformats.org/officeDocument/2006/relationships/image" Target="../media/image349.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3" Type="http://schemas.openxmlformats.org/officeDocument/2006/relationships/image" Target="../media/image350.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3" Type="http://schemas.openxmlformats.org/officeDocument/2006/relationships/image" Target="../media/image351.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3" Type="http://schemas.openxmlformats.org/officeDocument/2006/relationships/image" Target="../media/image352.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3" Type="http://schemas.openxmlformats.org/officeDocument/2006/relationships/image" Target="../media/image353.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3" Type="http://schemas.openxmlformats.org/officeDocument/2006/relationships/image" Target="../media/image354.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3" Type="http://schemas.openxmlformats.org/officeDocument/2006/relationships/image" Target="../media/image355.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3" Type="http://schemas.openxmlformats.org/officeDocument/2006/relationships/image" Target="../media/image356.png"/><Relationship Id="rId2" Type="http://schemas.openxmlformats.org/officeDocument/2006/relationships/notesSlide" Target="../notesSlides/notesSlide155.xml"/><Relationship Id="rId1" Type="http://schemas.openxmlformats.org/officeDocument/2006/relationships/slideLayout" Target="../slideLayouts/slideLayout4.xml"/></Relationships>
</file>

<file path=ppt/slides/_rels/slide362.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8"/>
          <p:cNvSpPr>
            <a:spLocks noGrp="1" noChangeArrowheads="1"/>
          </p:cNvSpPr>
          <p:nvPr>
            <p:ph type="ftr" sz="quarter" idx="4294967295"/>
          </p:nvPr>
        </p:nvSpPr>
        <p:spPr bwMode="auto">
          <a:xfrm>
            <a:off x="3411538" y="60579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1400">
                <a:solidFill>
                  <a:srgbClr val="A08366"/>
                </a:solidFill>
                <a:latin typeface="Arial" panose="020B0604020202020204" pitchFamily="34" charset="0"/>
                <a:ea typeface="SimSun" panose="02010600030101010101" pitchFamily="2" charset="-122"/>
              </a:rPr>
              <a:t>CS5486</a:t>
            </a:r>
          </a:p>
        </p:txBody>
      </p:sp>
      <p:sp>
        <p:nvSpPr>
          <p:cNvPr id="11266" name="Rectangle 2"/>
          <p:cNvSpPr>
            <a:spLocks noGrp="1" noChangeArrowheads="1"/>
          </p:cNvSpPr>
          <p:nvPr>
            <p:ph type="ctrTitle"/>
          </p:nvPr>
        </p:nvSpPr>
        <p:spPr>
          <a:xfrm>
            <a:off x="962025" y="1541463"/>
            <a:ext cx="7772400" cy="1316037"/>
          </a:xfrm>
          <a:noFill/>
        </p:spPr>
        <p:txBody>
          <a:bodyPr lIns="92075" tIns="46038" rIns="92075" bIns="46038" anchor="b"/>
          <a:lstStyle/>
          <a:p>
            <a:r>
              <a:rPr lang="en-US" altLang="zh-CN">
                <a:ea typeface="SimSun" panose="02010600030101010101" pitchFamily="2" charset="-122"/>
              </a:rPr>
              <a:t>CS5486	 </a:t>
            </a:r>
            <a:br>
              <a:rPr lang="en-US" altLang="zh-CN">
                <a:ea typeface="SimSun" panose="02010600030101010101" pitchFamily="2" charset="-122"/>
              </a:rPr>
            </a:br>
            <a:r>
              <a:rPr lang="en-US" altLang="zh-CN">
                <a:ea typeface="SimSun" panose="02010600030101010101" pitchFamily="2" charset="-122"/>
              </a:rPr>
              <a:t>Intelligent Systems</a:t>
            </a:r>
          </a:p>
        </p:txBody>
      </p:sp>
      <p:sp>
        <p:nvSpPr>
          <p:cNvPr id="11267" name="Rectangle 3"/>
          <p:cNvSpPr>
            <a:spLocks noGrp="1" noChangeArrowheads="1"/>
          </p:cNvSpPr>
          <p:nvPr>
            <p:ph type="subTitle" idx="1"/>
          </p:nvPr>
        </p:nvSpPr>
        <p:spPr>
          <a:xfrm>
            <a:off x="1524000" y="3581400"/>
            <a:ext cx="6400800" cy="1752600"/>
          </a:xfrm>
          <a:noFill/>
        </p:spPr>
        <p:txBody>
          <a:bodyPr lIns="92075" tIns="46038" rIns="92075" bIns="46038"/>
          <a:lstStyle/>
          <a:p>
            <a:r>
              <a:rPr lang="en-US" altLang="zh-CN" dirty="0">
                <a:ea typeface="SimSun" panose="02010600030101010101" pitchFamily="2" charset="-122"/>
              </a:rPr>
              <a:t>Prof. Jun Wang</a:t>
            </a:r>
          </a:p>
          <a:p>
            <a:r>
              <a:rPr lang="en-US" altLang="zh-CN" dirty="0">
                <a:ea typeface="SimSun" panose="02010600030101010101" pitchFamily="2" charset="-122"/>
              </a:rPr>
              <a:t>Department of Computer Science</a:t>
            </a:r>
          </a:p>
          <a:p>
            <a:r>
              <a:rPr lang="en-US" altLang="zh-CN" dirty="0">
                <a:ea typeface="SimSun" panose="02010600030101010101" pitchFamily="2" charset="-122"/>
              </a:rPr>
              <a:t>Tel: 3442 9701</a:t>
            </a:r>
          </a:p>
          <a:p>
            <a:r>
              <a:rPr lang="en-US" altLang="zh-CN" dirty="0">
                <a:ea typeface="SimSun" panose="02010600030101010101" pitchFamily="2" charset="-122"/>
              </a:rPr>
              <a:t>Email: </a:t>
            </a:r>
            <a:r>
              <a:rPr lang="en-US" altLang="zh-CN" dirty="0" err="1">
                <a:ea typeface="SimSun" panose="02010600030101010101" pitchFamily="2" charset="-122"/>
              </a:rPr>
              <a:t>jwang.cs@cityu.edu.hk</a:t>
            </a:r>
            <a:endParaRPr lang="en-US" altLang="zh-CN" dirty="0">
              <a:ea typeface="SimSun" panose="02010600030101010101" pitchFamily="2" charset="-122"/>
            </a:endParaRPr>
          </a:p>
        </p:txBody>
      </p:sp>
      <p:sp>
        <p:nvSpPr>
          <p:cNvPr id="1843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590EB6F-E544-4381-AEAC-7D5A892971AA}" type="slidenum">
              <a:rPr lang="zh-CN" altLang="en-US" sz="1400" smtClean="0">
                <a:solidFill>
                  <a:srgbClr val="A08366"/>
                </a:solidFill>
                <a:latin typeface="Arial" panose="020B0604020202020204" pitchFamily="34" charset="0"/>
              </a:rPr>
              <a:pPr>
                <a:spcBef>
                  <a:spcPct val="50000"/>
                </a:spcBef>
                <a:buClrTx/>
                <a:buSzTx/>
                <a:buFontTx/>
                <a:buNone/>
              </a:pPr>
              <a:t>1</a:t>
            </a:fld>
            <a:endParaRPr lang="en-US" altLang="zh-CN" sz="1400">
              <a:solidFill>
                <a:srgbClr val="A08366"/>
              </a:solidFill>
              <a:latin typeface="Arial" panose="020B0604020202020204" pitchFamily="34" charset="0"/>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wipe(left)">
                                      <p:cBhvr>
                                        <p:cTn id="7" dur="500"/>
                                        <p:tgtEl>
                                          <p:spTgt spid="1126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267"/>
                                        </p:tgtEl>
                                        <p:attrNameLst>
                                          <p:attrName>style.visibility</p:attrName>
                                        </p:attrNameLst>
                                      </p:cBhvr>
                                      <p:to>
                                        <p:strVal val="visible"/>
                                      </p:to>
                                    </p:set>
                                    <p:animEffect transition="in" filter="wipe(left)">
                                      <p:cBhvr>
                                        <p:cTn id="11"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P spid="11267"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algn="ctr"/>
            <a:r>
              <a:rPr lang="en-US" altLang="en-US"/>
              <a:t>Aims</a:t>
            </a:r>
          </a:p>
        </p:txBody>
      </p:sp>
      <p:sp>
        <p:nvSpPr>
          <p:cNvPr id="20483" name="Content Placeholder 2"/>
          <p:cNvSpPr>
            <a:spLocks noGrp="1"/>
          </p:cNvSpPr>
          <p:nvPr>
            <p:ph idx="1"/>
          </p:nvPr>
        </p:nvSpPr>
        <p:spPr>
          <a:xfrm>
            <a:off x="1143000" y="1981200"/>
            <a:ext cx="7467600" cy="4114800"/>
          </a:xfrm>
        </p:spPr>
        <p:txBody>
          <a:bodyPr/>
          <a:lstStyle/>
          <a:p>
            <a:pPr marL="0" indent="0">
              <a:buFont typeface="Monotype Sorts" pitchFamily="2" charset="2"/>
              <a:buNone/>
            </a:pPr>
            <a:r>
              <a:rPr lang="en-GB" altLang="en-US"/>
              <a:t>This course aims to equip students with the skills of problem solving using artificial intelligence (AI) techniques through a demonstrable knowledge in a range problem solving methods and the associated knowledge representation and machine learning techniques.</a:t>
            </a:r>
            <a:endParaRPr lang="en-US" altLang="en-US"/>
          </a:p>
        </p:txBody>
      </p:sp>
      <p:sp>
        <p:nvSpPr>
          <p:cNvPr id="2048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706FFD8-BD18-4BFF-860E-1879C04E590D}" type="slidenum">
              <a:rPr lang="zh-CN" altLang="en-US" sz="1400" smtClean="0">
                <a:solidFill>
                  <a:schemeClr val="bg2"/>
                </a:solidFill>
                <a:latin typeface="Arial" panose="020B0604020202020204" pitchFamily="34" charset="0"/>
              </a:rPr>
              <a:pPr>
                <a:spcBef>
                  <a:spcPct val="50000"/>
                </a:spcBef>
                <a:buClrTx/>
                <a:buSzTx/>
                <a:buFontTx/>
                <a:buNone/>
              </a:pPr>
              <a:t>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834FC32-CD51-8403-A69A-CE47F84E4BF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algn="ctr"/>
            <a:r>
              <a:rPr lang="en-US" altLang="en-US"/>
              <a:t>Keywords</a:t>
            </a:r>
          </a:p>
        </p:txBody>
      </p:sp>
      <p:sp>
        <p:nvSpPr>
          <p:cNvPr id="21507" name="Content Placeholder 2"/>
          <p:cNvSpPr>
            <a:spLocks noGrp="1"/>
          </p:cNvSpPr>
          <p:nvPr>
            <p:ph idx="1"/>
          </p:nvPr>
        </p:nvSpPr>
        <p:spPr/>
        <p:txBody>
          <a:bodyPr/>
          <a:lstStyle/>
          <a:p>
            <a:pPr marL="0" indent="0">
              <a:buFont typeface="Monotype Sorts" pitchFamily="2" charset="2"/>
              <a:buNone/>
            </a:pPr>
            <a:r>
              <a:rPr lang="en-GB" altLang="en-US"/>
              <a:t>Artificial intelligence vs. computational intelligence. Neural networks. Knowledge representations. Machine learning. Rule-based systems. Fuzzy Systems. Evolutionary computation.</a:t>
            </a:r>
            <a:endParaRPr lang="en-US" altLang="en-US"/>
          </a:p>
          <a:p>
            <a:pPr marL="0" indent="0">
              <a:buFont typeface="Monotype Sorts" pitchFamily="2" charset="2"/>
              <a:buNone/>
            </a:pPr>
            <a:endParaRPr lang="en-US" altLang="en-US"/>
          </a:p>
        </p:txBody>
      </p:sp>
      <p:sp>
        <p:nvSpPr>
          <p:cNvPr id="2150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3AF88B4-8375-42DC-BC04-F78F74798780}" type="slidenum">
              <a:rPr lang="zh-CN" altLang="en-US" sz="1400" smtClean="0">
                <a:solidFill>
                  <a:schemeClr val="bg2"/>
                </a:solidFill>
                <a:latin typeface="Arial" panose="020B0604020202020204" pitchFamily="34" charset="0"/>
              </a:rPr>
              <a:pPr>
                <a:spcBef>
                  <a:spcPct val="50000"/>
                </a:spcBef>
                <a:buClrTx/>
                <a:buSzTx/>
                <a:buFontTx/>
                <a:buNone/>
              </a:pPr>
              <a:t>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9A812D9-34FC-A10D-F387-A2002C24A86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algn="ctr"/>
            <a:r>
              <a:rPr lang="en-GB" altLang="en-US"/>
              <a:t>Syllabus</a:t>
            </a:r>
            <a:endParaRPr lang="en-US" altLang="en-US"/>
          </a:p>
        </p:txBody>
      </p:sp>
      <p:sp>
        <p:nvSpPr>
          <p:cNvPr id="3" name="Content Placeholder 2"/>
          <p:cNvSpPr>
            <a:spLocks noGrp="1"/>
          </p:cNvSpPr>
          <p:nvPr>
            <p:ph idx="1"/>
          </p:nvPr>
        </p:nvSpPr>
        <p:spPr>
          <a:xfrm>
            <a:off x="838200" y="1447800"/>
            <a:ext cx="7924800" cy="4419600"/>
          </a:xfrm>
        </p:spPr>
        <p:txBody>
          <a:bodyPr/>
          <a:lstStyle/>
          <a:p>
            <a:r>
              <a:rPr lang="en-GB" altLang="en-US"/>
              <a:t>An introduction to the goals and objectives of AI as a discipline and its milestones.  Approaches in AI.  Major components in intelligent systems.</a:t>
            </a:r>
          </a:p>
          <a:p>
            <a:r>
              <a:rPr lang="en-GB" altLang="en-US"/>
              <a:t>Methods of knowledge acquisition and representations. Associative memory.</a:t>
            </a:r>
            <a:r>
              <a:rPr lang="en-US" altLang="en-US"/>
              <a:t> </a:t>
            </a:r>
            <a:r>
              <a:rPr lang="en-GB" altLang="en-US"/>
              <a:t>Techniques on machine learning such as supervised learning, unsupervised learning, reinforcement learning, and deep learning. Generalization.</a:t>
            </a:r>
            <a:endParaRPr lang="en-US" altLang="en-US"/>
          </a:p>
          <a:p>
            <a:endParaRPr lang="en-US" altLang="en-US"/>
          </a:p>
        </p:txBody>
      </p:sp>
      <p:sp>
        <p:nvSpPr>
          <p:cNvPr id="2253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5C27E6-D9CA-461C-A495-61B39AEA1AF2}" type="slidenum">
              <a:rPr lang="zh-CN" altLang="en-US" sz="1400" smtClean="0">
                <a:solidFill>
                  <a:schemeClr val="bg2"/>
                </a:solidFill>
                <a:latin typeface="Arial" panose="020B0604020202020204" pitchFamily="34" charset="0"/>
              </a:rPr>
              <a:pPr>
                <a:spcBef>
                  <a:spcPct val="50000"/>
                </a:spcBef>
                <a:buClrTx/>
                <a:buSzTx/>
                <a:buFontTx/>
                <a:buNone/>
              </a:pPr>
              <a:t>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071AA78-7244-2F1B-4293-5769148788E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ctr"/>
            <a:r>
              <a:rPr lang="en-GB" altLang="en-US"/>
              <a:t>Syllabus (cont’d)</a:t>
            </a:r>
            <a:endParaRPr lang="en-US" altLang="en-US"/>
          </a:p>
        </p:txBody>
      </p:sp>
      <p:sp>
        <p:nvSpPr>
          <p:cNvPr id="23555" name="Content Placeholder 2"/>
          <p:cNvSpPr>
            <a:spLocks noGrp="1"/>
          </p:cNvSpPr>
          <p:nvPr>
            <p:ph idx="1"/>
          </p:nvPr>
        </p:nvSpPr>
        <p:spPr/>
        <p:txBody>
          <a:bodyPr/>
          <a:lstStyle/>
          <a:p>
            <a:r>
              <a:rPr lang="en-GB" altLang="en-US"/>
              <a:t>Basic concepts of graph and tree search.  Optimization methods such as stochastic annealing, neurodynamic optimization, genetic algorithm, particle swarm optimization, ant colony optimization, and differential evolution.</a:t>
            </a:r>
            <a:endParaRPr lang="en-US" altLang="en-US"/>
          </a:p>
          <a:p>
            <a:endParaRPr lang="en-US" altLang="en-US"/>
          </a:p>
        </p:txBody>
      </p:sp>
      <p:sp>
        <p:nvSpPr>
          <p:cNvPr id="2355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F3677F6-EE3C-43AB-B35C-2BCC05B6C992}" type="slidenum">
              <a:rPr lang="zh-CN" altLang="en-US" sz="1400" smtClean="0">
                <a:solidFill>
                  <a:schemeClr val="bg2"/>
                </a:solidFill>
                <a:latin typeface="Arial" panose="020B0604020202020204" pitchFamily="34" charset="0"/>
              </a:rPr>
              <a:pPr>
                <a:spcBef>
                  <a:spcPct val="50000"/>
                </a:spcBef>
                <a:buClrTx/>
                <a:buSzTx/>
                <a:buFontTx/>
                <a:buNone/>
              </a:pPr>
              <a:t>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A133218-5645-A410-30AB-E40C9B433D7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algn="ctr"/>
            <a:r>
              <a:rPr lang="en-US" altLang="en-US"/>
              <a:t>References</a:t>
            </a:r>
          </a:p>
        </p:txBody>
      </p:sp>
      <p:sp>
        <p:nvSpPr>
          <p:cNvPr id="24579" name="Content Placeholder 2"/>
          <p:cNvSpPr>
            <a:spLocks noGrp="1"/>
          </p:cNvSpPr>
          <p:nvPr>
            <p:ph idx="1"/>
          </p:nvPr>
        </p:nvSpPr>
        <p:spPr>
          <a:xfrm>
            <a:off x="914400" y="1447800"/>
            <a:ext cx="7772400" cy="4114800"/>
          </a:xfrm>
        </p:spPr>
        <p:txBody>
          <a:bodyPr/>
          <a:lstStyle/>
          <a:p>
            <a:r>
              <a:rPr lang="en-GB" altLang="en-US"/>
              <a:t>R. Rojas, </a:t>
            </a:r>
            <a:r>
              <a:rPr lang="en-GB" altLang="en-US" i="1"/>
              <a:t>Neural Networks: A Systematic Introduction</a:t>
            </a:r>
            <a:r>
              <a:rPr lang="en-GB" altLang="en-US"/>
              <a:t>, Springer, 1996.</a:t>
            </a:r>
            <a:endParaRPr lang="en-US" altLang="en-US"/>
          </a:p>
          <a:p>
            <a:r>
              <a:rPr lang="en-GB" altLang="en-US"/>
              <a:t>S. Haykin, </a:t>
            </a:r>
            <a:r>
              <a:rPr lang="en-GB" altLang="en-US" i="1"/>
              <a:t>Neural Networks and Learning Machines </a:t>
            </a:r>
            <a:r>
              <a:rPr lang="en-GB" altLang="en-US"/>
              <a:t>(3rd Ed), Prentice-Hall, 2009.  </a:t>
            </a:r>
            <a:endParaRPr lang="en-US" altLang="en-US"/>
          </a:p>
          <a:p>
            <a:r>
              <a:rPr lang="en-GB" altLang="en-US"/>
              <a:t>S. Russell and P. Norvig, </a:t>
            </a:r>
            <a:r>
              <a:rPr lang="en-GB" altLang="en-US" i="1"/>
              <a:t>Artificial Intelligence: A Modern Approach.  </a:t>
            </a:r>
            <a:r>
              <a:rPr lang="en-GB" altLang="en-US"/>
              <a:t>3</a:t>
            </a:r>
            <a:r>
              <a:rPr lang="en-GB" altLang="en-US" baseline="30000"/>
              <a:t>rd</a:t>
            </a:r>
            <a:r>
              <a:rPr lang="en-GB" altLang="en-US"/>
              <a:t> Ed. Prentice-Hall (2009)</a:t>
            </a:r>
            <a:endParaRPr lang="en-US" altLang="en-US"/>
          </a:p>
          <a:p>
            <a:r>
              <a:rPr lang="en-GB" altLang="en-US"/>
              <a:t>C.-T. Lin and C.S. G. Lee, </a:t>
            </a:r>
            <a:r>
              <a:rPr lang="en-GB" altLang="en-US" i="1"/>
              <a:t>Neural Fuzzy Systems</a:t>
            </a:r>
            <a:r>
              <a:rPr lang="en-GB" altLang="en-US"/>
              <a:t>, Prentice-Hall, 1996.</a:t>
            </a:r>
            <a:endParaRPr lang="en-US" altLang="en-US"/>
          </a:p>
          <a:p>
            <a:endParaRPr lang="en-US" altLang="en-US"/>
          </a:p>
        </p:txBody>
      </p:sp>
      <p:sp>
        <p:nvSpPr>
          <p:cNvPr id="2458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4686D35-65F1-422E-8F00-554F2E6C5CA4}" type="slidenum">
              <a:rPr lang="zh-CN" altLang="en-US" sz="1400" smtClean="0">
                <a:solidFill>
                  <a:schemeClr val="bg2"/>
                </a:solidFill>
                <a:latin typeface="Arial" panose="020B0604020202020204" pitchFamily="34" charset="0"/>
              </a:rPr>
              <a:pPr>
                <a:spcBef>
                  <a:spcPct val="50000"/>
                </a:spcBef>
                <a:buClrTx/>
                <a:buSzTx/>
                <a:buFontTx/>
                <a:buNone/>
              </a:pPr>
              <a:t>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5FFD285-4B0C-027E-BFDD-2570B53B3FF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lgn="ctr"/>
            <a:r>
              <a:rPr lang="en-US" altLang="zh-CN">
                <a:ea typeface="SimSun" panose="02010600030101010101" pitchFamily="2" charset="-122"/>
              </a:rPr>
              <a:t>Intelligence</a:t>
            </a:r>
          </a:p>
        </p:txBody>
      </p:sp>
      <p:sp>
        <p:nvSpPr>
          <p:cNvPr id="25603" name="Rectangle 3"/>
          <p:cNvSpPr>
            <a:spLocks noGrp="1" noChangeArrowheads="1"/>
          </p:cNvSpPr>
          <p:nvPr>
            <p:ph type="body" idx="1"/>
          </p:nvPr>
        </p:nvSpPr>
        <p:spPr/>
        <p:txBody>
          <a:bodyPr/>
          <a:lstStyle/>
          <a:p>
            <a:pPr>
              <a:buFont typeface="Monotype Sorts" pitchFamily="2" charset="2"/>
              <a:buNone/>
            </a:pPr>
            <a:r>
              <a:rPr lang="zh-CN" altLang="en-US" sz="3600">
                <a:ea typeface="SimSun" panose="02010600030101010101" pitchFamily="2" charset="-122"/>
              </a:rPr>
              <a:t>  “</a:t>
            </a:r>
            <a:r>
              <a:rPr lang="en-US" altLang="zh-CN" sz="3600">
                <a:ea typeface="SimSun" panose="02010600030101010101" pitchFamily="2" charset="-122"/>
              </a:rPr>
              <a:t>Intelligence is a mental quality that consists of the abilities to learn from experience, adapt to new situations, understand and handle abstract concepts, and use knowledge to manipulate one’s environment.”</a:t>
            </a:r>
          </a:p>
          <a:p>
            <a:pPr>
              <a:buFont typeface="Monotype Sorts" pitchFamily="2" charset="2"/>
              <a:buNone/>
            </a:pPr>
            <a:r>
              <a:rPr lang="en-US" altLang="zh-CN" sz="3600">
                <a:ea typeface="SimSun" panose="02010600030101010101" pitchFamily="2" charset="-122"/>
              </a:rPr>
              <a:t>                                              </a:t>
            </a:r>
            <a:r>
              <a:rPr lang="en-US" altLang="zh-CN" sz="3600" i="1">
                <a:ea typeface="SimSun" panose="02010600030101010101" pitchFamily="2" charset="-122"/>
              </a:rPr>
              <a:t>Britannica</a:t>
            </a:r>
          </a:p>
        </p:txBody>
      </p:sp>
      <p:sp>
        <p:nvSpPr>
          <p:cNvPr id="2560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C63FAEF-E205-4E01-81AF-4D16E6F4D748}" type="slidenum">
              <a:rPr lang="zh-CN" altLang="en-US" sz="1400" smtClean="0">
                <a:solidFill>
                  <a:schemeClr val="bg2"/>
                </a:solidFill>
                <a:latin typeface="Arial" panose="020B0604020202020204" pitchFamily="34" charset="0"/>
              </a:rPr>
              <a:pPr>
                <a:spcBef>
                  <a:spcPct val="50000"/>
                </a:spcBef>
                <a:buClrTx/>
                <a:buSzTx/>
                <a:buFontTx/>
                <a:buNone/>
              </a:pPr>
              <a:t>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F6EA4DF-7C1C-25B0-4F5C-CC674AB7EFA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lIns="92075" tIns="46038" rIns="92075" bIns="46038" anchor="b"/>
          <a:lstStyle/>
          <a:p>
            <a:pPr algn="ctr"/>
            <a:r>
              <a:rPr lang="en-US" altLang="zh-CN" sz="4200">
                <a:ea typeface="SimSun" panose="02010600030101010101" pitchFamily="2" charset="-122"/>
              </a:rPr>
              <a:t>Definition of Intelligent Systems</a:t>
            </a:r>
            <a:endParaRPr lang="en-US" altLang="zh-CN">
              <a:ea typeface="SimSun" panose="02010600030101010101" pitchFamily="2" charset="-122"/>
            </a:endParaRPr>
          </a:p>
        </p:txBody>
      </p:sp>
      <p:sp>
        <p:nvSpPr>
          <p:cNvPr id="4099" name="Rectangle 3"/>
          <p:cNvSpPr>
            <a:spLocks noGrp="1" noChangeArrowheads="1"/>
          </p:cNvSpPr>
          <p:nvPr>
            <p:ph type="body" idx="1"/>
          </p:nvPr>
        </p:nvSpPr>
        <p:spPr>
          <a:xfrm>
            <a:off x="990600" y="1981200"/>
            <a:ext cx="7010400" cy="3962400"/>
          </a:xfrm>
          <a:noFill/>
        </p:spPr>
        <p:txBody>
          <a:bodyPr lIns="92075" tIns="46038" rIns="92075" bIns="46038"/>
          <a:lstStyle/>
          <a:p>
            <a:pPr lvl="2">
              <a:buFontTx/>
              <a:buNone/>
            </a:pPr>
            <a:r>
              <a:rPr kumimoji="0" lang="en-US" altLang="zh-CN" sz="3200">
                <a:ea typeface="SimSun" panose="02010600030101010101" pitchFamily="2" charset="-122"/>
              </a:rPr>
              <a:t>A system is an intelligent system if it exhibits some intelligent behaviors</a:t>
            </a:r>
            <a:r>
              <a:rPr kumimoji="0" lang="en-US" altLang="zh-CN">
                <a:ea typeface="SimSun" panose="02010600030101010101" pitchFamily="2" charset="-122"/>
              </a:rPr>
              <a:t>.</a:t>
            </a:r>
          </a:p>
          <a:p>
            <a:pPr lvl="2">
              <a:buFontTx/>
              <a:buNone/>
            </a:pPr>
            <a:endParaRPr kumimoji="0" lang="en-US" altLang="zh-CN">
              <a:ea typeface="SimSun" panose="02010600030101010101" pitchFamily="2" charset="-122"/>
            </a:endParaRPr>
          </a:p>
          <a:p>
            <a:pPr lvl="2">
              <a:buFontTx/>
              <a:buNone/>
            </a:pPr>
            <a:r>
              <a:rPr kumimoji="0" lang="en-US" altLang="zh-CN" sz="2800">
                <a:ea typeface="SimSun" panose="02010600030101010101" pitchFamily="2" charset="-122"/>
              </a:rPr>
              <a:t>For  example, neural networks, fuzzy systems, simulated annealing, genetic algorithms, and expert systems. </a:t>
            </a:r>
            <a:endParaRPr kumimoji="0" lang="en-US" altLang="zh-CN">
              <a:ea typeface="SimSun" panose="02010600030101010101" pitchFamily="2" charset="-122"/>
            </a:endParaRPr>
          </a:p>
          <a:p>
            <a:pPr lvl="2">
              <a:buFontTx/>
              <a:buNone/>
            </a:pPr>
            <a:endParaRPr kumimoji="0" lang="en-US" altLang="zh-CN">
              <a:ea typeface="SimSun" panose="02010600030101010101" pitchFamily="2" charset="-122"/>
            </a:endParaRPr>
          </a:p>
          <a:p>
            <a:pPr lvl="2">
              <a:buFontTx/>
              <a:buNone/>
            </a:pPr>
            <a:endParaRPr lang="zh-CN" altLang="en-US">
              <a:ea typeface="SimSun" panose="02010600030101010101" pitchFamily="2" charset="-122"/>
            </a:endParaRPr>
          </a:p>
        </p:txBody>
      </p:sp>
      <p:sp>
        <p:nvSpPr>
          <p:cNvPr id="27652"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C467004-0C46-4C14-88D3-D0F69F5078A9}" type="slidenum">
              <a:rPr lang="zh-CN" altLang="en-US" sz="1400" smtClean="0">
                <a:solidFill>
                  <a:schemeClr val="bg2"/>
                </a:solidFill>
                <a:latin typeface="Arial" panose="020B0604020202020204" pitchFamily="34" charset="0"/>
              </a:rPr>
              <a:pPr>
                <a:spcBef>
                  <a:spcPct val="50000"/>
                </a:spcBef>
                <a:buClrTx/>
                <a:buSzTx/>
                <a:buFontTx/>
                <a:buNone/>
              </a:pPr>
              <a:t>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B825DFE-F894-9688-49DB-D36DE0346E5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left)">
                                      <p:cBhvr>
                                        <p:cTn id="7" dur="500"/>
                                        <p:tgtEl>
                                          <p:spTgt spid="409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99"/>
                                        </p:tgtEl>
                                        <p:attrNameLst>
                                          <p:attrName>style.visibility</p:attrName>
                                        </p:attrNameLst>
                                      </p:cBhvr>
                                      <p:to>
                                        <p:strVal val="visible"/>
                                      </p:to>
                                    </p:set>
                                    <p:animEffect transition="in" filter="wipe(left)">
                                      <p:cBhvr>
                                        <p:cTn id="11"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ctr"/>
            <a:r>
              <a:rPr lang="en-US" altLang="zh-CN">
                <a:ea typeface="SimSun" panose="02010600030101010101" pitchFamily="2" charset="-122"/>
              </a:rPr>
              <a:t>Intelligent Behaviors</a:t>
            </a:r>
          </a:p>
        </p:txBody>
      </p:sp>
      <p:sp>
        <p:nvSpPr>
          <p:cNvPr id="29699" name="Rectangle 3"/>
          <p:cNvSpPr>
            <a:spLocks noGrp="1" noChangeArrowheads="1"/>
          </p:cNvSpPr>
          <p:nvPr>
            <p:ph type="body" idx="1"/>
          </p:nvPr>
        </p:nvSpPr>
        <p:spPr/>
        <p:txBody>
          <a:bodyPr/>
          <a:lstStyle/>
          <a:p>
            <a:pPr>
              <a:buFontTx/>
              <a:buNone/>
            </a:pPr>
            <a:r>
              <a:rPr lang="en-US" altLang="zh-CN">
                <a:ea typeface="SimSun" panose="02010600030101010101" pitchFamily="2" charset="-122"/>
              </a:rPr>
              <a:t>Inference: Deduction vs. Induction (generalization); e.g., judgment and pattern recognition</a:t>
            </a:r>
          </a:p>
          <a:p>
            <a:pPr>
              <a:buFontTx/>
              <a:buNone/>
            </a:pPr>
            <a:r>
              <a:rPr lang="en-US" altLang="zh-CN">
                <a:ea typeface="SimSun" panose="02010600030101010101" pitchFamily="2" charset="-122"/>
              </a:rPr>
              <a:t>Learning and adaptation: Evolutionary processes; e.g., learning from examples</a:t>
            </a:r>
          </a:p>
          <a:p>
            <a:pPr>
              <a:buFontTx/>
              <a:buNone/>
            </a:pPr>
            <a:r>
              <a:rPr lang="en-US" altLang="zh-CN">
                <a:ea typeface="SimSun" panose="02010600030101010101" pitchFamily="2" charset="-122"/>
              </a:rPr>
              <a:t>Creativity: e.g., planning and design</a:t>
            </a:r>
          </a:p>
          <a:p>
            <a:endParaRPr lang="zh-CN" altLang="en-US">
              <a:ea typeface="SimSun" panose="02010600030101010101" pitchFamily="2" charset="-122"/>
            </a:endParaRPr>
          </a:p>
        </p:txBody>
      </p:sp>
      <p:sp>
        <p:nvSpPr>
          <p:cNvPr id="2970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D749663-7D32-4CAB-B461-ABD905D158A8}" type="slidenum">
              <a:rPr lang="zh-CN" altLang="en-US" sz="1400" smtClean="0">
                <a:solidFill>
                  <a:schemeClr val="bg2"/>
                </a:solidFill>
                <a:latin typeface="Arial" panose="020B0604020202020204" pitchFamily="34" charset="0"/>
              </a:rPr>
              <a:pPr>
                <a:spcBef>
                  <a:spcPct val="50000"/>
                </a:spcBef>
                <a:buClrTx/>
                <a:buSzTx/>
                <a:buFontTx/>
                <a:buNone/>
              </a:pPr>
              <a:t>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6FD31E8-5F70-4E53-AB69-308BF85282E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4294967295"/>
          </p:nvPr>
        </p:nvSpPr>
        <p:spPr bwMode="auto">
          <a:xfrm>
            <a:off x="3429000" y="60960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p>
        </p:txBody>
      </p:sp>
      <p:sp>
        <p:nvSpPr>
          <p:cNvPr id="31747" name="Rectangle 5"/>
          <p:cNvSpPr>
            <a:spLocks noGrp="1" noChangeArrowheads="1"/>
          </p:cNvSpPr>
          <p:nvPr>
            <p:ph type="title"/>
          </p:nvPr>
        </p:nvSpPr>
        <p:spPr/>
        <p:txBody>
          <a:bodyPr/>
          <a:lstStyle/>
          <a:p>
            <a:endParaRPr lang="zh-CN" altLang="en-US">
              <a:ea typeface="SimSun" panose="02010600030101010101" pitchFamily="2" charset="-122"/>
            </a:endParaRPr>
          </a:p>
        </p:txBody>
      </p:sp>
      <p:pic>
        <p:nvPicPr>
          <p:cNvPr id="31748" name="Picture 4" descr="ace5070-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38200" y="457200"/>
            <a:ext cx="8001000" cy="5943600"/>
          </a:xfrm>
          <a:noFill/>
        </p:spPr>
      </p:pic>
      <p:sp>
        <p:nvSpPr>
          <p:cNvPr id="3174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340B4C2-B84B-40E2-B89F-219013F001E2}" type="slidenum">
              <a:rPr lang="zh-CN" altLang="en-US" sz="1400" smtClean="0">
                <a:solidFill>
                  <a:schemeClr val="bg2"/>
                </a:solidFill>
                <a:latin typeface="Arial" panose="020B0604020202020204" pitchFamily="34" charset="0"/>
              </a:rPr>
              <a:pPr>
                <a:spcBef>
                  <a:spcPct val="50000"/>
                </a:spcBef>
                <a:buClrTx/>
                <a:buSzTx/>
                <a:buFontTx/>
                <a:buNone/>
              </a:pPr>
              <a:t>10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BE9FAD8-E3F3-B121-612C-783E49B0CEA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ctr"/>
            <a:r>
              <a:rPr lang="en-US" altLang="zh-CN" sz="4000">
                <a:ea typeface="SimSun" panose="02010600030101010101" pitchFamily="2" charset="-122"/>
              </a:rPr>
              <a:t>Milestones of Intelligent System Development</a:t>
            </a:r>
            <a:endParaRPr lang="en-US" altLang="zh-CN">
              <a:ea typeface="SimSun" panose="02010600030101010101" pitchFamily="2" charset="-122"/>
            </a:endParaRPr>
          </a:p>
        </p:txBody>
      </p:sp>
      <p:sp>
        <p:nvSpPr>
          <p:cNvPr id="33795" name="Rectangle 3"/>
          <p:cNvSpPr>
            <a:spLocks noGrp="1" noChangeArrowheads="1"/>
          </p:cNvSpPr>
          <p:nvPr>
            <p:ph type="body" sz="half" idx="1"/>
          </p:nvPr>
        </p:nvSpPr>
        <p:spPr>
          <a:xfrm>
            <a:off x="990600" y="1631950"/>
            <a:ext cx="3810000" cy="4311650"/>
          </a:xfrm>
        </p:spPr>
        <p:txBody>
          <a:bodyPr/>
          <a:lstStyle/>
          <a:p>
            <a:pPr>
              <a:buFont typeface="Wingdings" panose="05000000000000000000" pitchFamily="2" charset="2"/>
              <a:buChar char="Ø"/>
            </a:pPr>
            <a:r>
              <a:rPr lang="en-US" altLang="zh-CN" sz="2200">
                <a:ea typeface="SimSun" panose="02010600030101010101" pitchFamily="2" charset="-122"/>
              </a:rPr>
              <a:t>1940’s: Cybernetics by Wiener </a:t>
            </a:r>
          </a:p>
          <a:p>
            <a:pPr>
              <a:buFont typeface="Wingdings" panose="05000000000000000000" pitchFamily="2" charset="2"/>
              <a:buChar char="Ø"/>
            </a:pPr>
            <a:r>
              <a:rPr lang="en-US" altLang="zh-CN" sz="2200">
                <a:ea typeface="SimSun" panose="02010600030101010101" pitchFamily="2" charset="-122"/>
              </a:rPr>
              <a:t>1943: Threshold logic networks by McCulloch and Pitts</a:t>
            </a:r>
          </a:p>
          <a:p>
            <a:pPr>
              <a:buFont typeface="Wingdings" panose="05000000000000000000" pitchFamily="2" charset="2"/>
              <a:buChar char="Ø"/>
            </a:pPr>
            <a:r>
              <a:rPr lang="en-US" altLang="zh-CN" sz="2200">
                <a:ea typeface="SimSun" panose="02010600030101010101" pitchFamily="2" charset="-122"/>
              </a:rPr>
              <a:t>1950’s-1960’s: Perceptrons by Rosenblatt</a:t>
            </a:r>
          </a:p>
          <a:p>
            <a:pPr>
              <a:buFont typeface="Wingdings" panose="05000000000000000000" pitchFamily="2" charset="2"/>
              <a:buChar char="Ø"/>
            </a:pPr>
            <a:r>
              <a:rPr lang="en-US" altLang="zh-CN" sz="2200">
                <a:ea typeface="SimSun" panose="02010600030101010101" pitchFamily="2" charset="-122"/>
              </a:rPr>
              <a:t>1960’s Adaline by Widrow</a:t>
            </a:r>
          </a:p>
          <a:p>
            <a:pPr>
              <a:buFont typeface="Wingdings" panose="05000000000000000000" pitchFamily="2" charset="2"/>
              <a:buChar char="Ø"/>
            </a:pPr>
            <a:r>
              <a:rPr lang="en-US" altLang="zh-CN" sz="2200">
                <a:ea typeface="SimSun" panose="02010600030101010101" pitchFamily="2" charset="-122"/>
              </a:rPr>
              <a:t>1970’s: AI and Expert systems</a:t>
            </a:r>
          </a:p>
          <a:p>
            <a:pPr>
              <a:buFont typeface="Wingdings" panose="05000000000000000000" pitchFamily="2" charset="2"/>
              <a:buChar char="Ø"/>
            </a:pPr>
            <a:r>
              <a:rPr lang="en-US" altLang="zh-CN" sz="2200">
                <a:ea typeface="SimSun" panose="02010600030101010101" pitchFamily="2" charset="-122"/>
              </a:rPr>
              <a:t>1970’s: Fuzzy logic by L. Zadeh</a:t>
            </a:r>
          </a:p>
        </p:txBody>
      </p:sp>
      <p:sp>
        <p:nvSpPr>
          <p:cNvPr id="33796" name="Rectangle 4"/>
          <p:cNvSpPr>
            <a:spLocks noGrp="1" noChangeArrowheads="1"/>
          </p:cNvSpPr>
          <p:nvPr>
            <p:ph type="body" sz="half" idx="2"/>
          </p:nvPr>
        </p:nvSpPr>
        <p:spPr>
          <a:xfrm>
            <a:off x="4827588" y="1631950"/>
            <a:ext cx="3810000" cy="4114800"/>
          </a:xfrm>
        </p:spPr>
        <p:txBody>
          <a:bodyPr/>
          <a:lstStyle/>
          <a:p>
            <a:pPr>
              <a:lnSpc>
                <a:spcPct val="90000"/>
              </a:lnSpc>
              <a:buFont typeface="Wingdings" panose="05000000000000000000" pitchFamily="2" charset="2"/>
              <a:buChar char="Ø"/>
            </a:pPr>
            <a:r>
              <a:rPr lang="en-US" altLang="zh-CN" sz="2200">
                <a:ea typeface="SimSun" panose="02010600030101010101" pitchFamily="2" charset="-122"/>
              </a:rPr>
              <a:t>1974: Back propagation algorithm by P. Werbos</a:t>
            </a:r>
          </a:p>
          <a:p>
            <a:pPr>
              <a:lnSpc>
                <a:spcPct val="90000"/>
              </a:lnSpc>
              <a:buFont typeface="Wingdings" panose="05000000000000000000" pitchFamily="2" charset="2"/>
              <a:buChar char="Ø"/>
            </a:pPr>
            <a:r>
              <a:rPr lang="en-US" altLang="zh-CN" sz="2200">
                <a:ea typeface="SimSun" panose="02010600030101010101" pitchFamily="2" charset="-122"/>
              </a:rPr>
              <a:t>1970’s: Adaptive resonance theory  by S.  Grossberg</a:t>
            </a:r>
          </a:p>
          <a:p>
            <a:pPr>
              <a:lnSpc>
                <a:spcPct val="90000"/>
              </a:lnSpc>
              <a:buFont typeface="Wingdings" panose="05000000000000000000" pitchFamily="2" charset="2"/>
              <a:buChar char="Ø"/>
            </a:pPr>
            <a:r>
              <a:rPr lang="en-US" altLang="zh-CN" sz="2200">
                <a:ea typeface="SimSun" panose="02010600030101010101" pitchFamily="2" charset="-122"/>
              </a:rPr>
              <a:t>1970’s: Self-organizing map by T. Kohonen</a:t>
            </a:r>
          </a:p>
          <a:p>
            <a:pPr>
              <a:lnSpc>
                <a:spcPct val="90000"/>
              </a:lnSpc>
              <a:buFont typeface="Wingdings" panose="05000000000000000000" pitchFamily="2" charset="2"/>
              <a:buChar char="Ø"/>
            </a:pPr>
            <a:r>
              <a:rPr lang="en-US" altLang="zh-CN" sz="2200">
                <a:ea typeface="SimSun" panose="02010600030101010101" pitchFamily="2" charset="-122"/>
              </a:rPr>
              <a:t>1980’s: Hopfield networks by J. Hopfield</a:t>
            </a:r>
          </a:p>
          <a:p>
            <a:pPr>
              <a:lnSpc>
                <a:spcPct val="90000"/>
              </a:lnSpc>
              <a:buFont typeface="Wingdings" panose="05000000000000000000" pitchFamily="2" charset="2"/>
              <a:buChar char="Ø"/>
            </a:pPr>
            <a:r>
              <a:rPr lang="en-US" altLang="zh-CN" sz="2200">
                <a:ea typeface="SimSun" panose="02010600030101010101" pitchFamily="2" charset="-122"/>
              </a:rPr>
              <a:t>1980’s: Genetic algorithms by J. Holland</a:t>
            </a:r>
          </a:p>
          <a:p>
            <a:pPr>
              <a:lnSpc>
                <a:spcPct val="90000"/>
              </a:lnSpc>
              <a:buFont typeface="Wingdings" panose="05000000000000000000" pitchFamily="2" charset="2"/>
              <a:buChar char="Ø"/>
            </a:pPr>
            <a:r>
              <a:rPr lang="en-US" altLang="zh-CN" sz="2200">
                <a:ea typeface="SimSun" panose="02010600030101010101" pitchFamily="2" charset="-122"/>
              </a:rPr>
              <a:t>1980’s: Simulated annealing by Kirkpatrick et al.</a:t>
            </a:r>
          </a:p>
          <a:p>
            <a:pPr>
              <a:lnSpc>
                <a:spcPct val="90000"/>
              </a:lnSpc>
              <a:buFont typeface="Wingdings" panose="05000000000000000000" pitchFamily="2" charset="2"/>
              <a:buChar char="Ø"/>
            </a:pPr>
            <a:r>
              <a:rPr lang="en-US" altLang="zh-CN" sz="2200">
                <a:ea typeface="SimSun" panose="02010600030101010101" pitchFamily="2" charset="-122"/>
              </a:rPr>
              <a:t>2006-: Deep learning by Hinton et al.</a:t>
            </a:r>
          </a:p>
          <a:p>
            <a:pPr>
              <a:lnSpc>
                <a:spcPct val="90000"/>
              </a:lnSpc>
              <a:buFont typeface="Wingdings" panose="05000000000000000000" pitchFamily="2" charset="2"/>
              <a:buChar char="Ø"/>
            </a:pPr>
            <a:endParaRPr lang="zh-CN" altLang="en-US" sz="2200">
              <a:ea typeface="SimSun" panose="02010600030101010101" pitchFamily="2" charset="-122"/>
            </a:endParaRPr>
          </a:p>
        </p:txBody>
      </p:sp>
      <p:sp>
        <p:nvSpPr>
          <p:cNvPr id="33798"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74209D2-A1F7-4FB5-8DB7-64011E2C5941}" type="slidenum">
              <a:rPr lang="zh-CN" altLang="en-US" sz="1400" smtClean="0">
                <a:solidFill>
                  <a:schemeClr val="bg2"/>
                </a:solidFill>
                <a:latin typeface="Arial" panose="020B0604020202020204" pitchFamily="34" charset="0"/>
              </a:rPr>
              <a:pPr>
                <a:spcBef>
                  <a:spcPct val="50000"/>
                </a:spcBef>
                <a:buClrTx/>
                <a:buSzTx/>
                <a:buFontTx/>
                <a:buNone/>
              </a:pPr>
              <a:t>11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6BEA01A-48FD-7FBB-C1B8-55C01CC42D4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6"/>
          <p:cNvSpPr>
            <a:spLocks noGrp="1"/>
          </p:cNvSpPr>
          <p:nvPr>
            <p:ph type="title"/>
          </p:nvPr>
        </p:nvSpPr>
        <p:spPr/>
        <p:txBody>
          <a:bodyPr/>
          <a:lstStyle/>
          <a:p>
            <a:pPr algn="ctr"/>
            <a:r>
              <a:rPr lang="en-US" altLang="zh-CN">
                <a:ea typeface="SimSun" panose="02010600030101010101" pitchFamily="2" charset="-122"/>
              </a:rPr>
              <a:t>Milestones (cont’d)</a:t>
            </a:r>
          </a:p>
        </p:txBody>
      </p:sp>
      <p:sp>
        <p:nvSpPr>
          <p:cNvPr id="3584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AABAB88-A970-47B8-B139-D0B4325CA53A}" type="slidenum">
              <a:rPr lang="zh-CN" altLang="en-US" sz="1400" smtClean="0">
                <a:solidFill>
                  <a:schemeClr val="bg2"/>
                </a:solidFill>
                <a:latin typeface="Arial" panose="020B0604020202020204" pitchFamily="34" charset="0"/>
              </a:rPr>
              <a:pPr>
                <a:spcBef>
                  <a:spcPct val="50000"/>
                </a:spcBef>
                <a:buClrTx/>
                <a:buSzTx/>
                <a:buFontTx/>
                <a:buNone/>
              </a:pPr>
              <a:t>12</a:t>
            </a:fld>
            <a:endParaRPr lang="en-US" altLang="zh-CN" sz="1400">
              <a:solidFill>
                <a:schemeClr val="bg2"/>
              </a:solidFill>
              <a:latin typeface="Arial" panose="020B0604020202020204" pitchFamily="34" charset="0"/>
            </a:endParaRPr>
          </a:p>
        </p:txBody>
      </p:sp>
      <p:sp>
        <p:nvSpPr>
          <p:cNvPr id="2" name="Content Placeholder 1"/>
          <p:cNvSpPr>
            <a:spLocks noGrp="1"/>
          </p:cNvSpPr>
          <p:nvPr>
            <p:ph idx="1"/>
          </p:nvPr>
        </p:nvSpPr>
        <p:spPr/>
        <p:txBody>
          <a:bodyPr/>
          <a:lstStyle/>
          <a:p>
            <a:r>
              <a:rPr lang="en-US" altLang="en-US" sz="4400"/>
              <a:t>Deep Blue (IBM), 1997 defeated chess world champion Garry Kasparov</a:t>
            </a:r>
          </a:p>
          <a:p>
            <a:r>
              <a:rPr lang="en-US" altLang="en-US" sz="4400"/>
              <a:t>Alpha Go (Google), 2016 defeated go nine dan Sedol Lee</a:t>
            </a:r>
          </a:p>
          <a:p>
            <a:endParaRPr lang="en-US" altLang="en-US"/>
          </a:p>
        </p:txBody>
      </p:sp>
      <p:sp>
        <p:nvSpPr>
          <p:cNvPr id="3" name="Footer Placeholder 4">
            <a:extLst>
              <a:ext uri="{FF2B5EF4-FFF2-40B4-BE49-F238E27FC236}">
                <a16:creationId xmlns:a16="http://schemas.microsoft.com/office/drawing/2014/main" id="{D2185CB6-B97B-A8E5-7308-8613ACD77E8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6"/>
          <p:cNvSpPr>
            <a:spLocks noGrp="1"/>
          </p:cNvSpPr>
          <p:nvPr>
            <p:ph type="title"/>
          </p:nvPr>
        </p:nvSpPr>
        <p:spPr/>
        <p:txBody>
          <a:bodyPr/>
          <a:lstStyle/>
          <a:p>
            <a:pPr algn="ctr"/>
            <a:r>
              <a:rPr lang="en-US" altLang="zh-CN">
                <a:ea typeface="SimSun" panose="02010600030101010101" pitchFamily="2" charset="-122"/>
              </a:rPr>
              <a:t>Professor Norbert Wiener</a:t>
            </a:r>
          </a:p>
        </p:txBody>
      </p:sp>
      <p:pic>
        <p:nvPicPr>
          <p:cNvPr id="37891" name="内容占位符 8" descr="Bernie.gif"/>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590800" y="1600200"/>
            <a:ext cx="4495800" cy="4495800"/>
          </a:xfrm>
        </p:spPr>
      </p:pic>
      <p:sp>
        <p:nvSpPr>
          <p:cNvPr id="3789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EA8338A-F7C0-41FD-9993-FA87C2D7C898}" type="slidenum">
              <a:rPr lang="zh-CN" altLang="en-US" sz="1400" smtClean="0">
                <a:solidFill>
                  <a:schemeClr val="bg2"/>
                </a:solidFill>
                <a:latin typeface="Arial" panose="020B0604020202020204" pitchFamily="34" charset="0"/>
              </a:rPr>
              <a:pPr>
                <a:spcBef>
                  <a:spcPct val="50000"/>
                </a:spcBef>
                <a:buClrTx/>
                <a:buSzTx/>
                <a:buFontTx/>
                <a:buNone/>
              </a:pPr>
              <a:t>13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4277CE7-94AB-8CC6-D9B3-9DD2F23BA12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6"/>
          <p:cNvSpPr>
            <a:spLocks noGrp="1"/>
          </p:cNvSpPr>
          <p:nvPr>
            <p:ph type="title"/>
          </p:nvPr>
        </p:nvSpPr>
        <p:spPr/>
        <p:txBody>
          <a:bodyPr/>
          <a:lstStyle/>
          <a:p>
            <a:pPr algn="ctr"/>
            <a:r>
              <a:rPr lang="en-US" altLang="zh-CN">
                <a:ea typeface="SimSun" panose="02010600030101010101" pitchFamily="2" charset="-122"/>
              </a:rPr>
              <a:t>Professor Warren S. McCulloch</a:t>
            </a:r>
          </a:p>
        </p:txBody>
      </p:sp>
      <p:pic>
        <p:nvPicPr>
          <p:cNvPr id="39939" name="内容占位符 8" descr="Bernie.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89175" y="1752600"/>
            <a:ext cx="5178425" cy="4256088"/>
          </a:xfrm>
        </p:spPr>
      </p:pic>
      <p:sp>
        <p:nvSpPr>
          <p:cNvPr id="3994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397F032-A054-417D-944C-EA1289BB31B5}" type="slidenum">
              <a:rPr lang="zh-CN" altLang="en-US" sz="1400" smtClean="0">
                <a:solidFill>
                  <a:schemeClr val="bg2"/>
                </a:solidFill>
                <a:latin typeface="Arial" panose="020B0604020202020204" pitchFamily="34" charset="0"/>
              </a:rPr>
              <a:pPr>
                <a:spcBef>
                  <a:spcPct val="50000"/>
                </a:spcBef>
                <a:buClrTx/>
                <a:buSzTx/>
                <a:buFontTx/>
                <a:buNone/>
              </a:pPr>
              <a:t>14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855F0FA-26D7-0617-9C45-120A9C02A44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267B-8D5F-417D-89D9-50A284844079}"/>
              </a:ext>
            </a:extLst>
          </p:cNvPr>
          <p:cNvSpPr>
            <a:spLocks noGrp="1"/>
          </p:cNvSpPr>
          <p:nvPr>
            <p:ph type="title"/>
          </p:nvPr>
        </p:nvSpPr>
        <p:spPr/>
        <p:txBody>
          <a:bodyPr/>
          <a:lstStyle/>
          <a:p>
            <a:pPr algn="ctr"/>
            <a:r>
              <a:rPr lang="en-US"/>
              <a:t>The Birth of “AI”</a:t>
            </a:r>
            <a:endParaRPr lang="en-HK"/>
          </a:p>
        </p:txBody>
      </p:sp>
      <p:sp>
        <p:nvSpPr>
          <p:cNvPr id="4" name="Slide Number Placeholder 3">
            <a:extLst>
              <a:ext uri="{FF2B5EF4-FFF2-40B4-BE49-F238E27FC236}">
                <a16:creationId xmlns:a16="http://schemas.microsoft.com/office/drawing/2014/main" id="{58BDD6C3-24C1-4E9F-BEB1-3F87277A0A41}"/>
              </a:ext>
            </a:extLst>
          </p:cNvPr>
          <p:cNvSpPr>
            <a:spLocks noGrp="1"/>
          </p:cNvSpPr>
          <p:nvPr>
            <p:ph type="sldNum" sz="quarter" idx="11"/>
          </p:nvPr>
        </p:nvSpPr>
        <p:spPr/>
        <p:txBody>
          <a:bodyPr/>
          <a:lstStyle/>
          <a:p>
            <a:pPr>
              <a:defRPr/>
            </a:pPr>
            <a:fld id="{D5EE1E99-A213-44F4-BB38-2AE742957139}" type="slidenum">
              <a:rPr lang="zh-CN" altLang="en-US" smtClean="0"/>
              <a:pPr>
                <a:defRPr/>
              </a:pPr>
              <a:t>15</a:t>
            </a:fld>
            <a:endParaRPr lang="en-US" altLang="zh-CN"/>
          </a:p>
        </p:txBody>
      </p:sp>
      <p:graphicFrame>
        <p:nvGraphicFramePr>
          <p:cNvPr id="9" name="Object 8">
            <a:extLst>
              <a:ext uri="{FF2B5EF4-FFF2-40B4-BE49-F238E27FC236}">
                <a16:creationId xmlns:a16="http://schemas.microsoft.com/office/drawing/2014/main" id="{78BD6698-C465-4AE6-91E8-448E6F0B131B}"/>
              </a:ext>
            </a:extLst>
          </p:cNvPr>
          <p:cNvGraphicFramePr>
            <a:graphicFrameLocks noChangeAspect="1"/>
          </p:cNvGraphicFramePr>
          <p:nvPr>
            <p:extLst>
              <p:ext uri="{D42A27DB-BD31-4B8C-83A1-F6EECF244321}">
                <p14:modId xmlns:p14="http://schemas.microsoft.com/office/powerpoint/2010/main" val="2947416759"/>
              </p:ext>
            </p:extLst>
          </p:nvPr>
        </p:nvGraphicFramePr>
        <p:xfrm>
          <a:off x="98425" y="98425"/>
          <a:ext cx="2136775" cy="508000"/>
        </p:xfrm>
        <a:graphic>
          <a:graphicData uri="http://schemas.openxmlformats.org/presentationml/2006/ole">
            <mc:AlternateContent xmlns:mc="http://schemas.openxmlformats.org/markup-compatibility/2006">
              <mc:Choice xmlns:v="urn:schemas-microsoft-com:vml" Requires="v">
                <p:oleObj name="封裝程式殼層物件" showAsIcon="1" r:id="rId2" imgW="2136765" imgH="508023" progId="Package">
                  <p:embed/>
                </p:oleObj>
              </mc:Choice>
              <mc:Fallback>
                <p:oleObj name="封裝程式殼層物件" showAsIcon="1" r:id="rId2" imgW="2136765" imgH="508023" progId="Package">
                  <p:embed/>
                  <p:pic>
                    <p:nvPicPr>
                      <p:cNvPr id="9" name="Object 8">
                        <a:extLst>
                          <a:ext uri="{FF2B5EF4-FFF2-40B4-BE49-F238E27FC236}">
                            <a16:creationId xmlns:a16="http://schemas.microsoft.com/office/drawing/2014/main" id="{78BD6698-C465-4AE6-91E8-448E6F0B131B}"/>
                          </a:ext>
                        </a:extLst>
                      </p:cNvPr>
                      <p:cNvPicPr/>
                      <p:nvPr/>
                    </p:nvPicPr>
                    <p:blipFill>
                      <a:blip r:embed="rId3"/>
                      <a:stretch>
                        <a:fillRect/>
                      </a:stretch>
                    </p:blipFill>
                    <p:spPr>
                      <a:xfrm>
                        <a:off x="98425" y="98425"/>
                        <a:ext cx="2136775" cy="508000"/>
                      </a:xfrm>
                      <a:prstGeom prst="rect">
                        <a:avLst/>
                      </a:prstGeom>
                    </p:spPr>
                  </p:pic>
                </p:oleObj>
              </mc:Fallback>
            </mc:AlternateContent>
          </a:graphicData>
        </a:graphic>
      </p:graphicFrame>
      <p:pic>
        <p:nvPicPr>
          <p:cNvPr id="16" name="Content Placeholder 15">
            <a:extLst>
              <a:ext uri="{FF2B5EF4-FFF2-40B4-BE49-F238E27FC236}">
                <a16:creationId xmlns:a16="http://schemas.microsoft.com/office/drawing/2014/main" id="{FC4AD196-0128-4973-BC58-0D0958AE689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362289" y="1600201"/>
            <a:ext cx="6899669" cy="4497106"/>
          </a:xfrm>
        </p:spPr>
      </p:pic>
      <p:sp>
        <p:nvSpPr>
          <p:cNvPr id="3" name="Footer Placeholder 4">
            <a:extLst>
              <a:ext uri="{FF2B5EF4-FFF2-40B4-BE49-F238E27FC236}">
                <a16:creationId xmlns:a16="http://schemas.microsoft.com/office/drawing/2014/main" id="{01C76584-D3B6-086E-0010-D1ED776C105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658310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ea typeface="SimSun" panose="02010600030101010101" pitchFamily="2" charset="-122"/>
              </a:rPr>
              <a:t>Professor Frank Rosenblatt</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16</a:t>
            </a:fld>
            <a:endParaRPr lang="en-US" altLang="zh-CN"/>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8353" y="1651168"/>
            <a:ext cx="3939647" cy="4368632"/>
          </a:xfr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6599" y="1676400"/>
            <a:ext cx="3235847" cy="4314463"/>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5600" y="2919714"/>
            <a:ext cx="1905000" cy="1905000"/>
          </a:xfrm>
          <a:prstGeom prst="rect">
            <a:avLst/>
          </a:prstGeom>
        </p:spPr>
      </p:pic>
      <p:sp>
        <p:nvSpPr>
          <p:cNvPr id="3" name="Footer Placeholder 4">
            <a:extLst>
              <a:ext uri="{FF2B5EF4-FFF2-40B4-BE49-F238E27FC236}">
                <a16:creationId xmlns:a16="http://schemas.microsoft.com/office/drawing/2014/main" id="{17607158-AC6C-2C3F-457B-82E15FEA432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06635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6"/>
          <p:cNvSpPr>
            <a:spLocks noGrp="1"/>
          </p:cNvSpPr>
          <p:nvPr>
            <p:ph type="title"/>
          </p:nvPr>
        </p:nvSpPr>
        <p:spPr/>
        <p:txBody>
          <a:bodyPr/>
          <a:lstStyle/>
          <a:p>
            <a:pPr algn="ctr"/>
            <a:r>
              <a:rPr lang="en-US" altLang="zh-CN">
                <a:ea typeface="SimSun" panose="02010600030101010101" pitchFamily="2" charset="-122"/>
              </a:rPr>
              <a:t>Professor Bernard Widrow</a:t>
            </a:r>
          </a:p>
        </p:txBody>
      </p:sp>
      <p:pic>
        <p:nvPicPr>
          <p:cNvPr id="40963" name="内容占位符 8" descr="Bernie.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452813" y="1909763"/>
            <a:ext cx="2847975" cy="3952875"/>
          </a:xfrm>
        </p:spPr>
      </p:pic>
      <p:sp>
        <p:nvSpPr>
          <p:cNvPr id="4096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9174A79-BB16-4D45-8C77-372BE5499135}" type="slidenum">
              <a:rPr lang="zh-CN" altLang="en-US" sz="1400" smtClean="0">
                <a:solidFill>
                  <a:schemeClr val="bg2"/>
                </a:solidFill>
                <a:latin typeface="Arial" panose="020B0604020202020204" pitchFamily="34" charset="0"/>
              </a:rPr>
              <a:pPr>
                <a:spcBef>
                  <a:spcPct val="50000"/>
                </a:spcBef>
                <a:buClrTx/>
                <a:buSzTx/>
                <a:buFontTx/>
                <a:buNone/>
              </a:pPr>
              <a:t>17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A973D7B-47FF-C749-658F-FE9998EA0E8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6"/>
          <p:cNvSpPr>
            <a:spLocks noGrp="1"/>
          </p:cNvSpPr>
          <p:nvPr>
            <p:ph type="title"/>
          </p:nvPr>
        </p:nvSpPr>
        <p:spPr/>
        <p:txBody>
          <a:bodyPr/>
          <a:lstStyle/>
          <a:p>
            <a:pPr algn="ctr"/>
            <a:r>
              <a:rPr lang="en-US" altLang="zh-CN">
                <a:ea typeface="SimSun" panose="02010600030101010101" pitchFamily="2" charset="-122"/>
              </a:rPr>
              <a:t>Professor Lofti A. Zadeh</a:t>
            </a:r>
          </a:p>
        </p:txBody>
      </p:sp>
      <p:pic>
        <p:nvPicPr>
          <p:cNvPr id="41987" name="内容占位符 8" descr="Zadeh.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200400" y="1651000"/>
            <a:ext cx="3276600" cy="4368800"/>
          </a:xfrm>
        </p:spPr>
      </p:pic>
      <p:sp>
        <p:nvSpPr>
          <p:cNvPr id="4198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9754C28-F40D-4ACF-BE9C-86564884959E}" type="slidenum">
              <a:rPr lang="zh-CN" altLang="en-US" sz="1400" smtClean="0">
                <a:solidFill>
                  <a:schemeClr val="bg2"/>
                </a:solidFill>
                <a:latin typeface="Arial" panose="020B0604020202020204" pitchFamily="34" charset="0"/>
              </a:rPr>
              <a:pPr>
                <a:spcBef>
                  <a:spcPct val="50000"/>
                </a:spcBef>
                <a:buClrTx/>
                <a:buSzTx/>
                <a:buFontTx/>
                <a:buNone/>
              </a:pPr>
              <a:t>18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32D4613-B5B8-989C-1AB9-3D8999FFC31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6"/>
          <p:cNvSpPr>
            <a:spLocks noGrp="1"/>
          </p:cNvSpPr>
          <p:nvPr>
            <p:ph type="title"/>
          </p:nvPr>
        </p:nvSpPr>
        <p:spPr/>
        <p:txBody>
          <a:bodyPr/>
          <a:lstStyle/>
          <a:p>
            <a:pPr algn="ctr"/>
            <a:r>
              <a:rPr lang="en-US" altLang="zh-CN">
                <a:ea typeface="SimSun" panose="02010600030101010101" pitchFamily="2" charset="-122"/>
              </a:rPr>
              <a:t>Dr. Paul J. Werbos</a:t>
            </a:r>
          </a:p>
        </p:txBody>
      </p:sp>
      <p:pic>
        <p:nvPicPr>
          <p:cNvPr id="44035" name="内容占位符 8" descr="werbos.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505200" y="1828800"/>
            <a:ext cx="2533650" cy="4210050"/>
          </a:xfrm>
        </p:spPr>
      </p:pic>
      <p:sp>
        <p:nvSpPr>
          <p:cNvPr id="4403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7902DAA-7590-41C2-8CBC-BE8DAFC201F2}" type="slidenum">
              <a:rPr lang="zh-CN" altLang="en-US" sz="1400" smtClean="0">
                <a:solidFill>
                  <a:schemeClr val="bg2"/>
                </a:solidFill>
                <a:latin typeface="Arial" panose="020B0604020202020204" pitchFamily="34" charset="0"/>
              </a:rPr>
              <a:pPr>
                <a:spcBef>
                  <a:spcPct val="50000"/>
                </a:spcBef>
                <a:buClrTx/>
                <a:buSzTx/>
                <a:buFontTx/>
                <a:buNone/>
              </a:pPr>
              <a:t>19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58C2C5F-9BC7-12A8-396B-F0AFE4ABE04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6"/>
          <p:cNvSpPr>
            <a:spLocks noGrp="1"/>
          </p:cNvSpPr>
          <p:nvPr>
            <p:ph type="title"/>
          </p:nvPr>
        </p:nvSpPr>
        <p:spPr/>
        <p:txBody>
          <a:bodyPr/>
          <a:lstStyle/>
          <a:p>
            <a:pPr algn="ctr"/>
            <a:r>
              <a:rPr lang="en-US" altLang="zh-CN">
                <a:ea typeface="SimSun" panose="02010600030101010101" pitchFamily="2" charset="-122"/>
              </a:rPr>
              <a:t>Professor Teuvo Kohonen</a:t>
            </a:r>
          </a:p>
        </p:txBody>
      </p:sp>
      <p:pic>
        <p:nvPicPr>
          <p:cNvPr id="45059" name="内容占位符 8" descr="werbos.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200400" y="1752600"/>
            <a:ext cx="3200400" cy="4343400"/>
          </a:xfrm>
        </p:spPr>
      </p:pic>
      <p:sp>
        <p:nvSpPr>
          <p:cNvPr id="4506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6741CED-F039-4D80-B89D-23CF09F3D92D}" type="slidenum">
              <a:rPr lang="zh-CN" altLang="en-US" sz="1400" smtClean="0">
                <a:solidFill>
                  <a:schemeClr val="bg2"/>
                </a:solidFill>
                <a:latin typeface="Arial" panose="020B0604020202020204" pitchFamily="34" charset="0"/>
              </a:rPr>
              <a:pPr>
                <a:spcBef>
                  <a:spcPct val="50000"/>
                </a:spcBef>
                <a:buClrTx/>
                <a:buSzTx/>
                <a:buFontTx/>
                <a:buNone/>
              </a:pPr>
              <a:t>20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A60CD95-2449-6823-D9E7-F1A93DA832A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6"/>
          <p:cNvSpPr>
            <a:spLocks noGrp="1"/>
          </p:cNvSpPr>
          <p:nvPr>
            <p:ph type="title"/>
          </p:nvPr>
        </p:nvSpPr>
        <p:spPr/>
        <p:txBody>
          <a:bodyPr/>
          <a:lstStyle/>
          <a:p>
            <a:pPr algn="ctr"/>
            <a:r>
              <a:rPr lang="en-US" altLang="zh-CN">
                <a:ea typeface="SimSun" panose="02010600030101010101" pitchFamily="2" charset="-122"/>
              </a:rPr>
              <a:t>Professor John J. Hopfield</a:t>
            </a:r>
          </a:p>
        </p:txBody>
      </p:sp>
      <p:sp>
        <p:nvSpPr>
          <p:cNvPr id="46083"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EB5DB35-55EF-4D02-AF74-899794D07CD3}" type="slidenum">
              <a:rPr lang="zh-CN" altLang="en-US" sz="1400" smtClean="0">
                <a:solidFill>
                  <a:schemeClr val="bg2"/>
                </a:solidFill>
                <a:latin typeface="Arial" panose="020B0604020202020204" pitchFamily="34" charset="0"/>
              </a:rPr>
              <a:pPr>
                <a:spcBef>
                  <a:spcPct val="50000"/>
                </a:spcBef>
                <a:buClrTx/>
                <a:buSzTx/>
                <a:buFontTx/>
                <a:buNone/>
              </a:pPr>
              <a:t>21</a:t>
            </a:fld>
            <a:endParaRPr lang="en-US" altLang="zh-CN" sz="1400">
              <a:solidFill>
                <a:schemeClr val="bg2"/>
              </a:solidFill>
              <a:latin typeface="Arial" panose="020B0604020202020204" pitchFamily="34" charset="0"/>
            </a:endParaRPr>
          </a:p>
        </p:txBody>
      </p:sp>
      <p:pic>
        <p:nvPicPr>
          <p:cNvPr id="46084" name="Picture 2" descr="photo of John Hopfie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6750" y="1676400"/>
            <a:ext cx="3467100"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Content Placeholder 1"/>
          <p:cNvSpPr>
            <a:spLocks noGrp="1"/>
          </p:cNvSpPr>
          <p:nvPr>
            <p:ph idx="1"/>
          </p:nvPr>
        </p:nvSpPr>
        <p:spPr/>
        <p:txBody>
          <a:bodyPr/>
          <a:lstStyle/>
          <a:p>
            <a:endParaRPr lang="en-US" altLang="en-US"/>
          </a:p>
        </p:txBody>
      </p:sp>
      <p:sp>
        <p:nvSpPr>
          <p:cNvPr id="2" name="Footer Placeholder 4">
            <a:extLst>
              <a:ext uri="{FF2B5EF4-FFF2-40B4-BE49-F238E27FC236}">
                <a16:creationId xmlns:a16="http://schemas.microsoft.com/office/drawing/2014/main" id="{6E26A0BC-ED8A-AD01-ECDB-AF55FD3BD6D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algn="ctr"/>
            <a:r>
              <a:rPr lang="en-US" altLang="en-US"/>
              <a:t>Professor Jeffrey E. Hinton</a:t>
            </a:r>
          </a:p>
        </p:txBody>
      </p:sp>
      <p:pic>
        <p:nvPicPr>
          <p:cNvPr id="47107"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787525" y="1828800"/>
            <a:ext cx="6178550" cy="4114800"/>
          </a:xfrm>
        </p:spPr>
      </p:pic>
      <p:sp>
        <p:nvSpPr>
          <p:cNvPr id="4710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B266EDC-2BE5-43C4-B159-AC4C1FB6D3B3}" type="slidenum">
              <a:rPr lang="zh-CN" altLang="en-US" sz="1400" smtClean="0">
                <a:solidFill>
                  <a:schemeClr val="bg2"/>
                </a:solidFill>
                <a:latin typeface="Arial" panose="020B0604020202020204" pitchFamily="34" charset="0"/>
              </a:rPr>
              <a:pPr>
                <a:spcBef>
                  <a:spcPct val="50000"/>
                </a:spcBef>
                <a:buClrTx/>
                <a:buSzTx/>
                <a:buFontTx/>
                <a:buNone/>
              </a:pPr>
              <a:t>22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F82F33A-D37C-B783-034C-07AB0DB9A36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E08B-37B8-41D6-8C07-B5D428BE16AB}"/>
              </a:ext>
            </a:extLst>
          </p:cNvPr>
          <p:cNvSpPr>
            <a:spLocks noGrp="1"/>
          </p:cNvSpPr>
          <p:nvPr>
            <p:ph type="title"/>
          </p:nvPr>
        </p:nvSpPr>
        <p:spPr/>
        <p:txBody>
          <a:bodyPr/>
          <a:lstStyle/>
          <a:p>
            <a:pPr algn="ctr"/>
            <a:r>
              <a:rPr lang="en-US"/>
              <a:t>2024 Nobel Prize in Physics</a:t>
            </a:r>
            <a:endParaRPr lang="en-HK"/>
          </a:p>
        </p:txBody>
      </p:sp>
      <p:sp>
        <p:nvSpPr>
          <p:cNvPr id="3" name="Content Placeholder 2">
            <a:extLst>
              <a:ext uri="{FF2B5EF4-FFF2-40B4-BE49-F238E27FC236}">
                <a16:creationId xmlns:a16="http://schemas.microsoft.com/office/drawing/2014/main" id="{6C6D1014-FCEA-43B0-AC47-C4105027B9B3}"/>
              </a:ext>
            </a:extLst>
          </p:cNvPr>
          <p:cNvSpPr>
            <a:spLocks noGrp="1"/>
          </p:cNvSpPr>
          <p:nvPr>
            <p:ph idx="1"/>
          </p:nvPr>
        </p:nvSpPr>
        <p:spPr>
          <a:xfrm>
            <a:off x="959685" y="1609126"/>
            <a:ext cx="7772400" cy="4114800"/>
          </a:xfrm>
        </p:spPr>
        <p:txBody>
          <a:bodyPr/>
          <a:lstStyle/>
          <a:p>
            <a:pPr marL="0" indent="0">
              <a:buNone/>
            </a:pPr>
            <a:r>
              <a:rPr lang="en-US"/>
              <a:t>“…foundational discoveries and inventions that enable machine learning with artificial neural networks”.</a:t>
            </a:r>
          </a:p>
          <a:p>
            <a:endParaRPr lang="en-US"/>
          </a:p>
          <a:p>
            <a:endParaRPr lang="en-US"/>
          </a:p>
          <a:p>
            <a:endParaRPr lang="en-US"/>
          </a:p>
        </p:txBody>
      </p:sp>
      <p:sp>
        <p:nvSpPr>
          <p:cNvPr id="4" name="Slide Number Placeholder 3">
            <a:extLst>
              <a:ext uri="{FF2B5EF4-FFF2-40B4-BE49-F238E27FC236}">
                <a16:creationId xmlns:a16="http://schemas.microsoft.com/office/drawing/2014/main" id="{0FE336B7-9962-4C61-A575-3F112B75BE51}"/>
              </a:ext>
            </a:extLst>
          </p:cNvPr>
          <p:cNvSpPr>
            <a:spLocks noGrp="1"/>
          </p:cNvSpPr>
          <p:nvPr>
            <p:ph type="sldNum" sz="quarter" idx="11"/>
          </p:nvPr>
        </p:nvSpPr>
        <p:spPr/>
        <p:txBody>
          <a:bodyPr/>
          <a:lstStyle/>
          <a:p>
            <a:pPr>
              <a:defRPr/>
            </a:pPr>
            <a:fld id="{D5EE1E99-A213-44F4-BB38-2AE742957139}" type="slidenum">
              <a:rPr lang="zh-CN" altLang="en-US" smtClean="0"/>
              <a:pPr>
                <a:defRPr/>
              </a:pPr>
              <a:t>23</a:t>
            </a:fld>
            <a:endParaRPr lang="en-US" altLang="zh-CN"/>
          </a:p>
        </p:txBody>
      </p:sp>
      <p:pic>
        <p:nvPicPr>
          <p:cNvPr id="8" name="Picture 7">
            <a:extLst>
              <a:ext uri="{FF2B5EF4-FFF2-40B4-BE49-F238E27FC236}">
                <a16:creationId xmlns:a16="http://schemas.microsoft.com/office/drawing/2014/main" id="{082D6590-BC87-44A6-8090-838BBDE99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276600"/>
            <a:ext cx="5428706" cy="3040076"/>
          </a:xfrm>
          <a:prstGeom prst="rect">
            <a:avLst/>
          </a:prstGeom>
        </p:spPr>
      </p:pic>
      <p:sp>
        <p:nvSpPr>
          <p:cNvPr id="5" name="Footer Placeholder 4">
            <a:extLst>
              <a:ext uri="{FF2B5EF4-FFF2-40B4-BE49-F238E27FC236}">
                <a16:creationId xmlns:a16="http://schemas.microsoft.com/office/drawing/2014/main" id="{54492F3A-60CE-7FA9-4530-DDE278311ED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903966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E08B-37B8-41D6-8C07-B5D428BE16AB}"/>
              </a:ext>
            </a:extLst>
          </p:cNvPr>
          <p:cNvSpPr>
            <a:spLocks noGrp="1"/>
          </p:cNvSpPr>
          <p:nvPr>
            <p:ph type="title"/>
          </p:nvPr>
        </p:nvSpPr>
        <p:spPr/>
        <p:txBody>
          <a:bodyPr/>
          <a:lstStyle/>
          <a:p>
            <a:pPr algn="ctr"/>
            <a:r>
              <a:rPr lang="en-US"/>
              <a:t>2024 Nobel Prize in </a:t>
            </a:r>
            <a:r>
              <a:rPr lang="en-US" err="1"/>
              <a:t>Chemstry</a:t>
            </a:r>
            <a:endParaRPr lang="en-HK"/>
          </a:p>
        </p:txBody>
      </p:sp>
      <p:sp>
        <p:nvSpPr>
          <p:cNvPr id="3" name="Content Placeholder 2">
            <a:extLst>
              <a:ext uri="{FF2B5EF4-FFF2-40B4-BE49-F238E27FC236}">
                <a16:creationId xmlns:a16="http://schemas.microsoft.com/office/drawing/2014/main" id="{6C6D1014-FCEA-43B0-AC47-C4105027B9B3}"/>
              </a:ext>
            </a:extLst>
          </p:cNvPr>
          <p:cNvSpPr>
            <a:spLocks noGrp="1"/>
          </p:cNvSpPr>
          <p:nvPr>
            <p:ph idx="1"/>
          </p:nvPr>
        </p:nvSpPr>
        <p:spPr>
          <a:xfrm>
            <a:off x="990600" y="1524000"/>
            <a:ext cx="7924800" cy="4114800"/>
          </a:xfrm>
        </p:spPr>
        <p:txBody>
          <a:bodyPr/>
          <a:lstStyle/>
          <a:p>
            <a:pPr marL="0" indent="0">
              <a:buNone/>
            </a:pPr>
            <a:r>
              <a:rPr lang="en-US"/>
              <a:t>     D. Baker, D. Hassabis, and J. Jumper </a:t>
            </a:r>
          </a:p>
          <a:p>
            <a:pPr marL="0" indent="0">
              <a:buNone/>
            </a:pPr>
            <a:r>
              <a:rPr lang="en-US"/>
              <a:t>for their contribution to “computational protein design” and “protein structure prediction”.</a:t>
            </a:r>
          </a:p>
          <a:p>
            <a:endParaRPr lang="en-US"/>
          </a:p>
          <a:p>
            <a:endParaRPr lang="en-US"/>
          </a:p>
          <a:p>
            <a:endParaRPr lang="en-US"/>
          </a:p>
        </p:txBody>
      </p:sp>
      <p:sp>
        <p:nvSpPr>
          <p:cNvPr id="4" name="Slide Number Placeholder 3">
            <a:extLst>
              <a:ext uri="{FF2B5EF4-FFF2-40B4-BE49-F238E27FC236}">
                <a16:creationId xmlns:a16="http://schemas.microsoft.com/office/drawing/2014/main" id="{0FE336B7-9962-4C61-A575-3F112B75BE51}"/>
              </a:ext>
            </a:extLst>
          </p:cNvPr>
          <p:cNvSpPr>
            <a:spLocks noGrp="1"/>
          </p:cNvSpPr>
          <p:nvPr>
            <p:ph type="sldNum" sz="quarter" idx="11"/>
          </p:nvPr>
        </p:nvSpPr>
        <p:spPr/>
        <p:txBody>
          <a:bodyPr/>
          <a:lstStyle/>
          <a:p>
            <a:pPr>
              <a:defRPr/>
            </a:pPr>
            <a:fld id="{D5EE1E99-A213-44F4-BB38-2AE742957139}" type="slidenum">
              <a:rPr lang="zh-CN" altLang="en-US" smtClean="0"/>
              <a:pPr>
                <a:defRPr/>
              </a:pPr>
              <a:t>24</a:t>
            </a:fld>
            <a:endParaRPr lang="en-US" altLang="zh-CN"/>
          </a:p>
        </p:txBody>
      </p:sp>
      <p:pic>
        <p:nvPicPr>
          <p:cNvPr id="6" name="Picture 5">
            <a:extLst>
              <a:ext uri="{FF2B5EF4-FFF2-40B4-BE49-F238E27FC236}">
                <a16:creationId xmlns:a16="http://schemas.microsoft.com/office/drawing/2014/main" id="{D2CBD8D3-F7BD-43FD-920F-7D48F681C2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3234997"/>
            <a:ext cx="4654585" cy="3165803"/>
          </a:xfrm>
          <a:prstGeom prst="rect">
            <a:avLst/>
          </a:prstGeom>
        </p:spPr>
      </p:pic>
      <p:sp>
        <p:nvSpPr>
          <p:cNvPr id="5" name="Footer Placeholder 4">
            <a:extLst>
              <a:ext uri="{FF2B5EF4-FFF2-40B4-BE49-F238E27FC236}">
                <a16:creationId xmlns:a16="http://schemas.microsoft.com/office/drawing/2014/main" id="{1E559967-45D6-1AC6-F206-D0BC5D2C9A2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525184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B6FC6-1748-C6A6-22F3-873796D6CA97}"/>
              </a:ext>
            </a:extLst>
          </p:cNvPr>
          <p:cNvSpPr>
            <a:spLocks noGrp="1"/>
          </p:cNvSpPr>
          <p:nvPr>
            <p:ph type="title"/>
          </p:nvPr>
        </p:nvSpPr>
        <p:spPr/>
        <p:txBody>
          <a:bodyPr/>
          <a:lstStyle/>
          <a:p>
            <a:pPr algn="ctr"/>
            <a:r>
              <a:rPr lang="zh-CN">
                <a:cs typeface="Times New Roman"/>
              </a:rPr>
              <a:t>Applications of Intelligent Systems</a:t>
            </a:r>
          </a:p>
        </p:txBody>
      </p:sp>
      <p:sp>
        <p:nvSpPr>
          <p:cNvPr id="3" name="内容占位符 2">
            <a:extLst>
              <a:ext uri="{FF2B5EF4-FFF2-40B4-BE49-F238E27FC236}">
                <a16:creationId xmlns:a16="http://schemas.microsoft.com/office/drawing/2014/main" id="{C5418FAE-D89E-2B33-96C7-24C5561C647C}"/>
              </a:ext>
            </a:extLst>
          </p:cNvPr>
          <p:cNvSpPr>
            <a:spLocks noGrp="1"/>
          </p:cNvSpPr>
          <p:nvPr>
            <p:ph idx="1"/>
          </p:nvPr>
        </p:nvSpPr>
        <p:spPr/>
        <p:txBody>
          <a:bodyPr/>
          <a:lstStyle/>
          <a:p>
            <a:pPr>
              <a:buFont typeface="Wingdings" pitchFamily="2" charset="2"/>
              <a:buChar char="ü"/>
            </a:pPr>
            <a:r>
              <a:rPr lang="zh-CN">
                <a:cs typeface="Times New Roman"/>
              </a:rPr>
              <a:t>Pattern recognition: e.g., image processing, pattern analysis, speech recognition, etc.</a:t>
            </a:r>
            <a:endParaRPr lang="zh-CN" altLang="en-US">
              <a:cs typeface="Times New Roman"/>
            </a:endParaRPr>
          </a:p>
          <a:p>
            <a:pPr>
              <a:buFont typeface="Wingdings" pitchFamily="2" charset="2"/>
              <a:buChar char="ü"/>
            </a:pPr>
            <a:r>
              <a:rPr lang="zh-CN">
                <a:cs typeface="Times New Roman"/>
              </a:rPr>
              <a:t>Control and robotics: e.g., modeling and estimation</a:t>
            </a:r>
          </a:p>
          <a:p>
            <a:pPr>
              <a:buFont typeface="Wingdings" pitchFamily="2" charset="2"/>
              <a:buChar char="ü"/>
            </a:pPr>
            <a:r>
              <a:rPr lang="zh-CN">
                <a:cs typeface="Times New Roman"/>
              </a:rPr>
              <a:t>Associative memory (content-addressable memory)</a:t>
            </a:r>
          </a:p>
          <a:p>
            <a:pPr>
              <a:buFont typeface="Wingdings" pitchFamily="2" charset="2"/>
              <a:buChar char="ü"/>
            </a:pPr>
            <a:r>
              <a:rPr lang="zh-CN">
                <a:cs typeface="Times New Roman"/>
              </a:rPr>
              <a:t>Forecasting: e.g., in financial engineering</a:t>
            </a:r>
          </a:p>
          <a:p>
            <a:pPr>
              <a:buFont typeface="Wingdings" pitchFamily="2" charset="2"/>
              <a:buChar char="ü"/>
            </a:pPr>
            <a:endParaRPr lang="zh-CN" altLang="en-US">
              <a:cs typeface="Times New Roman"/>
            </a:endParaRPr>
          </a:p>
        </p:txBody>
      </p:sp>
      <p:sp>
        <p:nvSpPr>
          <p:cNvPr id="4" name="灯片编号占位符 3">
            <a:extLst>
              <a:ext uri="{FF2B5EF4-FFF2-40B4-BE49-F238E27FC236}">
                <a16:creationId xmlns:a16="http://schemas.microsoft.com/office/drawing/2014/main" id="{30254D42-0802-C5F6-2C5D-CA0FC03B6B3A}"/>
              </a:ext>
            </a:extLst>
          </p:cNvPr>
          <p:cNvSpPr>
            <a:spLocks noGrp="1"/>
          </p:cNvSpPr>
          <p:nvPr>
            <p:ph type="sldNum" sz="quarter" idx="11"/>
          </p:nvPr>
        </p:nvSpPr>
        <p:spPr/>
        <p:txBody>
          <a:bodyPr/>
          <a:lstStyle/>
          <a:p>
            <a:pPr>
              <a:defRPr/>
            </a:pPr>
            <a:fld id="{D5EE1E99-A213-44F4-BB38-2AE742957139}" type="slidenum">
              <a:rPr lang="zh-CN" altLang="en-US"/>
              <a:pPr>
                <a:defRPr/>
              </a:pPr>
              <a:t>25</a:t>
            </a:fld>
            <a:endParaRPr lang="en-US" altLang="zh-CN"/>
          </a:p>
        </p:txBody>
      </p:sp>
      <p:sp>
        <p:nvSpPr>
          <p:cNvPr id="5" name="Footer Placeholder 4">
            <a:extLst>
              <a:ext uri="{FF2B5EF4-FFF2-40B4-BE49-F238E27FC236}">
                <a16:creationId xmlns:a16="http://schemas.microsoft.com/office/drawing/2014/main" id="{464AD5A7-4A92-97E7-98A7-199D499808C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742841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6309-5A36-4413-6098-9FF88171DC03}"/>
            </a:ext>
          </a:extLst>
        </p:cNvPr>
        <p:cNvGrpSpPr/>
        <p:nvPr/>
      </p:nvGrpSpPr>
      <p:grpSpPr>
        <a:xfrm>
          <a:off x="0" y="0"/>
          <a:ext cx="0" cy="0"/>
          <a:chOff x="0" y="0"/>
          <a:chExt cx="0" cy="0"/>
        </a:xfrm>
      </p:grpSpPr>
      <p:sp>
        <p:nvSpPr>
          <p:cNvPr id="50180" name="Slide Number Placeholder 1">
            <a:extLst>
              <a:ext uri="{FF2B5EF4-FFF2-40B4-BE49-F238E27FC236}">
                <a16:creationId xmlns:a16="http://schemas.microsoft.com/office/drawing/2014/main" id="{6447B47B-AA44-C59F-11D3-EC2AF72D017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C58B92C-E507-472A-9082-3745E782B397}" type="slidenum">
              <a:rPr lang="zh-CN" altLang="en-US" sz="1400" smtClean="0">
                <a:solidFill>
                  <a:schemeClr val="bg2"/>
                </a:solidFill>
                <a:latin typeface="Arial" panose="020B0604020202020204" pitchFamily="34" charset="0"/>
              </a:rPr>
              <a:pPr>
                <a:spcBef>
                  <a:spcPct val="50000"/>
                </a:spcBef>
                <a:buClrTx/>
                <a:buSzTx/>
                <a:buFontTx/>
                <a:buNone/>
              </a:pPr>
              <a:t>26</a:t>
            </a:fld>
            <a:endParaRPr lang="en-US" altLang="zh-CN" sz="1400">
              <a:solidFill>
                <a:schemeClr val="bg2"/>
              </a:solidFill>
              <a:latin typeface="Arial" panose="020B0604020202020204" pitchFamily="34" charset="0"/>
            </a:endParaRPr>
          </a:p>
        </p:txBody>
      </p:sp>
      <p:pic>
        <p:nvPicPr>
          <p:cNvPr id="4" name="图片 3">
            <a:extLst>
              <a:ext uri="{FF2B5EF4-FFF2-40B4-BE49-F238E27FC236}">
                <a16:creationId xmlns:a16="http://schemas.microsoft.com/office/drawing/2014/main" id="{70E3F633-DF5F-75B6-8CA7-EF0CAF3CDBCE}"/>
              </a:ext>
            </a:extLst>
          </p:cNvPr>
          <p:cNvPicPr>
            <a:picLocks noChangeAspect="1"/>
          </p:cNvPicPr>
          <p:nvPr/>
        </p:nvPicPr>
        <p:blipFill>
          <a:blip r:embed="rId3"/>
          <a:stretch>
            <a:fillRect/>
          </a:stretch>
        </p:blipFill>
        <p:spPr>
          <a:xfrm>
            <a:off x="1140733" y="1646935"/>
            <a:ext cx="5167061" cy="2587732"/>
          </a:xfrm>
          <a:prstGeom prst="rect">
            <a:avLst/>
          </a:prstGeom>
        </p:spPr>
      </p:pic>
      <p:pic>
        <p:nvPicPr>
          <p:cNvPr id="3" name="图片 2">
            <a:extLst>
              <a:ext uri="{FF2B5EF4-FFF2-40B4-BE49-F238E27FC236}">
                <a16:creationId xmlns:a16="http://schemas.microsoft.com/office/drawing/2014/main" id="{9F6F1A8B-279D-1348-EF71-EA223AA64CB6}"/>
              </a:ext>
            </a:extLst>
          </p:cNvPr>
          <p:cNvPicPr>
            <a:picLocks noChangeAspect="1"/>
          </p:cNvPicPr>
          <p:nvPr/>
        </p:nvPicPr>
        <p:blipFill>
          <a:blip r:embed="rId4"/>
          <a:stretch>
            <a:fillRect/>
          </a:stretch>
        </p:blipFill>
        <p:spPr>
          <a:xfrm>
            <a:off x="4500294" y="1753637"/>
            <a:ext cx="4267576" cy="4350027"/>
          </a:xfrm>
          <a:prstGeom prst="rect">
            <a:avLst/>
          </a:prstGeom>
        </p:spPr>
      </p:pic>
      <p:pic>
        <p:nvPicPr>
          <p:cNvPr id="5" name="Picture 4" descr="OpenAI Sora">
            <a:extLst>
              <a:ext uri="{FF2B5EF4-FFF2-40B4-BE49-F238E27FC236}">
                <a16:creationId xmlns:a16="http://schemas.microsoft.com/office/drawing/2014/main" id="{8CFD7A2B-929F-3EE0-F20E-09D4DB65AC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379789"/>
            <a:ext cx="3708312" cy="17293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6D957E3E-554A-E606-3751-8FA2721D7F24}"/>
              </a:ext>
            </a:extLst>
          </p:cNvPr>
          <p:cNvSpPr>
            <a:spLocks noGrp="1" noChangeArrowheads="1"/>
          </p:cNvSpPr>
          <p:nvPr>
            <p:ph type="title"/>
          </p:nvPr>
        </p:nvSpPr>
        <p:spPr>
          <a:xfrm>
            <a:off x="990600" y="457200"/>
            <a:ext cx="7391400" cy="990600"/>
          </a:xfrm>
        </p:spPr>
        <p:txBody>
          <a:bodyPr/>
          <a:lstStyle/>
          <a:p>
            <a:pPr algn="ctr"/>
            <a:r>
              <a:rPr lang="en-US" altLang="zh-CN">
                <a:ea typeface="SimSun" panose="02010600030101010101" pitchFamily="2" charset="-122"/>
              </a:rPr>
              <a:t>Generative AI</a:t>
            </a:r>
          </a:p>
        </p:txBody>
      </p:sp>
      <p:sp>
        <p:nvSpPr>
          <p:cNvPr id="2" name="Footer Placeholder 4">
            <a:extLst>
              <a:ext uri="{FF2B5EF4-FFF2-40B4-BE49-F238E27FC236}">
                <a16:creationId xmlns:a16="http://schemas.microsoft.com/office/drawing/2014/main" id="{6AF00D81-3286-5D28-CD08-3506DB5D20D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078726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BAFC69-8CD6-94E0-B233-E10A3CB24376}"/>
              </a:ext>
            </a:extLst>
          </p:cNvPr>
          <p:cNvSpPr>
            <a:spLocks noGrp="1"/>
          </p:cNvSpPr>
          <p:nvPr>
            <p:ph type="title"/>
          </p:nvPr>
        </p:nvSpPr>
        <p:spPr/>
        <p:txBody>
          <a:bodyPr/>
          <a:lstStyle/>
          <a:p>
            <a:pPr algn="ctr"/>
            <a:r>
              <a:rPr lang="zh-CN">
                <a:cs typeface="Times New Roman"/>
              </a:rPr>
              <a:t>Embodied AI</a:t>
            </a:r>
            <a:endParaRPr lang="zh-CN"/>
          </a:p>
        </p:txBody>
      </p:sp>
      <p:sp>
        <p:nvSpPr>
          <p:cNvPr id="4" name="灯片编号占位符 3">
            <a:extLst>
              <a:ext uri="{FF2B5EF4-FFF2-40B4-BE49-F238E27FC236}">
                <a16:creationId xmlns:a16="http://schemas.microsoft.com/office/drawing/2014/main" id="{BD807146-D736-6160-A3CC-255699B86387}"/>
              </a:ext>
            </a:extLst>
          </p:cNvPr>
          <p:cNvSpPr>
            <a:spLocks noGrp="1"/>
          </p:cNvSpPr>
          <p:nvPr>
            <p:ph type="sldNum" sz="quarter" idx="11"/>
          </p:nvPr>
        </p:nvSpPr>
        <p:spPr/>
        <p:txBody>
          <a:bodyPr/>
          <a:lstStyle/>
          <a:p>
            <a:pPr>
              <a:defRPr/>
            </a:pPr>
            <a:fld id="{D5EE1E99-A213-44F4-BB38-2AE742957139}" type="slidenum">
              <a:rPr lang="zh-CN" altLang="en-US"/>
              <a:pPr>
                <a:defRPr/>
              </a:pPr>
              <a:t>27</a:t>
            </a:fld>
            <a:endParaRPr lang="en-US" altLang="zh-CN"/>
          </a:p>
        </p:txBody>
      </p:sp>
      <p:pic>
        <p:nvPicPr>
          <p:cNvPr id="5" name="图片 4">
            <a:extLst>
              <a:ext uri="{FF2B5EF4-FFF2-40B4-BE49-F238E27FC236}">
                <a16:creationId xmlns:a16="http://schemas.microsoft.com/office/drawing/2014/main" id="{BC8CBBBA-322D-7A48-5FE1-553B53E19189}"/>
              </a:ext>
            </a:extLst>
          </p:cNvPr>
          <p:cNvPicPr>
            <a:picLocks noChangeAspect="1"/>
          </p:cNvPicPr>
          <p:nvPr/>
        </p:nvPicPr>
        <p:blipFill>
          <a:blip r:embed="rId2"/>
          <a:stretch>
            <a:fillRect/>
          </a:stretch>
        </p:blipFill>
        <p:spPr>
          <a:xfrm>
            <a:off x="1847180" y="1621147"/>
            <a:ext cx="6278428" cy="4936303"/>
          </a:xfrm>
          <a:prstGeom prst="rect">
            <a:avLst/>
          </a:prstGeom>
        </p:spPr>
      </p:pic>
      <p:sp>
        <p:nvSpPr>
          <p:cNvPr id="3" name="Footer Placeholder 4">
            <a:extLst>
              <a:ext uri="{FF2B5EF4-FFF2-40B4-BE49-F238E27FC236}">
                <a16:creationId xmlns:a16="http://schemas.microsoft.com/office/drawing/2014/main" id="{D6596432-BE3E-CB95-0AF0-4977CE59D61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108414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t>AI</a:t>
            </a:r>
            <a:r>
              <a:rPr lang="zh-CN" altLang="en-US"/>
              <a:t> </a:t>
            </a:r>
            <a:r>
              <a:rPr lang="en-US" altLang="zh-CN"/>
              <a:t>and Other Sciences</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28</a:t>
            </a:fld>
            <a:endParaRPr lang="en-US" altLang="zh-CN"/>
          </a:p>
        </p:txBody>
      </p:sp>
      <p:pic>
        <p:nvPicPr>
          <p:cNvPr id="10" name="Content Placeholder 9"/>
          <p:cNvPicPr>
            <a:picLocks noGrp="1" noChangeAspect="1"/>
          </p:cNvPicPr>
          <p:nvPr>
            <p:ph idx="1"/>
          </p:nvPr>
        </p:nvPicPr>
        <p:blipFill>
          <a:blip r:embed="rId2"/>
          <a:stretch>
            <a:fillRect/>
          </a:stretch>
        </p:blipFill>
        <p:spPr>
          <a:xfrm>
            <a:off x="2487235" y="1828800"/>
            <a:ext cx="4779130" cy="4114800"/>
          </a:xfrm>
          <a:prstGeom prst="rect">
            <a:avLst/>
          </a:prstGeom>
        </p:spPr>
      </p:pic>
    </p:spTree>
    <p:extLst>
      <p:ext uri="{BB962C8B-B14F-4D97-AF65-F5344CB8AC3E}">
        <p14:creationId xmlns:p14="http://schemas.microsoft.com/office/powerpoint/2010/main" val="2221812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gn="ctr"/>
            <a:r>
              <a:rPr lang="en-US" altLang="zh-CN">
                <a:ea typeface="SimSun" panose="02010600030101010101" pitchFamily="2" charset="-122"/>
              </a:rPr>
              <a:t>Computational Intelligence</a:t>
            </a:r>
          </a:p>
        </p:txBody>
      </p:sp>
      <p:sp>
        <p:nvSpPr>
          <p:cNvPr id="54275" name="Rectangle 3"/>
          <p:cNvSpPr>
            <a:spLocks noGrp="1" noChangeArrowheads="1"/>
          </p:cNvSpPr>
          <p:nvPr>
            <p:ph type="body" idx="1"/>
          </p:nvPr>
        </p:nvSpPr>
        <p:spPr/>
        <p:txBody>
          <a:bodyPr/>
          <a:lstStyle/>
          <a:p>
            <a:r>
              <a:rPr lang="en-US" altLang="zh-CN">
                <a:ea typeface="SimSun" panose="02010600030101010101" pitchFamily="2" charset="-122"/>
              </a:rPr>
              <a:t>Coined by IEEE Neural Networks Council in 1994.</a:t>
            </a:r>
          </a:p>
          <a:p>
            <a:r>
              <a:rPr lang="en-US" altLang="zh-CN">
                <a:ea typeface="SimSun" panose="02010600030101010101" pitchFamily="2" charset="-122"/>
              </a:rPr>
              <a:t>Represent a new generation of intelligent systems. </a:t>
            </a:r>
          </a:p>
          <a:p>
            <a:r>
              <a:rPr lang="en-US" altLang="zh-CN">
                <a:ea typeface="SimSun" panose="02010600030101010101" pitchFamily="2" charset="-122"/>
              </a:rPr>
              <a:t>Consist of Neural Networks, Fuzzy Logic, and  evolutionary computing techniques (genetic algorithms).</a:t>
            </a:r>
          </a:p>
        </p:txBody>
      </p:sp>
      <p:sp>
        <p:nvSpPr>
          <p:cNvPr id="5427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008B3BA-2318-4158-B6EF-4808269AC8B7}" type="slidenum">
              <a:rPr lang="zh-CN" altLang="en-US" sz="1400" smtClean="0">
                <a:solidFill>
                  <a:schemeClr val="bg2"/>
                </a:solidFill>
                <a:latin typeface="Arial" panose="020B0604020202020204" pitchFamily="34" charset="0"/>
              </a:rPr>
              <a:pPr>
                <a:spcBef>
                  <a:spcPct val="50000"/>
                </a:spcBef>
                <a:buClrTx/>
                <a:buSzTx/>
                <a:buFontTx/>
                <a:buNone/>
              </a:pPr>
              <a:t>29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4BC98E8-E277-7733-B1F5-BC968CDB9CB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4"/>
          <p:cNvSpPr>
            <a:spLocks noGrp="1"/>
          </p:cNvSpPr>
          <p:nvPr>
            <p:ph type="ftr" sz="quarter" idx="4294967295"/>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56323" name="Rectangle 5"/>
          <p:cNvSpPr>
            <a:spLocks noGrp="1" noChangeArrowheads="1"/>
          </p:cNvSpPr>
          <p:nvPr>
            <p:ph type="title"/>
          </p:nvPr>
        </p:nvSpPr>
        <p:spPr/>
        <p:txBody>
          <a:bodyPr/>
          <a:lstStyle/>
          <a:p>
            <a:endParaRPr lang="zh-CN" altLang="en-US">
              <a:ea typeface="SimSun" panose="02010600030101010101" pitchFamily="2" charset="-122"/>
            </a:endParaRPr>
          </a:p>
        </p:txBody>
      </p:sp>
      <p:pic>
        <p:nvPicPr>
          <p:cNvPr id="56324" name="Picture 4" descr="ace5070-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90600" y="457200"/>
            <a:ext cx="7772400" cy="5562600"/>
          </a:xfrm>
          <a:noFill/>
        </p:spPr>
      </p:pic>
      <p:sp>
        <p:nvSpPr>
          <p:cNvPr id="563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FF09B06-76CF-4AD6-BF77-A7009810D5CE}" type="slidenum">
              <a:rPr lang="zh-CN" altLang="en-US" sz="1400" smtClean="0">
                <a:solidFill>
                  <a:schemeClr val="bg2"/>
                </a:solidFill>
                <a:latin typeface="Arial" panose="020B0604020202020204" pitchFamily="34" charset="0"/>
              </a:rPr>
              <a:pPr>
                <a:spcBef>
                  <a:spcPct val="50000"/>
                </a:spcBef>
                <a:buClrTx/>
                <a:buSzTx/>
                <a:buFontTx/>
                <a:buNone/>
              </a:pPr>
              <a:t>30</a:t>
            </a:fld>
            <a:endParaRPr lang="en-US" altLang="zh-CN" sz="1400">
              <a:solidFill>
                <a:schemeClr val="bg2"/>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title"/>
          </p:nvPr>
        </p:nvSpPr>
        <p:spPr/>
        <p:txBody>
          <a:bodyPr/>
          <a:lstStyle/>
          <a:p>
            <a:endParaRPr lang="zh-CN" altLang="en-US">
              <a:ea typeface="SimSun" panose="02010600030101010101" pitchFamily="2" charset="-122"/>
            </a:endParaRPr>
          </a:p>
        </p:txBody>
      </p:sp>
      <p:pic>
        <p:nvPicPr>
          <p:cNvPr id="58371" name="Picture 8" descr="ace507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457200"/>
            <a:ext cx="7848600" cy="5638800"/>
          </a:xfrm>
          <a:noFill/>
        </p:spPr>
      </p:pic>
      <p:sp>
        <p:nvSpPr>
          <p:cNvPr id="5837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07561C6-2327-444D-AD61-BB3C7C880888}" type="slidenum">
              <a:rPr lang="zh-CN" altLang="en-US" sz="1400" smtClean="0">
                <a:solidFill>
                  <a:schemeClr val="bg2"/>
                </a:solidFill>
                <a:latin typeface="Arial" panose="020B0604020202020204" pitchFamily="34" charset="0"/>
              </a:rPr>
              <a:pPr>
                <a:spcBef>
                  <a:spcPct val="50000"/>
                </a:spcBef>
                <a:buClrTx/>
                <a:buSzTx/>
                <a:buFontTx/>
                <a:buNone/>
              </a:pPr>
              <a:t>31</a:t>
            </a:fld>
            <a:endParaRPr lang="en-US" altLang="zh-CN" sz="1400">
              <a:solidFill>
                <a:schemeClr val="bg2"/>
              </a:solidFill>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5"/>
          <p:cNvSpPr>
            <a:spLocks noGrp="1" noChangeArrowheads="1"/>
          </p:cNvSpPr>
          <p:nvPr>
            <p:ph type="title"/>
          </p:nvPr>
        </p:nvSpPr>
        <p:spPr/>
        <p:txBody>
          <a:bodyPr/>
          <a:lstStyle/>
          <a:p>
            <a:endParaRPr lang="zh-CN" altLang="en-US">
              <a:ea typeface="SimSun" panose="02010600030101010101" pitchFamily="2" charset="-122"/>
            </a:endParaRPr>
          </a:p>
        </p:txBody>
      </p:sp>
      <p:pic>
        <p:nvPicPr>
          <p:cNvPr id="60420" name="Picture 8" descr="ace5070-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609600"/>
            <a:ext cx="7848600" cy="5486400"/>
          </a:xfrm>
          <a:noFill/>
        </p:spPr>
      </p:pic>
      <p:sp>
        <p:nvSpPr>
          <p:cNvPr id="6042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AA557B7-9C2A-4105-84AA-5C4F0A0FB884}" type="slidenum">
              <a:rPr lang="zh-CN" altLang="en-US" sz="1400" smtClean="0">
                <a:solidFill>
                  <a:schemeClr val="bg2"/>
                </a:solidFill>
                <a:latin typeface="Arial" panose="020B0604020202020204" pitchFamily="34" charset="0"/>
              </a:rPr>
              <a:pPr>
                <a:spcBef>
                  <a:spcPct val="50000"/>
                </a:spcBef>
                <a:buClrTx/>
                <a:buSzTx/>
                <a:buFontTx/>
                <a:buNone/>
              </a:pPr>
              <a:t>32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9A7508F-5D2A-5619-0046-54A78A9C0E5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algn="ctr"/>
            <a:r>
              <a:rPr lang="en-US" altLang="zh-CN">
                <a:ea typeface="SimSun" panose="02010600030101010101" pitchFamily="2" charset="-122"/>
              </a:rPr>
              <a:t>Soft Computing</a:t>
            </a:r>
          </a:p>
        </p:txBody>
      </p:sp>
      <p:sp>
        <p:nvSpPr>
          <p:cNvPr id="62468" name="Rectangle 3"/>
          <p:cNvSpPr>
            <a:spLocks noGrp="1" noChangeArrowheads="1"/>
          </p:cNvSpPr>
          <p:nvPr>
            <p:ph type="body" idx="1"/>
          </p:nvPr>
        </p:nvSpPr>
        <p:spPr/>
        <p:txBody>
          <a:bodyPr/>
          <a:lstStyle/>
          <a:p>
            <a:pPr>
              <a:lnSpc>
                <a:spcPct val="80000"/>
              </a:lnSpc>
              <a:buFont typeface="Monotype Sorts" pitchFamily="2" charset="2"/>
              <a:buNone/>
            </a:pPr>
            <a:r>
              <a:rPr lang="zh-CN" altLang="en-US">
                <a:ea typeface="SimSun" panose="02010600030101010101" pitchFamily="2" charset="-122"/>
              </a:rPr>
              <a:t>   “</a:t>
            </a:r>
            <a:r>
              <a:rPr lang="en-US" altLang="zh-CN" sz="4000">
                <a:ea typeface="SimSun" panose="02010600030101010101" pitchFamily="2" charset="-122"/>
              </a:rPr>
              <a:t>Soft computing based on computational intelligence should be the basis for the conception, design, deployment of intelligent systems rather than hard computing based on artificial intelligence.”</a:t>
            </a:r>
          </a:p>
          <a:p>
            <a:pPr>
              <a:lnSpc>
                <a:spcPct val="80000"/>
              </a:lnSpc>
              <a:buFont typeface="Monotype Sorts" pitchFamily="2" charset="2"/>
              <a:buNone/>
            </a:pPr>
            <a:r>
              <a:rPr lang="en-US" altLang="zh-CN" sz="1400">
                <a:ea typeface="SimSun" panose="02010600030101010101" pitchFamily="2" charset="-122"/>
              </a:rPr>
              <a:t>							</a:t>
            </a:r>
            <a:r>
              <a:rPr lang="en-US" altLang="zh-CN">
                <a:ea typeface="SimSun" panose="02010600030101010101" pitchFamily="2" charset="-122"/>
              </a:rPr>
              <a:t>Lofti Zadeh</a:t>
            </a:r>
            <a:r>
              <a:rPr lang="en-US" altLang="zh-CN" sz="1000">
                <a:ea typeface="SimSun" panose="02010600030101010101" pitchFamily="2" charset="-122"/>
              </a:rPr>
              <a:t>								</a:t>
            </a:r>
          </a:p>
        </p:txBody>
      </p:sp>
      <p:sp>
        <p:nvSpPr>
          <p:cNvPr id="624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0FAC3E2-86C5-43AB-A229-2A954EAA9AE9}" type="slidenum">
              <a:rPr lang="zh-CN" altLang="en-US" sz="1400" smtClean="0">
                <a:solidFill>
                  <a:schemeClr val="bg2"/>
                </a:solidFill>
                <a:latin typeface="Arial" panose="020B0604020202020204" pitchFamily="34" charset="0"/>
              </a:rPr>
              <a:pPr>
                <a:spcBef>
                  <a:spcPct val="50000"/>
                </a:spcBef>
                <a:buClrTx/>
                <a:buSzTx/>
                <a:buFontTx/>
                <a:buNone/>
              </a:pPr>
              <a:t>33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848D326-B332-B2C8-FC17-2342A17CE5B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5"/>
          <p:cNvSpPr>
            <a:spLocks noGrp="1" noChangeArrowheads="1"/>
          </p:cNvSpPr>
          <p:nvPr>
            <p:ph type="title"/>
          </p:nvPr>
        </p:nvSpPr>
        <p:spPr/>
        <p:txBody>
          <a:bodyPr/>
          <a:lstStyle/>
          <a:p>
            <a:endParaRPr lang="zh-CN" altLang="en-US">
              <a:ea typeface="SimSun" panose="02010600030101010101" pitchFamily="2" charset="-122"/>
            </a:endParaRPr>
          </a:p>
        </p:txBody>
      </p:sp>
      <p:pic>
        <p:nvPicPr>
          <p:cNvPr id="64516" name="Picture 4" descr="ace5070-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457200"/>
            <a:ext cx="7848600" cy="5562600"/>
          </a:xfrm>
          <a:noFill/>
        </p:spPr>
      </p:pic>
      <p:sp>
        <p:nvSpPr>
          <p:cNvPr id="645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DCEA0A1-E25C-4D1C-BA9A-44CA1D84E50D}" type="slidenum">
              <a:rPr lang="zh-CN" altLang="en-US" sz="1400" smtClean="0">
                <a:solidFill>
                  <a:schemeClr val="bg2"/>
                </a:solidFill>
                <a:latin typeface="Arial" panose="020B0604020202020204" pitchFamily="34" charset="0"/>
              </a:rPr>
              <a:pPr>
                <a:spcBef>
                  <a:spcPct val="50000"/>
                </a:spcBef>
                <a:buClrTx/>
                <a:buSzTx/>
                <a:buFontTx/>
                <a:buNone/>
              </a:pPr>
              <a:t>34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38369EE-F368-3023-FB76-6F31BA5071A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5"/>
          <p:cNvSpPr>
            <a:spLocks noGrp="1" noChangeArrowheads="1"/>
          </p:cNvSpPr>
          <p:nvPr>
            <p:ph type="title"/>
          </p:nvPr>
        </p:nvSpPr>
        <p:spPr/>
        <p:txBody>
          <a:bodyPr/>
          <a:lstStyle/>
          <a:p>
            <a:endParaRPr lang="zh-CN" altLang="en-US">
              <a:ea typeface="SimSun" panose="02010600030101010101" pitchFamily="2" charset="-122"/>
            </a:endParaRPr>
          </a:p>
        </p:txBody>
      </p:sp>
      <p:pic>
        <p:nvPicPr>
          <p:cNvPr id="66564" name="Picture 4" descr="ace5070-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90600" y="457200"/>
            <a:ext cx="7772400" cy="5486400"/>
          </a:xfrm>
          <a:noFill/>
        </p:spPr>
      </p:pic>
      <p:sp>
        <p:nvSpPr>
          <p:cNvPr id="665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AD06F0B-68E0-430B-BA6A-D58C602FF0F7}" type="slidenum">
              <a:rPr lang="zh-CN" altLang="en-US" sz="1400" smtClean="0">
                <a:solidFill>
                  <a:schemeClr val="bg2"/>
                </a:solidFill>
                <a:latin typeface="Arial" panose="020B0604020202020204" pitchFamily="34" charset="0"/>
              </a:rPr>
              <a:pPr>
                <a:spcBef>
                  <a:spcPct val="50000"/>
                </a:spcBef>
                <a:buClrTx/>
                <a:buSzTx/>
                <a:buFontTx/>
                <a:buNone/>
              </a:pPr>
              <a:t>35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9F2C775-08D6-51B7-C9C5-F5AD852FB03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pPr algn="ctr"/>
            <a:r>
              <a:rPr lang="en-US" altLang="zh-CN">
                <a:ea typeface="SimSun" panose="02010600030101010101" pitchFamily="2" charset="-122"/>
              </a:rPr>
              <a:t>What are Neural Networks?</a:t>
            </a:r>
          </a:p>
        </p:txBody>
      </p:sp>
      <p:sp>
        <p:nvSpPr>
          <p:cNvPr id="68612" name="Rectangle 3"/>
          <p:cNvSpPr>
            <a:spLocks noGrp="1" noChangeArrowheads="1"/>
          </p:cNvSpPr>
          <p:nvPr>
            <p:ph type="body" idx="1"/>
          </p:nvPr>
        </p:nvSpPr>
        <p:spPr>
          <a:xfrm>
            <a:off x="990600" y="2133600"/>
            <a:ext cx="7315200" cy="3429000"/>
          </a:xfrm>
        </p:spPr>
        <p:txBody>
          <a:bodyPr/>
          <a:lstStyle/>
          <a:p>
            <a:r>
              <a:rPr lang="en-US" altLang="zh-CN">
                <a:ea typeface="SimSun" panose="02010600030101010101" pitchFamily="2" charset="-122"/>
              </a:rPr>
              <a:t>Composed of a number of interconnected neurons, resembling the human brain.</a:t>
            </a:r>
          </a:p>
          <a:p>
            <a:r>
              <a:rPr lang="en-US" altLang="zh-CN">
                <a:ea typeface="SimSun" panose="02010600030101010101" pitchFamily="2" charset="-122"/>
              </a:rPr>
              <a:t>Also known as connectionist models, parallel distributed processing (PDP) models, neural computers, and neuromorphic systems.</a:t>
            </a:r>
          </a:p>
        </p:txBody>
      </p:sp>
      <p:sp>
        <p:nvSpPr>
          <p:cNvPr id="6861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EB61CC2-EBBC-4C5B-959C-C4CE3BD6895D}" type="slidenum">
              <a:rPr lang="zh-CN" altLang="en-US" sz="1400" smtClean="0">
                <a:solidFill>
                  <a:schemeClr val="bg2"/>
                </a:solidFill>
                <a:latin typeface="Arial" panose="020B0604020202020204" pitchFamily="34" charset="0"/>
              </a:rPr>
              <a:pPr>
                <a:spcBef>
                  <a:spcPct val="50000"/>
                </a:spcBef>
                <a:buClrTx/>
                <a:buSzTx/>
                <a:buFontTx/>
                <a:buNone/>
              </a:pPr>
              <a:t>36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338EAF8-3E2E-37E6-E20A-DB24FB9049B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a:lstStyle/>
          <a:p>
            <a:r>
              <a:rPr lang="en-US" altLang="zh-CN">
                <a:ea typeface="SimSun" panose="02010600030101010101" pitchFamily="2" charset="-122"/>
              </a:rPr>
              <a:t>Components of Neural Networks</a:t>
            </a:r>
          </a:p>
        </p:txBody>
      </p:sp>
      <p:sp>
        <p:nvSpPr>
          <p:cNvPr id="70660" name="Rectangle 3"/>
          <p:cNvSpPr>
            <a:spLocks noGrp="1" noChangeArrowheads="1"/>
          </p:cNvSpPr>
          <p:nvPr>
            <p:ph type="body" idx="1"/>
          </p:nvPr>
        </p:nvSpPr>
        <p:spPr/>
        <p:txBody>
          <a:bodyPr/>
          <a:lstStyle/>
          <a:p>
            <a:r>
              <a:rPr lang="en-US" altLang="zh-CN">
                <a:ea typeface="SimSun" panose="02010600030101010101" pitchFamily="2" charset="-122"/>
              </a:rPr>
              <a:t>A number of artificial neurons (also known as nodes, processing units, or computational elements)</a:t>
            </a:r>
          </a:p>
          <a:p>
            <a:r>
              <a:rPr lang="en-US" altLang="zh-CN">
                <a:ea typeface="SimSun" panose="02010600030101010101" pitchFamily="2" charset="-122"/>
              </a:rPr>
              <a:t>Massive inter-neuron connections with different strengths (also known as synaptic weights).</a:t>
            </a:r>
          </a:p>
          <a:p>
            <a:r>
              <a:rPr lang="en-US" altLang="zh-CN">
                <a:ea typeface="SimSun" panose="02010600030101010101" pitchFamily="2" charset="-122"/>
              </a:rPr>
              <a:t>Input and output channels</a:t>
            </a:r>
          </a:p>
        </p:txBody>
      </p:sp>
      <p:sp>
        <p:nvSpPr>
          <p:cNvPr id="7066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8809C7D-3598-474F-B4BB-2CAEBAFD2578}" type="slidenum">
              <a:rPr lang="zh-CN" altLang="en-US" sz="1400" smtClean="0">
                <a:solidFill>
                  <a:schemeClr val="bg2"/>
                </a:solidFill>
                <a:latin typeface="Arial" panose="020B0604020202020204" pitchFamily="34" charset="0"/>
              </a:rPr>
              <a:pPr>
                <a:spcBef>
                  <a:spcPct val="50000"/>
                </a:spcBef>
                <a:buClrTx/>
                <a:buSzTx/>
                <a:buFontTx/>
                <a:buNone/>
              </a:pPr>
              <a:t>37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874B548-0233-492C-A780-5D8E38EA437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
        <p:nvSpPr>
          <p:cNvPr id="3" name="Footer Placeholder 4">
            <a:extLst>
              <a:ext uri="{FF2B5EF4-FFF2-40B4-BE49-F238E27FC236}">
                <a16:creationId xmlns:a16="http://schemas.microsoft.com/office/drawing/2014/main" id="{ECF27137-2293-CA89-C585-E24A5293A9FB}"/>
              </a:ext>
            </a:extLst>
          </p:cNvPr>
          <p:cNvSpPr txBox="1">
            <a:spLocks/>
          </p:cNvSpPr>
          <p:nvPr/>
        </p:nvSpPr>
        <p:spPr bwMode="auto">
          <a:xfrm>
            <a:off x="4537828" y="64550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en-US" altLang="zh-CN" sz="4200">
                <a:ea typeface="SimSun" panose="02010600030101010101" pitchFamily="2" charset="-122"/>
              </a:rPr>
              <a:t>Formalization of Neural Networks</a:t>
            </a:r>
            <a:endParaRPr lang="en-US" altLang="zh-CN">
              <a:ea typeface="SimSun" panose="02010600030101010101" pitchFamily="2" charset="-122"/>
            </a:endParaRPr>
          </a:p>
        </p:txBody>
      </p:sp>
      <p:sp>
        <p:nvSpPr>
          <p:cNvPr id="72708" name="Rectangle 3"/>
          <p:cNvSpPr>
            <a:spLocks noGrp="1" noChangeArrowheads="1"/>
          </p:cNvSpPr>
          <p:nvPr>
            <p:ph type="body" idx="1"/>
          </p:nvPr>
        </p:nvSpPr>
        <p:spPr>
          <a:xfrm>
            <a:off x="1752600" y="2438400"/>
            <a:ext cx="6553200" cy="3429000"/>
          </a:xfrm>
        </p:spPr>
        <p:txBody>
          <a:bodyPr/>
          <a:lstStyle/>
          <a:p>
            <a:pPr algn="ctr">
              <a:buFont typeface="Monotype Sorts" pitchFamily="2" charset="2"/>
              <a:buNone/>
            </a:pPr>
            <a:r>
              <a:rPr lang="en-US" altLang="zh-CN">
                <a:ea typeface="SimSun" panose="02010600030101010101" pitchFamily="2" charset="-122"/>
              </a:rPr>
              <a:t>ANN = (ARCH, RULE)</a:t>
            </a:r>
          </a:p>
          <a:p>
            <a:pPr>
              <a:buFont typeface="Monotype Sorts" pitchFamily="2" charset="2"/>
              <a:buNone/>
            </a:pPr>
            <a:r>
              <a:rPr lang="en-US" altLang="zh-CN">
                <a:ea typeface="SimSun" panose="02010600030101010101" pitchFamily="2" charset="-122"/>
              </a:rPr>
              <a:t>ARCH: architecture, refers to the combination of components </a:t>
            </a:r>
          </a:p>
          <a:p>
            <a:pPr>
              <a:buFont typeface="Monotype Sorts" pitchFamily="2" charset="2"/>
              <a:buNone/>
            </a:pPr>
            <a:r>
              <a:rPr lang="en-US" altLang="zh-CN">
                <a:ea typeface="SimSun" panose="02010600030101010101" pitchFamily="2" charset="-122"/>
              </a:rPr>
              <a:t>RULE: rules, refers to the set of rules that relate the components</a:t>
            </a:r>
          </a:p>
        </p:txBody>
      </p:sp>
      <p:sp>
        <p:nvSpPr>
          <p:cNvPr id="727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ED4AF98-35D8-43B6-87B5-7EF2315CEB47}" type="slidenum">
              <a:rPr lang="zh-CN" altLang="en-US" sz="1400" smtClean="0">
                <a:solidFill>
                  <a:schemeClr val="bg2"/>
                </a:solidFill>
                <a:latin typeface="Arial" panose="020B0604020202020204" pitchFamily="34" charset="0"/>
              </a:rPr>
              <a:pPr>
                <a:spcBef>
                  <a:spcPct val="50000"/>
                </a:spcBef>
                <a:buClrTx/>
                <a:buSzTx/>
                <a:buFontTx/>
                <a:buNone/>
              </a:pPr>
              <a:t>38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311365D-AF97-3AA9-E305-02035FA34EF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r>
              <a:rPr lang="en-US" altLang="zh-CN">
                <a:ea typeface="SimSun" panose="02010600030101010101" pitchFamily="2" charset="-122"/>
              </a:rPr>
              <a:t>Architecture of Neural Networks</a:t>
            </a:r>
          </a:p>
        </p:txBody>
      </p:sp>
      <p:sp>
        <p:nvSpPr>
          <p:cNvPr id="74756" name="Rectangle 3"/>
          <p:cNvSpPr>
            <a:spLocks noGrp="1" noChangeArrowheads="1"/>
          </p:cNvSpPr>
          <p:nvPr>
            <p:ph type="body" idx="1"/>
          </p:nvPr>
        </p:nvSpPr>
        <p:spPr/>
        <p:txBody>
          <a:bodyPr/>
          <a:lstStyle/>
          <a:p>
            <a:pPr algn="ctr">
              <a:buFont typeface="Monotype Sorts" pitchFamily="2" charset="2"/>
              <a:buNone/>
            </a:pPr>
            <a:r>
              <a:rPr lang="en-US" altLang="zh-CN">
                <a:ea typeface="SimSun" panose="02010600030101010101" pitchFamily="2" charset="-122"/>
              </a:rPr>
              <a:t>ARCH = (</a:t>
            </a:r>
            <a:r>
              <a:rPr lang="en-US" altLang="zh-CN" i="1">
                <a:ea typeface="SimSun" panose="02010600030101010101" pitchFamily="2" charset="-122"/>
              </a:rPr>
              <a:t>u, v, w, x, y</a:t>
            </a:r>
            <a:r>
              <a:rPr lang="en-US" altLang="zh-CN">
                <a:ea typeface="SimSun" panose="02010600030101010101" pitchFamily="2" charset="-122"/>
              </a:rPr>
              <a:t>) </a:t>
            </a:r>
          </a:p>
          <a:p>
            <a:pPr>
              <a:buFont typeface="Monotype Sorts" pitchFamily="2" charset="2"/>
              <a:buNone/>
            </a:pPr>
            <a:r>
              <a:rPr lang="en-US" altLang="zh-CN">
                <a:ea typeface="SimSun" panose="02010600030101010101" pitchFamily="2" charset="-122"/>
              </a:rPr>
              <a:t>Simple and alike neurons represented by </a:t>
            </a:r>
            <a:r>
              <a:rPr lang="en-US" altLang="zh-CN" i="1">
                <a:ea typeface="SimSun" panose="02010600030101010101" pitchFamily="2" charset="-122"/>
              </a:rPr>
              <a:t>u</a:t>
            </a:r>
            <a:r>
              <a:rPr lang="en-US" altLang="zh-CN">
                <a:ea typeface="SimSun" panose="02010600030101010101" pitchFamily="2" charset="-122"/>
              </a:rPr>
              <a:t> and </a:t>
            </a:r>
            <a:r>
              <a:rPr lang="en-US" altLang="zh-CN" i="1">
                <a:ea typeface="SimSun" panose="02010600030101010101" pitchFamily="2" charset="-122"/>
              </a:rPr>
              <a:t>v </a:t>
            </a:r>
            <a:r>
              <a:rPr lang="en-US" altLang="zh-CN">
                <a:ea typeface="SimSun" panose="02010600030101010101" pitchFamily="2" charset="-122"/>
              </a:rPr>
              <a:t>in</a:t>
            </a:r>
            <a:r>
              <a:rPr lang="en-US" altLang="zh-CN" i="1">
                <a:ea typeface="SimSun" panose="02010600030101010101" pitchFamily="2" charset="-122"/>
              </a:rPr>
              <a:t> N-</a:t>
            </a:r>
            <a:r>
              <a:rPr lang="en-US" altLang="zh-CN">
                <a:ea typeface="SimSun" panose="02010600030101010101" pitchFamily="2" charset="-122"/>
              </a:rPr>
              <a:t>dimensional space</a:t>
            </a:r>
          </a:p>
          <a:p>
            <a:pPr>
              <a:buFont typeface="Monotype Sorts" pitchFamily="2" charset="2"/>
              <a:buNone/>
            </a:pPr>
            <a:r>
              <a:rPr lang="en-US" altLang="zh-CN">
                <a:ea typeface="SimSun" panose="02010600030101010101" pitchFamily="2" charset="-122"/>
              </a:rPr>
              <a:t>Inter-neuron connection weights represented by </a:t>
            </a:r>
            <a:r>
              <a:rPr lang="en-US" altLang="zh-CN" i="1">
                <a:ea typeface="SimSun" panose="02010600030101010101" pitchFamily="2" charset="-122"/>
              </a:rPr>
              <a:t>w </a:t>
            </a:r>
            <a:r>
              <a:rPr lang="en-US" altLang="zh-CN">
                <a:ea typeface="SimSun" panose="02010600030101010101" pitchFamily="2" charset="-122"/>
              </a:rPr>
              <a:t>in</a:t>
            </a:r>
            <a:r>
              <a:rPr lang="en-US" altLang="zh-CN" i="1">
                <a:ea typeface="SimSun" panose="02010600030101010101" pitchFamily="2" charset="-122"/>
              </a:rPr>
              <a:t> M-</a:t>
            </a:r>
            <a:r>
              <a:rPr lang="en-US" altLang="zh-CN">
                <a:ea typeface="SimSun" panose="02010600030101010101" pitchFamily="2" charset="-122"/>
              </a:rPr>
              <a:t>dimensional space</a:t>
            </a:r>
          </a:p>
          <a:p>
            <a:pPr>
              <a:buFont typeface="Monotype Sorts" pitchFamily="2" charset="2"/>
              <a:buNone/>
            </a:pPr>
            <a:r>
              <a:rPr lang="en-US" altLang="zh-CN">
                <a:ea typeface="SimSun" panose="02010600030101010101" pitchFamily="2" charset="-122"/>
              </a:rPr>
              <a:t>External input and outputs represented respectively by </a:t>
            </a:r>
            <a:r>
              <a:rPr lang="en-US" altLang="zh-CN" i="1">
                <a:ea typeface="SimSun" panose="02010600030101010101" pitchFamily="2" charset="-122"/>
              </a:rPr>
              <a:t>x</a:t>
            </a:r>
            <a:r>
              <a:rPr lang="en-US" altLang="zh-CN">
                <a:ea typeface="SimSun" panose="02010600030101010101" pitchFamily="2" charset="-122"/>
              </a:rPr>
              <a:t> and </a:t>
            </a:r>
            <a:r>
              <a:rPr lang="en-US" altLang="zh-CN" i="1">
                <a:ea typeface="SimSun" panose="02010600030101010101" pitchFamily="2" charset="-122"/>
              </a:rPr>
              <a:t>y</a:t>
            </a:r>
            <a:r>
              <a:rPr lang="en-US" altLang="zh-CN">
                <a:ea typeface="SimSun" panose="02010600030101010101" pitchFamily="2" charset="-122"/>
              </a:rPr>
              <a:t> in </a:t>
            </a:r>
            <a:r>
              <a:rPr lang="en-US" altLang="zh-CN" i="1">
                <a:ea typeface="SimSun" panose="02010600030101010101" pitchFamily="2" charset="-122"/>
              </a:rPr>
              <a:t>n</a:t>
            </a:r>
            <a:r>
              <a:rPr lang="en-US" altLang="zh-CN">
                <a:ea typeface="SimSun" panose="02010600030101010101" pitchFamily="2" charset="-122"/>
              </a:rPr>
              <a:t> and </a:t>
            </a:r>
            <a:r>
              <a:rPr lang="en-US" altLang="zh-CN" i="1">
                <a:ea typeface="SimSun" panose="02010600030101010101" pitchFamily="2" charset="-122"/>
              </a:rPr>
              <a:t>m</a:t>
            </a:r>
            <a:r>
              <a:rPr lang="en-US" altLang="zh-CN">
                <a:ea typeface="SimSun" panose="02010600030101010101" pitchFamily="2" charset="-122"/>
              </a:rPr>
              <a:t>-dimensional space </a:t>
            </a:r>
          </a:p>
        </p:txBody>
      </p:sp>
      <p:sp>
        <p:nvSpPr>
          <p:cNvPr id="747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3083217-DEC3-4535-9829-6F0611CF68B4}" type="slidenum">
              <a:rPr lang="zh-CN" altLang="en-US" sz="1400" smtClean="0">
                <a:solidFill>
                  <a:schemeClr val="bg2"/>
                </a:solidFill>
                <a:latin typeface="Arial" panose="020B0604020202020204" pitchFamily="34" charset="0"/>
              </a:rPr>
              <a:pPr>
                <a:spcBef>
                  <a:spcPct val="50000"/>
                </a:spcBef>
                <a:buClrTx/>
                <a:buSzTx/>
                <a:buFontTx/>
                <a:buNone/>
              </a:pPr>
              <a:t>39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4331467-CB2D-4463-544E-9F9361375EC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algn="ctr"/>
            <a:r>
              <a:rPr lang="en-US" altLang="zh-CN">
                <a:ea typeface="SimSun" panose="02010600030101010101" pitchFamily="2" charset="-122"/>
              </a:rPr>
              <a:t>Model of Neurons</a:t>
            </a:r>
          </a:p>
        </p:txBody>
      </p:sp>
      <p:sp>
        <p:nvSpPr>
          <p:cNvPr id="76804" name="Rectangle 3"/>
          <p:cNvSpPr>
            <a:spLocks noGrp="1" noChangeArrowheads="1"/>
          </p:cNvSpPr>
          <p:nvPr>
            <p:ph type="body" idx="1"/>
          </p:nvPr>
        </p:nvSpPr>
        <p:spPr>
          <a:xfrm>
            <a:off x="990600" y="1573098"/>
            <a:ext cx="7924800" cy="4343400"/>
          </a:xfrm>
        </p:spPr>
        <p:txBody>
          <a:bodyPr/>
          <a:lstStyle/>
          <a:p>
            <a:r>
              <a:rPr lang="en-US" altLang="zh-CN" sz="3100" dirty="0">
                <a:ea typeface="SimSun" panose="02010600030101010101" pitchFamily="2" charset="-122"/>
              </a:rPr>
              <a:t>Biological neurons: 10</a:t>
            </a:r>
            <a:r>
              <a:rPr lang="en-US" altLang="zh-CN" sz="3100" baseline="30000" dirty="0">
                <a:ea typeface="SimSun" panose="02010600030101010101" pitchFamily="2" charset="-122"/>
              </a:rPr>
              <a:t>10</a:t>
            </a:r>
            <a:r>
              <a:rPr lang="en-US" altLang="zh-CN" sz="3100" dirty="0">
                <a:ea typeface="SimSun" panose="02010600030101010101" pitchFamily="2" charset="-122"/>
              </a:rPr>
              <a:t>-10</a:t>
            </a:r>
            <a:r>
              <a:rPr lang="en-US" altLang="zh-CN" sz="3100" baseline="30000" dirty="0">
                <a:ea typeface="SimSun" panose="02010600030101010101" pitchFamily="2" charset="-122"/>
              </a:rPr>
              <a:t>11</a:t>
            </a:r>
          </a:p>
          <a:p>
            <a:r>
              <a:rPr lang="en-US" altLang="zh-CN" sz="3100" dirty="0">
                <a:ea typeface="SimSun" panose="02010600030101010101" pitchFamily="2" charset="-122"/>
              </a:rPr>
              <a:t>Highly simplified</a:t>
            </a:r>
          </a:p>
          <a:p>
            <a:r>
              <a:rPr lang="en-US" altLang="zh-CN" sz="3100" dirty="0">
                <a:ea typeface="SimSun" panose="02010600030101010101" pitchFamily="2" charset="-122"/>
              </a:rPr>
              <a:t>Fire activities are quantified by using state variables (also called activation states)</a:t>
            </a:r>
          </a:p>
          <a:p>
            <a:r>
              <a:rPr lang="en-US" altLang="zh-CN" sz="3100" dirty="0">
                <a:ea typeface="SimSun" panose="02010600030101010101" pitchFamily="2" charset="-122"/>
              </a:rPr>
              <a:t>Net input to a neuron is usually a weighted sum of state variables from other neurons, input and/or output variables</a:t>
            </a:r>
          </a:p>
          <a:p>
            <a:r>
              <a:rPr lang="en-US" altLang="zh-CN" sz="3100" dirty="0">
                <a:ea typeface="SimSun" panose="02010600030101010101" pitchFamily="2" charset="-122"/>
              </a:rPr>
              <a:t>Net input to a neuron usually goes thru a nonlinear transformation called activation</a:t>
            </a:r>
            <a:r>
              <a:rPr lang="en-US" altLang="zh-CN" dirty="0">
                <a:ea typeface="SimSun" panose="02010600030101010101" pitchFamily="2" charset="-122"/>
              </a:rPr>
              <a:t> </a:t>
            </a:r>
          </a:p>
          <a:p>
            <a:endParaRPr lang="en-US" altLang="zh-CN" dirty="0">
              <a:ea typeface="SimSun" panose="02010600030101010101" pitchFamily="2" charset="-122"/>
            </a:endParaRPr>
          </a:p>
        </p:txBody>
      </p:sp>
      <p:sp>
        <p:nvSpPr>
          <p:cNvPr id="768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09B0B7F-3AB0-43CC-A74A-0A1ABF77FC83}" type="slidenum">
              <a:rPr lang="zh-CN" altLang="en-US" sz="1400" smtClean="0">
                <a:solidFill>
                  <a:schemeClr val="bg2"/>
                </a:solidFill>
                <a:latin typeface="Arial" panose="020B0604020202020204" pitchFamily="34" charset="0"/>
              </a:rPr>
              <a:pPr>
                <a:spcBef>
                  <a:spcPct val="50000"/>
                </a:spcBef>
                <a:buClrTx/>
                <a:buSzTx/>
                <a:buFontTx/>
                <a:buNone/>
              </a:pPr>
              <a:t>40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DF04E66-A442-EF23-5E8A-6B0543B5B01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algn="ctr"/>
            <a:r>
              <a:rPr lang="en-US" altLang="zh-CN">
                <a:ea typeface="SimSun" panose="02010600030101010101" pitchFamily="2" charset="-122"/>
              </a:rPr>
              <a:t>Connections between Neurons</a:t>
            </a:r>
          </a:p>
        </p:txBody>
      </p:sp>
      <p:sp>
        <p:nvSpPr>
          <p:cNvPr id="78852" name="Rectangle 3"/>
          <p:cNvSpPr>
            <a:spLocks noGrp="1" noChangeArrowheads="1"/>
          </p:cNvSpPr>
          <p:nvPr>
            <p:ph type="body" idx="1"/>
          </p:nvPr>
        </p:nvSpPr>
        <p:spPr/>
        <p:txBody>
          <a:bodyPr/>
          <a:lstStyle/>
          <a:p>
            <a:r>
              <a:rPr lang="en-US" altLang="zh-CN" sz="3600">
                <a:ea typeface="SimSun" panose="02010600030101010101" pitchFamily="2" charset="-122"/>
              </a:rPr>
              <a:t>Adaptive: Synaptic connections with adjustable weights</a:t>
            </a:r>
          </a:p>
          <a:p>
            <a:r>
              <a:rPr lang="en-US" altLang="zh-CN" sz="3600">
                <a:ea typeface="SimSun" panose="02010600030101010101" pitchFamily="2" charset="-122"/>
              </a:rPr>
              <a:t>Excitatory (positive weight) vs. inhibitory (negative weight)      </a:t>
            </a:r>
          </a:p>
          <a:p>
            <a:r>
              <a:rPr lang="en-US" altLang="zh-CN" sz="3600">
                <a:ea typeface="SimSun" panose="02010600030101010101" pitchFamily="2" charset="-122"/>
              </a:rPr>
              <a:t>Distributed knowledge representation, different from digital computers</a:t>
            </a:r>
            <a:endParaRPr lang="en-US" altLang="zh-CN">
              <a:ea typeface="SimSun" panose="02010600030101010101" pitchFamily="2" charset="-122"/>
            </a:endParaRPr>
          </a:p>
        </p:txBody>
      </p:sp>
      <p:sp>
        <p:nvSpPr>
          <p:cNvPr id="788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D492095-23A2-43F2-9815-3C712784CAB6}" type="slidenum">
              <a:rPr lang="zh-CN" altLang="en-US" sz="1400" smtClean="0">
                <a:solidFill>
                  <a:schemeClr val="bg2"/>
                </a:solidFill>
                <a:latin typeface="Arial" panose="020B0604020202020204" pitchFamily="34" charset="0"/>
              </a:rPr>
              <a:pPr>
                <a:spcBef>
                  <a:spcPct val="50000"/>
                </a:spcBef>
                <a:buClrTx/>
                <a:buSzTx/>
                <a:buFontTx/>
                <a:buNone/>
              </a:pPr>
              <a:t>41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1910150-D7C1-9537-579B-0293592F663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pPr algn="ctr"/>
            <a:r>
              <a:rPr lang="en-US" altLang="zh-CN">
                <a:ea typeface="SimSun" panose="02010600030101010101" pitchFamily="2" charset="-122"/>
              </a:rPr>
              <a:t>Rules of Neural Networks</a:t>
            </a:r>
          </a:p>
        </p:txBody>
      </p:sp>
      <p:sp>
        <p:nvSpPr>
          <p:cNvPr id="80900" name="Rectangle 3"/>
          <p:cNvSpPr>
            <a:spLocks noGrp="1" noChangeArrowheads="1"/>
          </p:cNvSpPr>
          <p:nvPr>
            <p:ph type="body" idx="1"/>
          </p:nvPr>
        </p:nvSpPr>
        <p:spPr>
          <a:xfrm>
            <a:off x="990600" y="1828800"/>
            <a:ext cx="7848600" cy="4267200"/>
          </a:xfrm>
        </p:spPr>
        <p:txBody>
          <a:bodyPr/>
          <a:lstStyle/>
          <a:p>
            <a:pPr algn="ctr">
              <a:lnSpc>
                <a:spcPct val="90000"/>
              </a:lnSpc>
              <a:buFont typeface="Monotype Sorts" pitchFamily="2" charset="2"/>
              <a:buNone/>
            </a:pPr>
            <a:r>
              <a:rPr lang="en-US" altLang="zh-CN" sz="3000" dirty="0">
                <a:ea typeface="SimSun" panose="02010600030101010101" pitchFamily="2" charset="-122"/>
              </a:rPr>
              <a:t>RULE = (</a:t>
            </a:r>
            <a:r>
              <a:rPr lang="en-US" altLang="zh-CN" sz="3000" i="1" dirty="0">
                <a:ea typeface="SimSun" panose="02010600030101010101" pitchFamily="2" charset="-122"/>
              </a:rPr>
              <a:t>E, F, G, H, L</a:t>
            </a:r>
            <a:r>
              <a:rPr lang="en-US" altLang="zh-CN" sz="3000" dirty="0">
                <a:ea typeface="SimSun" panose="02010600030101010101" pitchFamily="2" charset="-122"/>
              </a:rPr>
              <a:t>)</a:t>
            </a:r>
            <a:endParaRPr lang="en-US" altLang="zh-CN" dirty="0">
              <a:ea typeface="SimSun" panose="02010600030101010101" pitchFamily="2" charset="-122"/>
            </a:endParaRPr>
          </a:p>
          <a:p>
            <a:pPr>
              <a:lnSpc>
                <a:spcPct val="85000"/>
              </a:lnSpc>
              <a:buFont typeface="Monotype Sorts" pitchFamily="2" charset="2"/>
              <a:buNone/>
            </a:pPr>
            <a:r>
              <a:rPr lang="en-US" altLang="zh-CN" sz="2800" i="1" dirty="0">
                <a:ea typeface="SimSun" panose="02010600030101010101" pitchFamily="2" charset="-122"/>
              </a:rPr>
              <a:t>E</a:t>
            </a:r>
            <a:r>
              <a:rPr lang="en-US" altLang="zh-CN" sz="2800" dirty="0">
                <a:ea typeface="SimSun" panose="02010600030101010101" pitchFamily="2" charset="-122"/>
              </a:rPr>
              <a:t>: Evaluation rule mapped from </a:t>
            </a:r>
            <a:r>
              <a:rPr lang="en-US" altLang="zh-CN" sz="2800" i="1" dirty="0">
                <a:ea typeface="SimSun" panose="02010600030101010101" pitchFamily="2" charset="-122"/>
              </a:rPr>
              <a:t>v</a:t>
            </a:r>
            <a:r>
              <a:rPr lang="en-US" altLang="zh-CN" sz="2800" dirty="0">
                <a:ea typeface="SimSun" panose="02010600030101010101" pitchFamily="2" charset="-122"/>
              </a:rPr>
              <a:t> and/or </a:t>
            </a:r>
            <a:r>
              <a:rPr lang="en-US" altLang="zh-CN" sz="2800" i="1" dirty="0">
                <a:ea typeface="SimSun" panose="02010600030101010101" pitchFamily="2" charset="-122"/>
              </a:rPr>
              <a:t>y</a:t>
            </a:r>
            <a:r>
              <a:rPr lang="en-US" altLang="zh-CN" sz="2800" dirty="0">
                <a:ea typeface="SimSun" panose="02010600030101010101" pitchFamily="2" charset="-122"/>
              </a:rPr>
              <a:t> to a real line; e.g., error function or energy function </a:t>
            </a:r>
          </a:p>
          <a:p>
            <a:pPr>
              <a:lnSpc>
                <a:spcPct val="85000"/>
              </a:lnSpc>
              <a:buFont typeface="Monotype Sorts" pitchFamily="2" charset="2"/>
              <a:buNone/>
            </a:pPr>
            <a:r>
              <a:rPr lang="en-US" altLang="zh-CN" sz="2800" i="1" dirty="0">
                <a:ea typeface="SimSun" panose="02010600030101010101" pitchFamily="2" charset="-122"/>
              </a:rPr>
              <a:t>F</a:t>
            </a:r>
            <a:r>
              <a:rPr lang="en-US" altLang="zh-CN" sz="2800" dirty="0">
                <a:ea typeface="SimSun" panose="02010600030101010101" pitchFamily="2" charset="-122"/>
              </a:rPr>
              <a:t>: Activation rule mapped from </a:t>
            </a:r>
            <a:r>
              <a:rPr lang="en-US" altLang="zh-CN" sz="2800" i="1" dirty="0">
                <a:ea typeface="SimSun" panose="02010600030101010101" pitchFamily="2" charset="-122"/>
              </a:rPr>
              <a:t>u</a:t>
            </a:r>
            <a:r>
              <a:rPr lang="en-US" altLang="zh-CN" sz="2800" dirty="0">
                <a:ea typeface="SimSun" panose="02010600030101010101" pitchFamily="2" charset="-122"/>
              </a:rPr>
              <a:t> to </a:t>
            </a:r>
            <a:r>
              <a:rPr lang="en-US" altLang="zh-CN" sz="2800" i="1" dirty="0">
                <a:ea typeface="SimSun" panose="02010600030101010101" pitchFamily="2" charset="-122"/>
              </a:rPr>
              <a:t>v</a:t>
            </a:r>
            <a:r>
              <a:rPr lang="en-US" altLang="zh-CN" sz="2800" dirty="0">
                <a:ea typeface="SimSun" panose="02010600030101010101" pitchFamily="2" charset="-122"/>
              </a:rPr>
              <a:t>; e.g.,</a:t>
            </a:r>
            <a:r>
              <a:rPr lang="en-US" altLang="zh-CN" sz="2800" i="1" dirty="0">
                <a:ea typeface="SimSun" panose="02010600030101010101" pitchFamily="2" charset="-122"/>
              </a:rPr>
              <a:t> </a:t>
            </a:r>
            <a:r>
              <a:rPr lang="en-US" altLang="zh-CN" sz="2800" dirty="0">
                <a:ea typeface="SimSun" panose="02010600030101010101" pitchFamily="2" charset="-122"/>
              </a:rPr>
              <a:t>activation function</a:t>
            </a:r>
            <a:endParaRPr lang="en-US" altLang="zh-CN" sz="2800" i="1" dirty="0">
              <a:ea typeface="SimSun" panose="02010600030101010101" pitchFamily="2" charset="-122"/>
            </a:endParaRPr>
          </a:p>
          <a:p>
            <a:pPr>
              <a:lnSpc>
                <a:spcPct val="85000"/>
              </a:lnSpc>
              <a:buFont typeface="Monotype Sorts" pitchFamily="2" charset="2"/>
              <a:buNone/>
            </a:pPr>
            <a:r>
              <a:rPr lang="en-US" altLang="zh-CN" sz="2800" i="1" dirty="0" err="1">
                <a:ea typeface="SimSun" panose="02010600030101010101" pitchFamily="2" charset="-122"/>
              </a:rPr>
              <a:t>G</a:t>
            </a:r>
            <a:r>
              <a:rPr lang="en-US" altLang="zh-CN" sz="2800" dirty="0" err="1">
                <a:ea typeface="SimSun" panose="02010600030101010101" pitchFamily="2" charset="-122"/>
              </a:rPr>
              <a:t>:Aggregation</a:t>
            </a:r>
            <a:r>
              <a:rPr lang="en-US" altLang="zh-CN" sz="2800" dirty="0">
                <a:ea typeface="SimSun" panose="02010600030101010101" pitchFamily="2" charset="-122"/>
              </a:rPr>
              <a:t> rule mapped from </a:t>
            </a:r>
            <a:r>
              <a:rPr lang="en-US" altLang="zh-CN" sz="2800" i="1" dirty="0">
                <a:ea typeface="SimSun" panose="02010600030101010101" pitchFamily="2" charset="-122"/>
              </a:rPr>
              <a:t>v, w</a:t>
            </a:r>
            <a:r>
              <a:rPr lang="en-US" altLang="zh-CN" sz="2800" dirty="0">
                <a:ea typeface="SimSun" panose="02010600030101010101" pitchFamily="2" charset="-122"/>
              </a:rPr>
              <a:t>, and/or </a:t>
            </a:r>
            <a:r>
              <a:rPr lang="en-US" altLang="zh-CN" sz="2800" i="1" dirty="0">
                <a:ea typeface="SimSun" panose="02010600030101010101" pitchFamily="2" charset="-122"/>
              </a:rPr>
              <a:t>x</a:t>
            </a:r>
            <a:r>
              <a:rPr lang="en-US" altLang="zh-CN" sz="2800" dirty="0">
                <a:ea typeface="SimSun" panose="02010600030101010101" pitchFamily="2" charset="-122"/>
              </a:rPr>
              <a:t> to </a:t>
            </a:r>
            <a:r>
              <a:rPr lang="en-US" altLang="zh-CN" sz="2800" i="1" dirty="0">
                <a:ea typeface="SimSun" panose="02010600030101010101" pitchFamily="2" charset="-122"/>
              </a:rPr>
              <a:t>u</a:t>
            </a:r>
            <a:r>
              <a:rPr lang="en-US" altLang="zh-CN" sz="2800" dirty="0">
                <a:ea typeface="SimSun" panose="02010600030101010101" pitchFamily="2" charset="-122"/>
              </a:rPr>
              <a:t>; e.g.,</a:t>
            </a:r>
            <a:r>
              <a:rPr lang="en-US" altLang="zh-CN" sz="2800" i="1" dirty="0">
                <a:ea typeface="SimSun" panose="02010600030101010101" pitchFamily="2" charset="-122"/>
              </a:rPr>
              <a:t> </a:t>
            </a:r>
            <a:r>
              <a:rPr lang="en-US" altLang="zh-CN" sz="2800" dirty="0">
                <a:ea typeface="SimSun" panose="02010600030101010101" pitchFamily="2" charset="-122"/>
              </a:rPr>
              <a:t>weighted sum</a:t>
            </a:r>
          </a:p>
          <a:p>
            <a:pPr>
              <a:lnSpc>
                <a:spcPct val="85000"/>
              </a:lnSpc>
              <a:buFont typeface="Monotype Sorts" pitchFamily="2" charset="2"/>
              <a:buNone/>
            </a:pPr>
            <a:r>
              <a:rPr lang="en-US" altLang="zh-CN" sz="2800" i="1" dirty="0">
                <a:ea typeface="SimSun" panose="02010600030101010101" pitchFamily="2" charset="-122"/>
              </a:rPr>
              <a:t>H</a:t>
            </a:r>
            <a:r>
              <a:rPr lang="en-US" altLang="zh-CN" sz="2800" dirty="0">
                <a:ea typeface="SimSun" panose="02010600030101010101" pitchFamily="2" charset="-122"/>
              </a:rPr>
              <a:t>: output rule mapped from </a:t>
            </a:r>
            <a:r>
              <a:rPr lang="en-US" altLang="zh-CN" sz="2800" i="1" dirty="0">
                <a:ea typeface="SimSun" panose="02010600030101010101" pitchFamily="2" charset="-122"/>
              </a:rPr>
              <a:t>v</a:t>
            </a:r>
            <a:r>
              <a:rPr lang="en-US" altLang="zh-CN" sz="2800" dirty="0">
                <a:ea typeface="SimSun" panose="02010600030101010101" pitchFamily="2" charset="-122"/>
              </a:rPr>
              <a:t> to </a:t>
            </a:r>
            <a:r>
              <a:rPr lang="en-US" altLang="zh-CN" sz="2800" i="1" dirty="0">
                <a:ea typeface="SimSun" panose="02010600030101010101" pitchFamily="2" charset="-122"/>
              </a:rPr>
              <a:t>y, y</a:t>
            </a:r>
            <a:r>
              <a:rPr lang="en-US" altLang="zh-CN" sz="2800" dirty="0">
                <a:ea typeface="SimSun" panose="02010600030101010101" pitchFamily="2" charset="-122"/>
              </a:rPr>
              <a:t> usually is a subset of </a:t>
            </a:r>
            <a:r>
              <a:rPr lang="en-US" altLang="zh-CN" sz="2800" i="1" dirty="0">
                <a:ea typeface="SimSun" panose="02010600030101010101" pitchFamily="2" charset="-122"/>
              </a:rPr>
              <a:t>v</a:t>
            </a:r>
            <a:r>
              <a:rPr lang="en-US" altLang="zh-CN" sz="2800" dirty="0">
                <a:ea typeface="SimSun" panose="02010600030101010101" pitchFamily="2" charset="-122"/>
              </a:rPr>
              <a:t> </a:t>
            </a:r>
          </a:p>
          <a:p>
            <a:pPr>
              <a:lnSpc>
                <a:spcPct val="85000"/>
              </a:lnSpc>
              <a:buFont typeface="Monotype Sorts" pitchFamily="2" charset="2"/>
              <a:buNone/>
            </a:pPr>
            <a:r>
              <a:rPr lang="en-US" altLang="zh-CN" sz="2800" i="1" dirty="0">
                <a:ea typeface="SimSun" panose="02010600030101010101" pitchFamily="2" charset="-122"/>
              </a:rPr>
              <a:t>L</a:t>
            </a:r>
            <a:r>
              <a:rPr lang="en-US" altLang="zh-CN" sz="2800" dirty="0">
                <a:ea typeface="SimSun" panose="02010600030101010101" pitchFamily="2" charset="-122"/>
              </a:rPr>
              <a:t>: Learning rule mapped from </a:t>
            </a:r>
            <a:r>
              <a:rPr lang="en-US" altLang="zh-CN" sz="2800" i="1" dirty="0">
                <a:ea typeface="SimSun" panose="02010600030101010101" pitchFamily="2" charset="-122"/>
              </a:rPr>
              <a:t>v, w</a:t>
            </a:r>
            <a:r>
              <a:rPr lang="en-US" altLang="zh-CN" sz="2800" dirty="0">
                <a:ea typeface="SimSun" panose="02010600030101010101" pitchFamily="2" charset="-122"/>
              </a:rPr>
              <a:t>, and </a:t>
            </a:r>
            <a:r>
              <a:rPr lang="en-US" altLang="zh-CN" sz="2800" i="1" dirty="0">
                <a:ea typeface="SimSun" panose="02010600030101010101" pitchFamily="2" charset="-122"/>
              </a:rPr>
              <a:t>x</a:t>
            </a:r>
            <a:r>
              <a:rPr lang="en-US" altLang="zh-CN" sz="2800" dirty="0">
                <a:ea typeface="SimSun" panose="02010600030101010101" pitchFamily="2" charset="-122"/>
              </a:rPr>
              <a:t> to </a:t>
            </a:r>
            <a:r>
              <a:rPr lang="en-US" altLang="zh-CN" sz="2800" i="1" dirty="0">
                <a:ea typeface="SimSun" panose="02010600030101010101" pitchFamily="2" charset="-122"/>
              </a:rPr>
              <a:t>w</a:t>
            </a:r>
            <a:r>
              <a:rPr lang="en-US" altLang="zh-CN" sz="2800" dirty="0">
                <a:ea typeface="SimSun" panose="02010600030101010101" pitchFamily="2" charset="-122"/>
              </a:rPr>
              <a:t>, usually iterative</a:t>
            </a:r>
            <a:r>
              <a:rPr lang="en-US" altLang="zh-CN" sz="3000" dirty="0">
                <a:ea typeface="SimSun" panose="02010600030101010101" pitchFamily="2" charset="-122"/>
              </a:rPr>
              <a:t> </a:t>
            </a:r>
            <a:endParaRPr lang="en-US" altLang="zh-CN" dirty="0">
              <a:ea typeface="SimSun" panose="02010600030101010101" pitchFamily="2" charset="-122"/>
            </a:endParaRPr>
          </a:p>
        </p:txBody>
      </p:sp>
      <p:sp>
        <p:nvSpPr>
          <p:cNvPr id="809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FFA634F-44C1-4B49-A1F5-073BDF738BEF}" type="slidenum">
              <a:rPr lang="zh-CN" altLang="en-US" sz="1400" smtClean="0">
                <a:solidFill>
                  <a:schemeClr val="bg2"/>
                </a:solidFill>
                <a:latin typeface="Arial" panose="020B0604020202020204" pitchFamily="34" charset="0"/>
              </a:rPr>
              <a:pPr>
                <a:spcBef>
                  <a:spcPct val="50000"/>
                </a:spcBef>
                <a:buClrTx/>
                <a:buSzTx/>
                <a:buFontTx/>
                <a:buNone/>
              </a:pPr>
              <a:t>42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9C3DBB3-471D-C950-2CAD-A6B8950174D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pPr algn="ctr"/>
            <a:r>
              <a:rPr lang="en-US" altLang="zh-CN">
                <a:ea typeface="SimSun" panose="02010600030101010101" pitchFamily="2" charset="-122"/>
              </a:rPr>
              <a:t>Learning in Neural Networks</a:t>
            </a:r>
          </a:p>
        </p:txBody>
      </p:sp>
      <p:sp>
        <p:nvSpPr>
          <p:cNvPr id="82948" name="Rectangle 3"/>
          <p:cNvSpPr>
            <a:spLocks noGrp="1" noChangeArrowheads="1"/>
          </p:cNvSpPr>
          <p:nvPr>
            <p:ph type="body" idx="1"/>
          </p:nvPr>
        </p:nvSpPr>
        <p:spPr/>
        <p:txBody>
          <a:bodyPr/>
          <a:lstStyle/>
          <a:p>
            <a:r>
              <a:rPr lang="en-US" altLang="zh-CN">
                <a:ea typeface="SimSun" panose="02010600030101010101" pitchFamily="2" charset="-122"/>
              </a:rPr>
              <a:t>Goal: To improve performance </a:t>
            </a:r>
          </a:p>
          <a:p>
            <a:r>
              <a:rPr lang="en-US" altLang="zh-CN">
                <a:ea typeface="SimSun" panose="02010600030101010101" pitchFamily="2" charset="-122"/>
              </a:rPr>
              <a:t>Means: interact with environment</a:t>
            </a:r>
          </a:p>
          <a:p>
            <a:r>
              <a:rPr lang="en-US" altLang="zh-CN">
                <a:ea typeface="SimSun" panose="02010600030101010101" pitchFamily="2" charset="-122"/>
              </a:rPr>
              <a:t>A process by which the adaptable parameters of an ANN are adjusted thru an iterative process of stimulation by the environment in which the ANN is embedded</a:t>
            </a:r>
          </a:p>
          <a:p>
            <a:r>
              <a:rPr lang="en-US" altLang="zh-CN">
                <a:ea typeface="SimSun" panose="02010600030101010101" pitchFamily="2" charset="-122"/>
              </a:rPr>
              <a:t>Supervised vs. unsupervised </a:t>
            </a:r>
          </a:p>
        </p:txBody>
      </p:sp>
      <p:sp>
        <p:nvSpPr>
          <p:cNvPr id="8294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1E46CCA-BC7B-47D3-ADFC-D140617827B8}" type="slidenum">
              <a:rPr lang="zh-CN" altLang="en-US" sz="1400" smtClean="0">
                <a:solidFill>
                  <a:schemeClr val="bg2"/>
                </a:solidFill>
                <a:latin typeface="Arial" panose="020B0604020202020204" pitchFamily="34" charset="0"/>
              </a:rPr>
              <a:pPr>
                <a:spcBef>
                  <a:spcPct val="50000"/>
                </a:spcBef>
                <a:buClrTx/>
                <a:buSzTx/>
                <a:buFontTx/>
                <a:buNone/>
              </a:pPr>
              <a:t>43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3FF6E49-60FA-8146-7524-D1F2CDC8671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15"/>
          <p:cNvSpPr>
            <a:spLocks noGrp="1" noChangeArrowheads="1"/>
          </p:cNvSpPr>
          <p:nvPr>
            <p:ph type="title"/>
          </p:nvPr>
        </p:nvSpPr>
        <p:spPr/>
        <p:txBody>
          <a:bodyPr/>
          <a:lstStyle/>
          <a:p>
            <a:pPr algn="ctr"/>
            <a:r>
              <a:rPr lang="en-US" altLang="zh-CN">
                <a:ea typeface="SimSun" panose="02010600030101010101" pitchFamily="2" charset="-122"/>
              </a:rPr>
              <a:t>On Learning</a:t>
            </a:r>
          </a:p>
        </p:txBody>
      </p:sp>
      <p:sp>
        <p:nvSpPr>
          <p:cNvPr id="84996" name="Rectangle 11"/>
          <p:cNvSpPr>
            <a:spLocks noGrp="1" noChangeArrowheads="1"/>
          </p:cNvSpPr>
          <p:nvPr>
            <p:ph type="body" idx="1"/>
          </p:nvPr>
        </p:nvSpPr>
        <p:spPr/>
        <p:txBody>
          <a:bodyPr/>
          <a:lstStyle/>
          <a:p>
            <a:pPr>
              <a:buFont typeface="Monotype Sorts" pitchFamily="2" charset="2"/>
              <a:buNone/>
            </a:pPr>
            <a:r>
              <a:rPr lang="zh-CN" altLang="en-US" sz="4000">
                <a:ea typeface="SimSun" panose="02010600030101010101" pitchFamily="2" charset="-122"/>
              </a:rPr>
              <a:t>  “</a:t>
            </a:r>
            <a:r>
              <a:rPr lang="en-US" altLang="zh-CN" sz="4000">
                <a:ea typeface="SimSun" panose="02010600030101010101" pitchFamily="2" charset="-122"/>
              </a:rPr>
              <a:t>By three methods we may learn wisdom: First, by reflection, which is the noblest; second, by imitation, which is the easiest, and third by experience, which is the bitterest.”</a:t>
            </a:r>
          </a:p>
          <a:p>
            <a:pPr>
              <a:buFont typeface="Monotype Sorts" pitchFamily="2" charset="2"/>
              <a:buNone/>
            </a:pPr>
            <a:r>
              <a:rPr lang="en-US" altLang="zh-CN" sz="4000">
                <a:ea typeface="SimSun" panose="02010600030101010101" pitchFamily="2" charset="-122"/>
              </a:rPr>
              <a:t>                                  Confucius </a:t>
            </a:r>
            <a:r>
              <a:rPr lang="zh-CN" altLang="en-US" sz="4000">
                <a:ea typeface="SimSun" panose="02010600030101010101" pitchFamily="2" charset="-122"/>
              </a:rPr>
              <a:t>孔子</a:t>
            </a:r>
          </a:p>
        </p:txBody>
      </p:sp>
      <p:sp>
        <p:nvSpPr>
          <p:cNvPr id="8499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69D9304-5BE2-47CF-859E-FDBE85B041AB}" type="slidenum">
              <a:rPr lang="zh-CN" altLang="en-US" sz="1400" smtClean="0">
                <a:solidFill>
                  <a:schemeClr val="bg2"/>
                </a:solidFill>
                <a:latin typeface="Arial" panose="020B0604020202020204" pitchFamily="34" charset="0"/>
              </a:rPr>
              <a:pPr>
                <a:spcBef>
                  <a:spcPct val="50000"/>
                </a:spcBef>
                <a:buClrTx/>
                <a:buSzTx/>
                <a:buFontTx/>
                <a:buNone/>
              </a:pPr>
              <a:t>44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3DE6BF1-0D4D-5A71-FB71-FFCBF11044C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type="body" idx="1"/>
          </p:nvPr>
        </p:nvSpPr>
        <p:spPr/>
        <p:txBody>
          <a:bodyPr/>
          <a:lstStyle/>
          <a:p>
            <a:endParaRPr lang="zh-CN" altLang="en-US">
              <a:ea typeface="SimSun" panose="02010600030101010101" pitchFamily="2" charset="-122"/>
            </a:endParaRPr>
          </a:p>
        </p:txBody>
      </p:sp>
      <p:sp>
        <p:nvSpPr>
          <p:cNvPr id="87044" name="Rectangle 4"/>
          <p:cNvSpPr>
            <a:spLocks noChangeArrowheads="1"/>
          </p:cNvSpPr>
          <p:nvPr/>
        </p:nvSpPr>
        <p:spPr bwMode="auto">
          <a:xfrm>
            <a:off x="9906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4000">
                <a:solidFill>
                  <a:schemeClr val="tx2"/>
                </a:solidFill>
                <a:ea typeface="SimSun" panose="02010600030101010101" pitchFamily="2" charset="-122"/>
              </a:rPr>
              <a:t>General Incremental Learning Rule</a:t>
            </a:r>
            <a:endParaRPr lang="en-US" altLang="zh-CN" sz="4400">
              <a:solidFill>
                <a:schemeClr val="tx2"/>
              </a:solidFill>
              <a:ea typeface="SimSun" panose="02010600030101010101" pitchFamily="2" charset="-122"/>
            </a:endParaRPr>
          </a:p>
        </p:txBody>
      </p:sp>
      <p:sp>
        <p:nvSpPr>
          <p:cNvPr id="87045" name="Rectangle 5"/>
          <p:cNvSpPr>
            <a:spLocks noChangeArrowheads="1"/>
          </p:cNvSpPr>
          <p:nvPr/>
        </p:nvSpPr>
        <p:spPr bwMode="auto">
          <a:xfrm>
            <a:off x="990600" y="1676400"/>
            <a:ext cx="8153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55000"/>
              <a:buFont typeface="Monotype Sorts" pitchFamily="2" charset="2"/>
              <a:buChar char="l"/>
            </a:pPr>
            <a:r>
              <a:rPr lang="en-US" altLang="zh-CN">
                <a:ea typeface="SimSun" panose="02010600030101010101" pitchFamily="2" charset="-122"/>
              </a:rPr>
              <a:t>Discrete-time:</a:t>
            </a:r>
          </a:p>
          <a:p>
            <a:pPr>
              <a:buSzPct val="55000"/>
              <a:buFont typeface="Monotype Sorts" pitchFamily="2" charset="2"/>
              <a:buChar char="l"/>
            </a:pPr>
            <a:endParaRPr lang="en-US" altLang="zh-CN">
              <a:ea typeface="SimSun" panose="02010600030101010101" pitchFamily="2" charset="-122"/>
            </a:endParaRPr>
          </a:p>
          <a:p>
            <a:pPr>
              <a:buSzPct val="55000"/>
              <a:buFont typeface="Monotype Sorts" pitchFamily="2" charset="2"/>
              <a:buChar char="l"/>
            </a:pPr>
            <a:endParaRPr lang="en-US" altLang="zh-CN">
              <a:ea typeface="SimSun" panose="02010600030101010101" pitchFamily="2" charset="-122"/>
            </a:endParaRPr>
          </a:p>
          <a:p>
            <a:pPr>
              <a:buSzPct val="55000"/>
              <a:buFont typeface="Monotype Sorts" pitchFamily="2" charset="2"/>
              <a:buChar char="l"/>
            </a:pPr>
            <a:endParaRPr lang="en-US" altLang="zh-CN">
              <a:ea typeface="SimSun" panose="02010600030101010101" pitchFamily="2" charset="-122"/>
            </a:endParaRPr>
          </a:p>
          <a:p>
            <a:pPr>
              <a:buSzPct val="55000"/>
              <a:buFont typeface="Monotype Sorts" pitchFamily="2" charset="2"/>
              <a:buChar char="l"/>
            </a:pPr>
            <a:r>
              <a:rPr lang="en-US" altLang="zh-CN">
                <a:ea typeface="SimSun" panose="02010600030101010101" pitchFamily="2" charset="-122"/>
              </a:rPr>
              <a:t>Continuous-time: </a:t>
            </a:r>
          </a:p>
        </p:txBody>
      </p:sp>
      <p:graphicFrame>
        <p:nvGraphicFramePr>
          <p:cNvPr id="87046" name="Object 6"/>
          <p:cNvGraphicFramePr>
            <a:graphicFrameLocks noChangeAspect="1"/>
          </p:cNvGraphicFramePr>
          <p:nvPr/>
        </p:nvGraphicFramePr>
        <p:xfrm>
          <a:off x="2078038" y="2667000"/>
          <a:ext cx="5367337" cy="1139825"/>
        </p:xfrm>
        <a:graphic>
          <a:graphicData uri="http://schemas.openxmlformats.org/presentationml/2006/ole">
            <mc:AlternateContent xmlns:mc="http://schemas.openxmlformats.org/markup-compatibility/2006">
              <mc:Choice xmlns:v="urn:schemas-microsoft-com:vml" Requires="v">
                <p:oleObj name="Equation" r:id="rId3" imgW="1587500" imgH="431800" progId="Equation.3">
                  <p:embed/>
                </p:oleObj>
              </mc:Choice>
              <mc:Fallback>
                <p:oleObj name="Equation" r:id="rId3" imgW="1587500" imgH="431800" progId="Equation.3">
                  <p:embed/>
                  <p:pic>
                    <p:nvPicPr>
                      <p:cNvPr id="870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8038" y="2667000"/>
                        <a:ext cx="5367337"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7" name="Object 7"/>
          <p:cNvGraphicFramePr>
            <a:graphicFrameLocks noChangeAspect="1"/>
          </p:cNvGraphicFramePr>
          <p:nvPr/>
        </p:nvGraphicFramePr>
        <p:xfrm>
          <a:off x="2971800" y="4953000"/>
          <a:ext cx="3048000" cy="1033463"/>
        </p:xfrm>
        <a:graphic>
          <a:graphicData uri="http://schemas.openxmlformats.org/presentationml/2006/ole">
            <mc:AlternateContent xmlns:mc="http://schemas.openxmlformats.org/markup-compatibility/2006">
              <mc:Choice xmlns:v="urn:schemas-microsoft-com:vml" Requires="v">
                <p:oleObj name="Equation" r:id="rId5" imgW="1117115" imgH="393529" progId="Equation.3">
                  <p:embed/>
                </p:oleObj>
              </mc:Choice>
              <mc:Fallback>
                <p:oleObj name="Equation" r:id="rId5" imgW="1117115" imgH="393529" progId="Equation.3">
                  <p:embed/>
                  <p:pic>
                    <p:nvPicPr>
                      <p:cNvPr id="8704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4953000"/>
                        <a:ext cx="3048000"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037D8F6-5C51-473F-8F96-1CF5452F576D}" type="slidenum">
              <a:rPr lang="zh-CN" altLang="en-US" sz="1400" smtClean="0">
                <a:solidFill>
                  <a:schemeClr val="bg2"/>
                </a:solidFill>
                <a:latin typeface="Arial" panose="020B0604020202020204" pitchFamily="34" charset="0"/>
              </a:rPr>
              <a:pPr>
                <a:spcBef>
                  <a:spcPct val="50000"/>
                </a:spcBef>
                <a:buClrTx/>
                <a:buSzTx/>
                <a:buFontTx/>
                <a:buNone/>
              </a:pPr>
              <a:t>45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FDC3058-9BD8-4B93-6750-F492625F56D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algn="ctr"/>
            <a:r>
              <a:rPr lang="en-US" altLang="zh-CN" sz="4000">
                <a:ea typeface="SimSun" panose="02010600030101010101" pitchFamily="2" charset="-122"/>
              </a:rPr>
              <a:t>Two-Time Scale Dynamics </a:t>
            </a:r>
            <a:br>
              <a:rPr lang="en-US" altLang="zh-CN" sz="4000">
                <a:ea typeface="SimSun" panose="02010600030101010101" pitchFamily="2" charset="-122"/>
              </a:rPr>
            </a:br>
            <a:r>
              <a:rPr lang="en-US" altLang="zh-CN" sz="4000">
                <a:ea typeface="SimSun" panose="02010600030101010101" pitchFamily="2" charset="-122"/>
              </a:rPr>
              <a:t>in Neural Networks</a:t>
            </a:r>
          </a:p>
        </p:txBody>
      </p:sp>
      <p:sp>
        <p:nvSpPr>
          <p:cNvPr id="89092" name="Rectangle 3"/>
          <p:cNvSpPr>
            <a:spLocks noGrp="1" noChangeArrowheads="1"/>
          </p:cNvSpPr>
          <p:nvPr>
            <p:ph type="body" idx="1"/>
          </p:nvPr>
        </p:nvSpPr>
        <p:spPr>
          <a:xfrm>
            <a:off x="990600" y="2133600"/>
            <a:ext cx="7772400" cy="3810000"/>
          </a:xfrm>
        </p:spPr>
        <p:txBody>
          <a:bodyPr/>
          <a:lstStyle/>
          <a:p>
            <a:r>
              <a:rPr lang="en-US" altLang="zh-CN">
                <a:ea typeface="SimSun" panose="02010600030101010101" pitchFamily="2" charset="-122"/>
              </a:rPr>
              <a:t>Faster dynamics in neuron activities represented by </a:t>
            </a:r>
            <a:r>
              <a:rPr lang="en-US" altLang="zh-CN" i="1">
                <a:ea typeface="SimSun" panose="02010600030101010101" pitchFamily="2" charset="-122"/>
              </a:rPr>
              <a:t>u</a:t>
            </a:r>
            <a:r>
              <a:rPr lang="en-US" altLang="zh-CN">
                <a:ea typeface="SimSun" panose="02010600030101010101" pitchFamily="2" charset="-122"/>
              </a:rPr>
              <a:t> and </a:t>
            </a:r>
            <a:r>
              <a:rPr lang="en-US" altLang="zh-CN" i="1">
                <a:ea typeface="SimSun" panose="02010600030101010101" pitchFamily="2" charset="-122"/>
              </a:rPr>
              <a:t>v. </a:t>
            </a:r>
            <a:r>
              <a:rPr lang="en-US" altLang="zh-CN">
                <a:ea typeface="SimSun" panose="02010600030101010101" pitchFamily="2" charset="-122"/>
              </a:rPr>
              <a:t>Also called short-term memory</a:t>
            </a:r>
          </a:p>
          <a:p>
            <a:r>
              <a:rPr lang="en-US" altLang="zh-CN">
                <a:ea typeface="SimSun" panose="02010600030101010101" pitchFamily="2" charset="-122"/>
              </a:rPr>
              <a:t>Slower dynamics in connection weight activities represented by </a:t>
            </a:r>
            <a:r>
              <a:rPr lang="en-US" altLang="zh-CN" i="1">
                <a:ea typeface="SimSun" panose="02010600030101010101" pitchFamily="2" charset="-122"/>
              </a:rPr>
              <a:t>w. </a:t>
            </a:r>
            <a:r>
              <a:rPr lang="en-US" altLang="zh-CN">
                <a:ea typeface="SimSun" panose="02010600030101010101" pitchFamily="2" charset="-122"/>
              </a:rPr>
              <a:t>Also called long-term memory</a:t>
            </a:r>
          </a:p>
        </p:txBody>
      </p:sp>
      <p:sp>
        <p:nvSpPr>
          <p:cNvPr id="8909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4726855-84AE-4642-9B9C-A8DC215B1131}" type="slidenum">
              <a:rPr lang="zh-CN" altLang="en-US" sz="1400" smtClean="0">
                <a:solidFill>
                  <a:schemeClr val="bg2"/>
                </a:solidFill>
                <a:latin typeface="Arial" panose="020B0604020202020204" pitchFamily="34" charset="0"/>
              </a:rPr>
              <a:pPr>
                <a:spcBef>
                  <a:spcPct val="50000"/>
                </a:spcBef>
                <a:buClrTx/>
                <a:buSzTx/>
                <a:buFontTx/>
                <a:buNone/>
              </a:pPr>
              <a:t>46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D5CDE3D-3339-6AA4-E422-260CBB5B439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en-US" altLang="zh-CN">
                <a:ea typeface="SimSun" panose="02010600030101010101" pitchFamily="2" charset="-122"/>
              </a:rPr>
              <a:t>Categories of Neural Networks</a:t>
            </a:r>
          </a:p>
        </p:txBody>
      </p:sp>
      <p:sp>
        <p:nvSpPr>
          <p:cNvPr id="91140" name="Rectangle 3"/>
          <p:cNvSpPr>
            <a:spLocks noGrp="1" noChangeArrowheads="1"/>
          </p:cNvSpPr>
          <p:nvPr>
            <p:ph type="body" idx="1"/>
          </p:nvPr>
        </p:nvSpPr>
        <p:spPr>
          <a:xfrm>
            <a:off x="1066800" y="2590800"/>
            <a:ext cx="7467600" cy="3200400"/>
          </a:xfrm>
        </p:spPr>
        <p:txBody>
          <a:bodyPr/>
          <a:lstStyle/>
          <a:p>
            <a:r>
              <a:rPr lang="en-US" altLang="zh-CN">
                <a:ea typeface="SimSun" panose="02010600030101010101" pitchFamily="2" charset="-122"/>
              </a:rPr>
              <a:t>Deterministic vs. stochastic, in terms of </a:t>
            </a:r>
            <a:r>
              <a:rPr lang="en-US" altLang="zh-CN" i="1">
                <a:ea typeface="SimSun" panose="02010600030101010101" pitchFamily="2" charset="-122"/>
              </a:rPr>
              <a:t>F</a:t>
            </a:r>
            <a:endParaRPr lang="en-US" altLang="zh-CN">
              <a:ea typeface="SimSun" panose="02010600030101010101" pitchFamily="2" charset="-122"/>
            </a:endParaRPr>
          </a:p>
          <a:p>
            <a:r>
              <a:rPr lang="en-US" altLang="zh-CN">
                <a:ea typeface="SimSun" panose="02010600030101010101" pitchFamily="2" charset="-122"/>
              </a:rPr>
              <a:t>Feedforward vs. recurrent, in terms of </a:t>
            </a:r>
            <a:r>
              <a:rPr lang="en-US" altLang="zh-CN" i="1">
                <a:ea typeface="SimSun" panose="02010600030101010101" pitchFamily="2" charset="-122"/>
              </a:rPr>
              <a:t>G </a:t>
            </a:r>
            <a:r>
              <a:rPr lang="en-US" altLang="zh-CN">
                <a:ea typeface="SimSun" panose="02010600030101010101" pitchFamily="2" charset="-122"/>
              </a:rPr>
              <a:t>and </a:t>
            </a:r>
            <a:r>
              <a:rPr lang="en-US" altLang="zh-CN" i="1">
                <a:ea typeface="SimSun" panose="02010600030101010101" pitchFamily="2" charset="-122"/>
              </a:rPr>
              <a:t>H</a:t>
            </a:r>
            <a:endParaRPr lang="en-US" altLang="zh-CN">
              <a:ea typeface="SimSun" panose="02010600030101010101" pitchFamily="2" charset="-122"/>
            </a:endParaRPr>
          </a:p>
          <a:p>
            <a:r>
              <a:rPr lang="en-US" altLang="zh-CN">
                <a:ea typeface="SimSun" panose="02010600030101010101" pitchFamily="2" charset="-122"/>
              </a:rPr>
              <a:t>Semilinear vs. higher-order, in terms of </a:t>
            </a:r>
            <a:r>
              <a:rPr lang="en-US" altLang="zh-CN" i="1">
                <a:ea typeface="SimSun" panose="02010600030101010101" pitchFamily="2" charset="-122"/>
              </a:rPr>
              <a:t>G</a:t>
            </a:r>
            <a:endParaRPr lang="en-US" altLang="zh-CN">
              <a:ea typeface="SimSun" panose="02010600030101010101" pitchFamily="2" charset="-122"/>
            </a:endParaRPr>
          </a:p>
          <a:p>
            <a:r>
              <a:rPr lang="en-US" altLang="zh-CN">
                <a:ea typeface="SimSun" panose="02010600030101010101" pitchFamily="2" charset="-122"/>
              </a:rPr>
              <a:t>Supervised vs. unsupervised, in terms of </a:t>
            </a:r>
            <a:r>
              <a:rPr lang="en-US" altLang="zh-CN" i="1">
                <a:ea typeface="SimSun" panose="02010600030101010101" pitchFamily="2" charset="-122"/>
              </a:rPr>
              <a:t>L</a:t>
            </a:r>
            <a:r>
              <a:rPr lang="en-US" altLang="zh-CN">
                <a:ea typeface="SimSun" panose="02010600030101010101" pitchFamily="2" charset="-122"/>
              </a:rPr>
              <a:t> </a:t>
            </a:r>
          </a:p>
        </p:txBody>
      </p:sp>
      <p:sp>
        <p:nvSpPr>
          <p:cNvPr id="9114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F97ACA8-44C3-4DA4-A1D2-1629072EEE85}" type="slidenum">
              <a:rPr lang="zh-CN" altLang="en-US" sz="1400" smtClean="0">
                <a:solidFill>
                  <a:schemeClr val="bg2"/>
                </a:solidFill>
                <a:latin typeface="Arial" panose="020B0604020202020204" pitchFamily="34" charset="0"/>
              </a:rPr>
              <a:pPr>
                <a:spcBef>
                  <a:spcPct val="50000"/>
                </a:spcBef>
                <a:buClrTx/>
                <a:buSzTx/>
                <a:buFontTx/>
                <a:buNone/>
              </a:pPr>
              <a:t>47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E2EF85C-EF59-6BDC-3050-74B5C16AA22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p:txBody>
          <a:bodyPr/>
          <a:lstStyle/>
          <a:p>
            <a:pPr algn="ctr"/>
            <a:r>
              <a:rPr lang="en-US" altLang="zh-CN">
                <a:ea typeface="SimSun" panose="02010600030101010101" pitchFamily="2" charset="-122"/>
              </a:rPr>
              <a:t>Definition of Neural Networks</a:t>
            </a:r>
          </a:p>
        </p:txBody>
      </p:sp>
      <p:sp>
        <p:nvSpPr>
          <p:cNvPr id="93188" name="Rectangle 3"/>
          <p:cNvSpPr>
            <a:spLocks noGrp="1" noChangeArrowheads="1"/>
          </p:cNvSpPr>
          <p:nvPr>
            <p:ph type="body" idx="1"/>
          </p:nvPr>
        </p:nvSpPr>
        <p:spPr>
          <a:xfrm>
            <a:off x="1676400" y="2133600"/>
            <a:ext cx="5715000" cy="3505200"/>
          </a:xfrm>
        </p:spPr>
        <p:txBody>
          <a:bodyPr/>
          <a:lstStyle/>
          <a:p>
            <a:pPr>
              <a:buFont typeface="Monotype Sorts" pitchFamily="2" charset="2"/>
              <a:buNone/>
            </a:pPr>
            <a:r>
              <a:rPr lang="zh-CN" altLang="en-US" sz="3600">
                <a:ea typeface="SimSun" panose="02010600030101010101" pitchFamily="2" charset="-122"/>
              </a:rPr>
              <a:t>   </a:t>
            </a:r>
            <a:r>
              <a:rPr lang="en-US" altLang="zh-CN" sz="3600">
                <a:ea typeface="SimSun" panose="02010600030101010101" pitchFamily="2" charset="-122"/>
              </a:rPr>
              <a:t>Massive parallel distributed processors that have a natural property for storing experiential knowledge and making it available for use</a:t>
            </a:r>
            <a:endParaRPr lang="en-US" altLang="zh-CN">
              <a:ea typeface="SimSun" panose="02010600030101010101" pitchFamily="2" charset="-122"/>
            </a:endParaRPr>
          </a:p>
        </p:txBody>
      </p:sp>
      <p:sp>
        <p:nvSpPr>
          <p:cNvPr id="93189" name="Rectangle 5"/>
          <p:cNvSpPr>
            <a:spLocks noChangeArrowheads="1"/>
          </p:cNvSpPr>
          <p:nvPr/>
        </p:nvSpPr>
        <p:spPr bwMode="auto">
          <a:xfrm>
            <a:off x="9906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endParaRPr lang="zh-CN" altLang="en-US" sz="4400">
              <a:solidFill>
                <a:schemeClr val="tx2"/>
              </a:solidFill>
              <a:ea typeface="SimSun" panose="02010600030101010101" pitchFamily="2" charset="-122"/>
            </a:endParaRPr>
          </a:p>
        </p:txBody>
      </p:sp>
      <p:sp>
        <p:nvSpPr>
          <p:cNvPr id="93190" name="Rectangle 6"/>
          <p:cNvSpPr>
            <a:spLocks noChangeArrowheads="1"/>
          </p:cNvSpPr>
          <p:nvPr/>
        </p:nvSpPr>
        <p:spPr bwMode="auto">
          <a:xfrm>
            <a:off x="990600" y="2438400"/>
            <a:ext cx="7239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endParaRPr lang="zh-CN" altLang="en-US">
              <a:ea typeface="SimSun" panose="02010600030101010101" pitchFamily="2" charset="-122"/>
            </a:endParaRPr>
          </a:p>
        </p:txBody>
      </p:sp>
      <p:sp>
        <p:nvSpPr>
          <p:cNvPr id="9319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85DF9BF-6227-4A3B-812D-7165D1008D96}" type="slidenum">
              <a:rPr lang="zh-CN" altLang="en-US" sz="1400" smtClean="0">
                <a:solidFill>
                  <a:schemeClr val="bg2"/>
                </a:solidFill>
                <a:latin typeface="Arial" panose="020B0604020202020204" pitchFamily="34" charset="0"/>
              </a:rPr>
              <a:pPr>
                <a:spcBef>
                  <a:spcPct val="50000"/>
                </a:spcBef>
                <a:buClrTx/>
                <a:buSzTx/>
                <a:buFontTx/>
                <a:buNone/>
              </a:pPr>
              <a:t>48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4B6C08D-96F1-204E-B058-DE9D89698CE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algn="ctr"/>
            <a:r>
              <a:rPr lang="en-US" altLang="zh-CN">
                <a:ea typeface="SimSun" panose="02010600030101010101" pitchFamily="2" charset="-122"/>
              </a:rPr>
              <a:t>Features of Neural Networks</a:t>
            </a:r>
          </a:p>
        </p:txBody>
      </p:sp>
      <p:sp>
        <p:nvSpPr>
          <p:cNvPr id="95236"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Resemble the brains in two aspects:</a:t>
            </a:r>
          </a:p>
          <a:p>
            <a:pPr>
              <a:buFont typeface="Monotype Sorts" pitchFamily="2" charset="2"/>
              <a:buNone/>
            </a:pPr>
            <a:r>
              <a:rPr lang="en-US" altLang="zh-CN">
                <a:ea typeface="SimSun" panose="02010600030101010101" pitchFamily="2" charset="-122"/>
              </a:rPr>
              <a:t>1. Knowledge acquisition: knowledge is acquired by neural networks thru learning processes.</a:t>
            </a:r>
          </a:p>
          <a:p>
            <a:pPr>
              <a:buFont typeface="Monotype Sorts" pitchFamily="2" charset="2"/>
              <a:buNone/>
            </a:pPr>
            <a:r>
              <a:rPr lang="en-US" altLang="zh-CN">
                <a:ea typeface="SimSun" panose="02010600030101010101" pitchFamily="2" charset="-122"/>
              </a:rPr>
              <a:t>2. Knowledge representation: Inter-neuron connections, known as synaptic weights are used to store acquired knowledge</a:t>
            </a:r>
          </a:p>
        </p:txBody>
      </p:sp>
      <p:sp>
        <p:nvSpPr>
          <p:cNvPr id="95237" name="Rectangle 4"/>
          <p:cNvSpPr>
            <a:spLocks noChangeArrowheads="1"/>
          </p:cNvSpPr>
          <p:nvPr/>
        </p:nvSpPr>
        <p:spPr bwMode="auto">
          <a:xfrm>
            <a:off x="3429000" y="257016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Arial" panose="020B0604020202020204" pitchFamily="34" charset="0"/>
              <a:ea typeface="SimSun" panose="02010600030101010101" pitchFamily="2" charset="-122"/>
            </a:endParaRPr>
          </a:p>
        </p:txBody>
      </p:sp>
      <p:sp>
        <p:nvSpPr>
          <p:cNvPr id="9523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D9C4F79-AC62-4C1E-AFF6-AA08FD13ACC0}" type="slidenum">
              <a:rPr lang="zh-CN" altLang="en-US" sz="1400" smtClean="0">
                <a:solidFill>
                  <a:schemeClr val="bg2"/>
                </a:solidFill>
                <a:latin typeface="Arial" panose="020B0604020202020204" pitchFamily="34" charset="0"/>
              </a:rPr>
              <a:pPr>
                <a:spcBef>
                  <a:spcPct val="50000"/>
                </a:spcBef>
                <a:buClrTx/>
                <a:buSzTx/>
                <a:buFontTx/>
                <a:buNone/>
              </a:pPr>
              <a:t>49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DAFCA97-BC62-1EFC-D1DE-7C95C06C6D2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p:txBody>
          <a:bodyPr/>
          <a:lstStyle/>
          <a:p>
            <a:pPr algn="ctr"/>
            <a:r>
              <a:rPr lang="en-US" altLang="zh-CN">
                <a:ea typeface="SimSun" panose="02010600030101010101" pitchFamily="2" charset="-122"/>
              </a:rPr>
              <a:t>Properties of Neural Networks</a:t>
            </a:r>
          </a:p>
        </p:txBody>
      </p:sp>
      <p:sp>
        <p:nvSpPr>
          <p:cNvPr id="97284" name="Rectangle 3"/>
          <p:cNvSpPr>
            <a:spLocks noGrp="1" noChangeArrowheads="1"/>
          </p:cNvSpPr>
          <p:nvPr>
            <p:ph type="body" idx="1"/>
          </p:nvPr>
        </p:nvSpPr>
        <p:spPr/>
        <p:txBody>
          <a:bodyPr/>
          <a:lstStyle/>
          <a:p>
            <a:pPr>
              <a:lnSpc>
                <a:spcPct val="80000"/>
              </a:lnSpc>
              <a:buFontTx/>
              <a:buChar char="1"/>
            </a:pPr>
            <a:r>
              <a:rPr lang="en-US" altLang="zh-CN">
                <a:ea typeface="SimSun" panose="02010600030101010101" pitchFamily="2" charset="-122"/>
              </a:rPr>
              <a:t>Nonlinearity</a:t>
            </a:r>
          </a:p>
          <a:p>
            <a:pPr>
              <a:lnSpc>
                <a:spcPct val="80000"/>
              </a:lnSpc>
              <a:buFontTx/>
              <a:buChar char="2"/>
            </a:pPr>
            <a:r>
              <a:rPr lang="en-US" altLang="zh-CN">
                <a:ea typeface="SimSun" panose="02010600030101010101" pitchFamily="2" charset="-122"/>
              </a:rPr>
              <a:t>Input-output mapping</a:t>
            </a:r>
          </a:p>
          <a:p>
            <a:pPr>
              <a:lnSpc>
                <a:spcPct val="80000"/>
              </a:lnSpc>
              <a:buFontTx/>
              <a:buChar char="3"/>
            </a:pPr>
            <a:r>
              <a:rPr lang="en-US" altLang="zh-CN" err="1">
                <a:ea typeface="SimSun" panose="02010600030101010101" pitchFamily="2" charset="-122"/>
              </a:rPr>
              <a:t>Adaptivity</a:t>
            </a:r>
            <a:endParaRPr lang="en-US" altLang="zh-CN">
              <a:ea typeface="SimSun" panose="02010600030101010101" pitchFamily="2" charset="-122"/>
            </a:endParaRPr>
          </a:p>
          <a:p>
            <a:pPr>
              <a:lnSpc>
                <a:spcPct val="80000"/>
              </a:lnSpc>
              <a:buFontTx/>
              <a:buChar char="4"/>
            </a:pPr>
            <a:r>
              <a:rPr lang="en-US" altLang="zh-CN">
                <a:ea typeface="SimSun" panose="02010600030101010101" pitchFamily="2" charset="-122"/>
              </a:rPr>
              <a:t>Contextual information</a:t>
            </a:r>
          </a:p>
          <a:p>
            <a:pPr>
              <a:lnSpc>
                <a:spcPct val="80000"/>
              </a:lnSpc>
              <a:buFontTx/>
              <a:buChar char="5"/>
            </a:pPr>
            <a:r>
              <a:rPr lang="en-US" altLang="zh-CN">
                <a:ea typeface="SimSun" panose="02010600030101010101" pitchFamily="2" charset="-122"/>
              </a:rPr>
              <a:t>Fault tolerance</a:t>
            </a:r>
          </a:p>
          <a:p>
            <a:pPr>
              <a:lnSpc>
                <a:spcPct val="80000"/>
              </a:lnSpc>
              <a:buFontTx/>
              <a:buChar char="6"/>
            </a:pPr>
            <a:r>
              <a:rPr lang="en-US" altLang="zh-CN">
                <a:ea typeface="SimSun" panose="02010600030101010101" pitchFamily="2" charset="-122"/>
              </a:rPr>
              <a:t>hardware </a:t>
            </a:r>
            <a:r>
              <a:rPr lang="en-US" altLang="zh-CN" err="1">
                <a:ea typeface="SimSun" panose="02010600030101010101" pitchFamily="2" charset="-122"/>
              </a:rPr>
              <a:t>implementability</a:t>
            </a:r>
            <a:endParaRPr lang="en-US" altLang="zh-CN">
              <a:ea typeface="SimSun" panose="02010600030101010101" pitchFamily="2" charset="-122"/>
            </a:endParaRPr>
          </a:p>
          <a:p>
            <a:pPr>
              <a:lnSpc>
                <a:spcPct val="80000"/>
              </a:lnSpc>
              <a:buFontTx/>
              <a:buChar char="7"/>
            </a:pPr>
            <a:r>
              <a:rPr lang="en-US" altLang="zh-CN">
                <a:ea typeface="SimSun" panose="02010600030101010101" pitchFamily="2" charset="-122"/>
              </a:rPr>
              <a:t>Uniformity of analysis and design</a:t>
            </a:r>
          </a:p>
          <a:p>
            <a:pPr>
              <a:lnSpc>
                <a:spcPct val="80000"/>
              </a:lnSpc>
              <a:buFontTx/>
              <a:buChar char="8"/>
            </a:pPr>
            <a:r>
              <a:rPr lang="en-US" altLang="zh-CN">
                <a:ea typeface="SimSun" panose="02010600030101010101" pitchFamily="2" charset="-122"/>
              </a:rPr>
              <a:t>Neurobiological analogy and plausibility</a:t>
            </a:r>
          </a:p>
        </p:txBody>
      </p:sp>
      <p:sp>
        <p:nvSpPr>
          <p:cNvPr id="9728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4D3ECE9-E121-49C1-980F-3F8D410E4F91}" type="slidenum">
              <a:rPr lang="zh-CN" altLang="en-US" sz="1400" smtClean="0">
                <a:solidFill>
                  <a:schemeClr val="bg2"/>
                </a:solidFill>
                <a:latin typeface="Arial" panose="020B0604020202020204" pitchFamily="34" charset="0"/>
              </a:rPr>
              <a:pPr>
                <a:spcBef>
                  <a:spcPct val="50000"/>
                </a:spcBef>
                <a:buClrTx/>
                <a:buSzTx/>
                <a:buFontTx/>
                <a:buNone/>
              </a:pPr>
              <a:t>50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ECD3F2A-8EE8-FCD5-8EA3-F1727BE5777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p:txBody>
          <a:bodyPr/>
          <a:lstStyle/>
          <a:p>
            <a:pPr algn="ctr"/>
            <a:r>
              <a:rPr lang="en-US" altLang="zh-CN">
                <a:ea typeface="SimSun" panose="02010600030101010101" pitchFamily="2" charset="-122"/>
              </a:rPr>
              <a:t>McCulloch-Pitts Neuron</a:t>
            </a:r>
          </a:p>
        </p:txBody>
      </p:sp>
      <p:pic>
        <p:nvPicPr>
          <p:cNvPr id="99332" name="图片 1"/>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a:xfrm>
            <a:off x="1981200" y="2174875"/>
            <a:ext cx="5791200" cy="3422650"/>
          </a:xfrm>
        </p:spPr>
      </p:pic>
      <p:sp>
        <p:nvSpPr>
          <p:cNvPr id="993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69B9469-126F-4E2E-9EBA-C6DA00B01C40}" type="slidenum">
              <a:rPr lang="zh-CN" altLang="en-US" sz="1400" smtClean="0">
                <a:solidFill>
                  <a:schemeClr val="bg2"/>
                </a:solidFill>
                <a:latin typeface="Arial" panose="020B0604020202020204" pitchFamily="34" charset="0"/>
              </a:rPr>
              <a:pPr>
                <a:spcBef>
                  <a:spcPct val="50000"/>
                </a:spcBef>
                <a:buClrTx/>
                <a:buSzTx/>
                <a:buFontTx/>
                <a:buNone/>
              </a:pPr>
              <a:t>51</a:t>
            </a:fld>
            <a:endParaRPr lang="en-US" altLang="zh-CN" sz="1400" dirty="0">
              <a:solidFill>
                <a:schemeClr val="bg2"/>
              </a:solidFill>
              <a:latin typeface="Arial" panose="020B0604020202020204" pitchFamily="34" charset="0"/>
            </a:endParaRPr>
          </a:p>
        </p:txBody>
      </p:sp>
      <p:sp>
        <p:nvSpPr>
          <p:cNvPr id="3" name="文本框 2">
            <a:extLst>
              <a:ext uri="{FF2B5EF4-FFF2-40B4-BE49-F238E27FC236}">
                <a16:creationId xmlns:a16="http://schemas.microsoft.com/office/drawing/2014/main" id="{4C14F61B-A18F-5A4E-01AA-95EE323F138E}"/>
              </a:ext>
            </a:extLst>
          </p:cNvPr>
          <p:cNvSpPr txBox="1"/>
          <p:nvPr/>
        </p:nvSpPr>
        <p:spPr>
          <a:xfrm>
            <a:off x="2224668" y="5565333"/>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4" name="Footer Placeholder 4">
            <a:extLst>
              <a:ext uri="{FF2B5EF4-FFF2-40B4-BE49-F238E27FC236}">
                <a16:creationId xmlns:a16="http://schemas.microsoft.com/office/drawing/2014/main" id="{9AA9A6CC-273E-FA2B-55BB-30089DFF8F9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p:txBody>
          <a:bodyPr/>
          <a:lstStyle/>
          <a:p>
            <a:pPr algn="ctr"/>
            <a:r>
              <a:rPr lang="en-US" altLang="zh-CN">
                <a:ea typeface="SimSun" panose="02010600030101010101" pitchFamily="2" charset="-122"/>
              </a:rPr>
              <a:t>McCulloch-Pitts Neurons</a:t>
            </a:r>
          </a:p>
        </p:txBody>
      </p:sp>
      <p:sp>
        <p:nvSpPr>
          <p:cNvPr id="100356" name="Rectangle 3"/>
          <p:cNvSpPr>
            <a:spLocks noGrp="1" noChangeArrowheads="1"/>
          </p:cNvSpPr>
          <p:nvPr>
            <p:ph type="body" idx="1"/>
          </p:nvPr>
        </p:nvSpPr>
        <p:spPr/>
        <p:txBody>
          <a:bodyPr/>
          <a:lstStyle/>
          <a:p>
            <a:pPr>
              <a:lnSpc>
                <a:spcPct val="90000"/>
              </a:lnSpc>
            </a:pPr>
            <a:r>
              <a:rPr lang="en-US" altLang="zh-CN">
                <a:ea typeface="SimSun" panose="02010600030101010101" pitchFamily="2" charset="-122"/>
              </a:rPr>
              <a:t>Binary values {0, 1}</a:t>
            </a:r>
          </a:p>
          <a:p>
            <a:pPr>
              <a:lnSpc>
                <a:spcPct val="90000"/>
              </a:lnSpc>
            </a:pPr>
            <a:r>
              <a:rPr lang="en-US" altLang="zh-CN">
                <a:ea typeface="SimSun" panose="02010600030101010101" pitchFamily="2" charset="-122"/>
              </a:rPr>
              <a:t>Unity connection weights of 1 and –1</a:t>
            </a:r>
          </a:p>
          <a:p>
            <a:pPr>
              <a:lnSpc>
                <a:spcPct val="90000"/>
              </a:lnSpc>
            </a:pPr>
            <a:r>
              <a:rPr lang="en-US" altLang="zh-CN">
                <a:ea typeface="SimSun" panose="02010600030101010101" pitchFamily="2" charset="-122"/>
              </a:rPr>
              <a:t>If an input to a neuron is 1 and the associated weight is –1, then the output of the neuron is 0  </a:t>
            </a:r>
          </a:p>
          <a:p>
            <a:pPr>
              <a:lnSpc>
                <a:spcPct val="90000"/>
              </a:lnSpc>
            </a:pPr>
            <a:r>
              <a:rPr lang="en-US" altLang="zh-CN">
                <a:ea typeface="SimSun" panose="02010600030101010101" pitchFamily="2" charset="-122"/>
              </a:rPr>
              <a:t>Otherwise, if the weighted sum of input is not less than a threshold, then the output is 1; or is less than the threshold, then 0. </a:t>
            </a:r>
          </a:p>
          <a:p>
            <a:pPr>
              <a:lnSpc>
                <a:spcPct val="90000"/>
              </a:lnSpc>
            </a:pPr>
            <a:endParaRPr lang="zh-CN" altLang="en-US">
              <a:ea typeface="SimSun" panose="02010600030101010101" pitchFamily="2" charset="-122"/>
            </a:endParaRPr>
          </a:p>
        </p:txBody>
      </p:sp>
      <p:sp>
        <p:nvSpPr>
          <p:cNvPr id="1003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E7D6115-4AC2-481E-AABA-378E3C2C1DFB}" type="slidenum">
              <a:rPr lang="zh-CN" altLang="en-US" sz="1400" smtClean="0">
                <a:solidFill>
                  <a:schemeClr val="bg2"/>
                </a:solidFill>
                <a:latin typeface="Arial" panose="020B0604020202020204" pitchFamily="34" charset="0"/>
              </a:rPr>
              <a:pPr>
                <a:spcBef>
                  <a:spcPct val="50000"/>
                </a:spcBef>
                <a:buClrTx/>
                <a:buSzTx/>
                <a:buFontTx/>
                <a:buNone/>
              </a:pPr>
              <a:t>52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654B43F-F8BD-A6B0-28F3-5342047F611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p:txBody>
          <a:bodyPr/>
          <a:lstStyle/>
          <a:p>
            <a:pPr algn="ctr"/>
            <a:r>
              <a:rPr lang="en-US" altLang="zh-CN">
                <a:ea typeface="SimSun" panose="02010600030101010101" pitchFamily="2" charset="-122"/>
              </a:rPr>
              <a:t>Threshold Logic</a:t>
            </a:r>
          </a:p>
        </p:txBody>
      </p:sp>
      <p:pic>
        <p:nvPicPr>
          <p:cNvPr id="10240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79264" y="1788993"/>
            <a:ext cx="5594350" cy="3900488"/>
          </a:xfrm>
          <a:noFill/>
        </p:spPr>
      </p:pic>
      <p:sp>
        <p:nvSpPr>
          <p:cNvPr id="1024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2BA4734-CDCD-4A64-A87C-7CCD262988AE}" type="slidenum">
              <a:rPr lang="zh-CN" altLang="en-US" sz="1400" smtClean="0">
                <a:solidFill>
                  <a:schemeClr val="bg2"/>
                </a:solidFill>
                <a:latin typeface="Arial" panose="020B0604020202020204" pitchFamily="34" charset="0"/>
              </a:rPr>
              <a:pPr>
                <a:spcBef>
                  <a:spcPct val="50000"/>
                </a:spcBef>
                <a:buClrTx/>
                <a:buSzTx/>
                <a:buFontTx/>
                <a:buNone/>
              </a:pPr>
              <a:t>53</a:t>
            </a:fld>
            <a:endParaRPr lang="en-US" altLang="zh-CN" sz="1400" dirty="0">
              <a:solidFill>
                <a:schemeClr val="bg2"/>
              </a:solidFill>
              <a:latin typeface="Arial" panose="020B0604020202020204" pitchFamily="34" charset="0"/>
            </a:endParaRPr>
          </a:p>
        </p:txBody>
      </p:sp>
      <p:sp>
        <p:nvSpPr>
          <p:cNvPr id="5" name="文本框 4">
            <a:extLst>
              <a:ext uri="{FF2B5EF4-FFF2-40B4-BE49-F238E27FC236}">
                <a16:creationId xmlns:a16="http://schemas.microsoft.com/office/drawing/2014/main" id="{536C891D-AE31-FA9B-BE13-E01C2C9910E7}"/>
              </a:ext>
            </a:extLst>
          </p:cNvPr>
          <p:cNvSpPr txBox="1"/>
          <p:nvPr/>
        </p:nvSpPr>
        <p:spPr>
          <a:xfrm>
            <a:off x="2079625" y="5738852"/>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6" name="Footer Placeholder 4">
            <a:extLst>
              <a:ext uri="{FF2B5EF4-FFF2-40B4-BE49-F238E27FC236}">
                <a16:creationId xmlns:a16="http://schemas.microsoft.com/office/drawing/2014/main" id="{2B2B092D-6835-22C6-055A-8DC20021E45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p:txBody>
          <a:bodyPr/>
          <a:lstStyle/>
          <a:p>
            <a:pPr algn="ctr"/>
            <a:r>
              <a:rPr lang="en-US" altLang="zh-CN">
                <a:ea typeface="SimSun" panose="02010600030101010101" pitchFamily="2" charset="-122"/>
              </a:rPr>
              <a:t>AND &amp; OR Gates</a:t>
            </a:r>
          </a:p>
        </p:txBody>
      </p:sp>
      <p:pic>
        <p:nvPicPr>
          <p:cNvPr id="10342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81212" y="1754578"/>
            <a:ext cx="5591175" cy="2021668"/>
          </a:xfrm>
          <a:noFill/>
        </p:spPr>
      </p:pic>
      <p:pic>
        <p:nvPicPr>
          <p:cNvPr id="1034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212" y="3886200"/>
            <a:ext cx="5591175"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687E376-E04F-4EA9-A805-EC67E18E7BF8}" type="slidenum">
              <a:rPr lang="zh-CN" altLang="en-US" sz="1400" smtClean="0">
                <a:solidFill>
                  <a:schemeClr val="bg2"/>
                </a:solidFill>
                <a:latin typeface="Arial" panose="020B0604020202020204" pitchFamily="34" charset="0"/>
              </a:rPr>
              <a:pPr>
                <a:spcBef>
                  <a:spcPct val="50000"/>
                </a:spcBef>
                <a:buClrTx/>
                <a:buSzTx/>
                <a:buFontTx/>
                <a:buNone/>
              </a:pPr>
              <a:t>54</a:t>
            </a:fld>
            <a:endParaRPr lang="en-US" altLang="zh-CN" sz="1400">
              <a:solidFill>
                <a:schemeClr val="bg2"/>
              </a:solidFill>
              <a:latin typeface="Arial" panose="020B0604020202020204" pitchFamily="34" charset="0"/>
            </a:endParaRPr>
          </a:p>
        </p:txBody>
      </p:sp>
      <p:sp>
        <p:nvSpPr>
          <p:cNvPr id="4" name="文本框 3">
            <a:extLst>
              <a:ext uri="{FF2B5EF4-FFF2-40B4-BE49-F238E27FC236}">
                <a16:creationId xmlns:a16="http://schemas.microsoft.com/office/drawing/2014/main" id="{71AA204D-AC96-1FEA-99DA-1A13C189BF1D}"/>
              </a:ext>
            </a:extLst>
          </p:cNvPr>
          <p:cNvSpPr txBox="1"/>
          <p:nvPr/>
        </p:nvSpPr>
        <p:spPr>
          <a:xfrm>
            <a:off x="2202546" y="6075878"/>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5" name="Footer Placeholder 4">
            <a:extLst>
              <a:ext uri="{FF2B5EF4-FFF2-40B4-BE49-F238E27FC236}">
                <a16:creationId xmlns:a16="http://schemas.microsoft.com/office/drawing/2014/main" id="{88C5B1BC-64CA-9629-3734-8B2092CB5D8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ea typeface="SimSun" panose="02010600030101010101" pitchFamily="2" charset="-122"/>
              </a:rPr>
              <a:t>AND &amp; OR Gates</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10210616"/>
              </p:ext>
            </p:extLst>
          </p:nvPr>
        </p:nvGraphicFramePr>
        <p:xfrm>
          <a:off x="2514600" y="1981200"/>
          <a:ext cx="1524000" cy="1866900"/>
        </p:xfrm>
        <a:graphic>
          <a:graphicData uri="http://schemas.openxmlformats.org/drawingml/2006/table">
            <a:tbl>
              <a:tblPr firstRow="1" bandRow="1">
                <a:tableStyleId>{5C22544A-7EE6-4342-B048-85BDC9FD1C3A}</a:tableStyleId>
              </a:tblPr>
              <a:tblGrid>
                <a:gridCol w="383665">
                  <a:extLst>
                    <a:ext uri="{9D8B030D-6E8A-4147-A177-3AD203B41FA5}">
                      <a16:colId xmlns:a16="http://schemas.microsoft.com/office/drawing/2014/main" val="20000"/>
                    </a:ext>
                  </a:extLst>
                </a:gridCol>
                <a:gridCol w="378335">
                  <a:extLst>
                    <a:ext uri="{9D8B030D-6E8A-4147-A177-3AD203B41FA5}">
                      <a16:colId xmlns:a16="http://schemas.microsoft.com/office/drawing/2014/main" val="20001"/>
                    </a:ext>
                  </a:extLst>
                </a:gridCol>
                <a:gridCol w="346364">
                  <a:extLst>
                    <a:ext uri="{9D8B030D-6E8A-4147-A177-3AD203B41FA5}">
                      <a16:colId xmlns:a16="http://schemas.microsoft.com/office/drawing/2014/main" val="20002"/>
                    </a:ext>
                  </a:extLst>
                </a:gridCol>
                <a:gridCol w="415636">
                  <a:extLst>
                    <a:ext uri="{9D8B030D-6E8A-4147-A177-3AD203B41FA5}">
                      <a16:colId xmlns:a16="http://schemas.microsoft.com/office/drawing/2014/main" val="20003"/>
                    </a:ext>
                  </a:extLst>
                </a:gridCol>
              </a:tblGrid>
              <a:tr h="373380">
                <a:tc>
                  <a:txBody>
                    <a:bodyPr/>
                    <a:lstStyle/>
                    <a:p>
                      <a:r>
                        <a:rPr lang="en-US"/>
                        <a:t>x</a:t>
                      </a:r>
                      <a:r>
                        <a:rPr lang="en-US" sz="1200"/>
                        <a:t>1</a:t>
                      </a:r>
                    </a:p>
                  </a:txBody>
                  <a:tcPr/>
                </a:tc>
                <a:tc>
                  <a:txBody>
                    <a:bodyPr/>
                    <a:lstStyle/>
                    <a:p>
                      <a:r>
                        <a:rPr lang="en-US"/>
                        <a:t>x</a:t>
                      </a:r>
                      <a:r>
                        <a:rPr lang="en-US" sz="1200"/>
                        <a:t>2</a:t>
                      </a:r>
                    </a:p>
                  </a:txBody>
                  <a:tcPr/>
                </a:tc>
                <a:tc>
                  <a:txBody>
                    <a:bodyPr/>
                    <a:lstStyle/>
                    <a:p>
                      <a:r>
                        <a:rPr lang="en-US"/>
                        <a:t>z</a:t>
                      </a:r>
                    </a:p>
                  </a:txBody>
                  <a:tcPr/>
                </a:tc>
                <a:tc>
                  <a:txBody>
                    <a:bodyPr/>
                    <a:lstStyle/>
                    <a:p>
                      <a:r>
                        <a:rPr lang="en-US"/>
                        <a:t>y</a:t>
                      </a:r>
                    </a:p>
                  </a:txBody>
                  <a:tcPr/>
                </a:tc>
                <a:extLst>
                  <a:ext uri="{0D108BD9-81ED-4DB2-BD59-A6C34878D82A}">
                    <a16:rowId xmlns:a16="http://schemas.microsoft.com/office/drawing/2014/main" val="10000"/>
                  </a:ext>
                </a:extLst>
              </a:tr>
              <a:tr h="373380">
                <a:tc>
                  <a:txBody>
                    <a:bodyPr/>
                    <a:lstStyle/>
                    <a:p>
                      <a:r>
                        <a:rPr lang="en-US"/>
                        <a:t>0</a:t>
                      </a:r>
                    </a:p>
                  </a:txBody>
                  <a:tcPr/>
                </a:tc>
                <a:tc>
                  <a:txBody>
                    <a:bodyPr/>
                    <a:lstStyle/>
                    <a:p>
                      <a:r>
                        <a:rPr lang="en-US"/>
                        <a:t>0</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1"/>
                  </a:ext>
                </a:extLst>
              </a:tr>
              <a:tr h="373380">
                <a:tc>
                  <a:txBody>
                    <a:bodyPr/>
                    <a:lstStyle/>
                    <a:p>
                      <a:r>
                        <a:rPr lang="en-US"/>
                        <a:t>0</a:t>
                      </a:r>
                    </a:p>
                  </a:txBody>
                  <a:tcPr/>
                </a:tc>
                <a:tc>
                  <a:txBody>
                    <a:bodyPr/>
                    <a:lstStyle/>
                    <a:p>
                      <a:r>
                        <a:rPr lang="en-US"/>
                        <a:t>1</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2"/>
                  </a:ext>
                </a:extLst>
              </a:tr>
              <a:tr h="373380">
                <a:tc>
                  <a:txBody>
                    <a:bodyPr/>
                    <a:lstStyle/>
                    <a:p>
                      <a:r>
                        <a:rPr lang="en-US"/>
                        <a:t>1</a:t>
                      </a:r>
                    </a:p>
                  </a:txBody>
                  <a:tcPr/>
                </a:tc>
                <a:tc>
                  <a:txBody>
                    <a:bodyPr/>
                    <a:lstStyle/>
                    <a:p>
                      <a:r>
                        <a:rPr lang="en-US"/>
                        <a:t>0</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3"/>
                  </a:ext>
                </a:extLst>
              </a:tr>
              <a:tr h="373380">
                <a:tc>
                  <a:txBody>
                    <a:bodyPr/>
                    <a:lstStyle/>
                    <a:p>
                      <a:r>
                        <a:rPr lang="en-US"/>
                        <a:t>1</a:t>
                      </a:r>
                    </a:p>
                  </a:txBody>
                  <a:tcPr/>
                </a:tc>
                <a:tc>
                  <a:txBody>
                    <a:bodyPr/>
                    <a:lstStyle/>
                    <a:p>
                      <a:r>
                        <a:rPr lang="en-US"/>
                        <a:t>1</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55</a:t>
            </a:fld>
            <a:endParaRPr lang="en-US" altLang="zh-CN"/>
          </a:p>
        </p:txBody>
      </p:sp>
      <p:graphicFrame>
        <p:nvGraphicFramePr>
          <p:cNvPr id="6" name="Content Placeholder 4"/>
          <p:cNvGraphicFramePr>
            <a:graphicFrameLocks/>
          </p:cNvGraphicFramePr>
          <p:nvPr>
            <p:extLst>
              <p:ext uri="{D42A27DB-BD31-4B8C-83A1-F6EECF244321}">
                <p14:modId xmlns:p14="http://schemas.microsoft.com/office/powerpoint/2010/main" val="1375285719"/>
              </p:ext>
            </p:extLst>
          </p:nvPr>
        </p:nvGraphicFramePr>
        <p:xfrm>
          <a:off x="5867400" y="1981200"/>
          <a:ext cx="1524000" cy="182880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20000"/>
                    </a:ext>
                  </a:extLst>
                </a:gridCol>
                <a:gridCol w="417286">
                  <a:extLst>
                    <a:ext uri="{9D8B030D-6E8A-4147-A177-3AD203B41FA5}">
                      <a16:colId xmlns:a16="http://schemas.microsoft.com/office/drawing/2014/main" val="20001"/>
                    </a:ext>
                  </a:extLst>
                </a:gridCol>
                <a:gridCol w="362857">
                  <a:extLst>
                    <a:ext uri="{9D8B030D-6E8A-4147-A177-3AD203B41FA5}">
                      <a16:colId xmlns:a16="http://schemas.microsoft.com/office/drawing/2014/main" val="20002"/>
                    </a:ext>
                  </a:extLst>
                </a:gridCol>
                <a:gridCol w="362857">
                  <a:extLst>
                    <a:ext uri="{9D8B030D-6E8A-4147-A177-3AD203B41FA5}">
                      <a16:colId xmlns:a16="http://schemas.microsoft.com/office/drawing/2014/main" val="20003"/>
                    </a:ext>
                  </a:extLst>
                </a:gridCol>
              </a:tblGrid>
              <a:tr h="289560">
                <a:tc>
                  <a:txBody>
                    <a:bodyPr/>
                    <a:lstStyle/>
                    <a:p>
                      <a:r>
                        <a:rPr lang="en-US"/>
                        <a:t>x</a:t>
                      </a:r>
                      <a:r>
                        <a:rPr lang="en-US" sz="1200"/>
                        <a:t>1</a:t>
                      </a:r>
                    </a:p>
                  </a:txBody>
                  <a:tcPr/>
                </a:tc>
                <a:tc>
                  <a:txBody>
                    <a:bodyPr/>
                    <a:lstStyle/>
                    <a:p>
                      <a:r>
                        <a:rPr lang="en-US"/>
                        <a:t>x</a:t>
                      </a:r>
                      <a:r>
                        <a:rPr lang="en-US" sz="1200"/>
                        <a:t>2</a:t>
                      </a:r>
                    </a:p>
                  </a:txBody>
                  <a:tcPr/>
                </a:tc>
                <a:tc>
                  <a:txBody>
                    <a:bodyPr/>
                    <a:lstStyle/>
                    <a:p>
                      <a:r>
                        <a:rPr lang="en-US"/>
                        <a:t>z</a:t>
                      </a:r>
                    </a:p>
                  </a:txBody>
                  <a:tcPr/>
                </a:tc>
                <a:tc>
                  <a:txBody>
                    <a:bodyPr/>
                    <a:lstStyle/>
                    <a:p>
                      <a:r>
                        <a:rPr lang="en-US"/>
                        <a:t>y</a:t>
                      </a:r>
                    </a:p>
                  </a:txBody>
                  <a:tcPr/>
                </a:tc>
                <a:extLst>
                  <a:ext uri="{0D108BD9-81ED-4DB2-BD59-A6C34878D82A}">
                    <a16:rowId xmlns:a16="http://schemas.microsoft.com/office/drawing/2014/main" val="10000"/>
                  </a:ext>
                </a:extLst>
              </a:tr>
              <a:tr h="335280">
                <a:tc>
                  <a:txBody>
                    <a:bodyPr/>
                    <a:lstStyle/>
                    <a:p>
                      <a:r>
                        <a:rPr lang="en-US"/>
                        <a:t>0</a:t>
                      </a:r>
                    </a:p>
                  </a:txBody>
                  <a:tcPr/>
                </a:tc>
                <a:tc>
                  <a:txBody>
                    <a:bodyPr/>
                    <a:lstStyle/>
                    <a:p>
                      <a:r>
                        <a:rPr lang="en-US"/>
                        <a:t>0</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1"/>
                  </a:ext>
                </a:extLst>
              </a:tr>
              <a:tr h="335280">
                <a:tc>
                  <a:txBody>
                    <a:bodyPr/>
                    <a:lstStyle/>
                    <a:p>
                      <a:r>
                        <a:rPr lang="en-US"/>
                        <a:t>0</a:t>
                      </a:r>
                    </a:p>
                  </a:txBody>
                  <a:tcPr/>
                </a:tc>
                <a:tc>
                  <a:txBody>
                    <a:bodyPr/>
                    <a:lstStyle/>
                    <a:p>
                      <a:r>
                        <a:rPr lang="en-US"/>
                        <a:t>1</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2"/>
                  </a:ext>
                </a:extLst>
              </a:tr>
              <a:tr h="335280">
                <a:tc>
                  <a:txBody>
                    <a:bodyPr/>
                    <a:lstStyle/>
                    <a:p>
                      <a:r>
                        <a:rPr lang="en-US"/>
                        <a:t>1</a:t>
                      </a:r>
                    </a:p>
                  </a:txBody>
                  <a:tcPr/>
                </a:tc>
                <a:tc>
                  <a:txBody>
                    <a:bodyPr/>
                    <a:lstStyle/>
                    <a:p>
                      <a:r>
                        <a:rPr lang="en-US"/>
                        <a:t>0</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3"/>
                  </a:ext>
                </a:extLst>
              </a:tr>
              <a:tr h="335280">
                <a:tc>
                  <a:txBody>
                    <a:bodyPr/>
                    <a:lstStyle/>
                    <a:p>
                      <a:r>
                        <a:rPr lang="en-US"/>
                        <a:t>1</a:t>
                      </a:r>
                    </a:p>
                  </a:txBody>
                  <a:tcPr/>
                </a:tc>
                <a:tc>
                  <a:txBody>
                    <a:bodyPr/>
                    <a:lstStyle/>
                    <a:p>
                      <a:r>
                        <a:rPr lang="en-US"/>
                        <a:t>1</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4"/>
                  </a:ext>
                </a:extLst>
              </a:tr>
            </a:tbl>
          </a:graphicData>
        </a:graphic>
      </p:graphicFrame>
      <p:sp>
        <p:nvSpPr>
          <p:cNvPr id="3" name="Footer Placeholder 4">
            <a:extLst>
              <a:ext uri="{FF2B5EF4-FFF2-40B4-BE49-F238E27FC236}">
                <a16:creationId xmlns:a16="http://schemas.microsoft.com/office/drawing/2014/main" id="{BD561697-216C-FD1D-9953-9A6A35903DB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44204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p:txBody>
          <a:bodyPr/>
          <a:lstStyle/>
          <a:p>
            <a:pPr algn="ctr"/>
            <a:r>
              <a:rPr lang="en-US" altLang="zh-CN">
                <a:ea typeface="SimSun" panose="02010600030101010101" pitchFamily="2" charset="-122"/>
              </a:rPr>
              <a:t>Other Logic Functions</a:t>
            </a:r>
          </a:p>
        </p:txBody>
      </p:sp>
      <p:pic>
        <p:nvPicPr>
          <p:cNvPr id="10445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1600" y="1724024"/>
            <a:ext cx="6838950" cy="2124075"/>
          </a:xfrm>
          <a:noFill/>
        </p:spPr>
      </p:pic>
      <p:sp>
        <p:nvSpPr>
          <p:cNvPr id="1044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12EC6FF-D972-426F-873D-4A3DF198C8A7}" type="slidenum">
              <a:rPr lang="zh-CN" altLang="en-US" sz="1400" smtClean="0">
                <a:solidFill>
                  <a:schemeClr val="bg2"/>
                </a:solidFill>
                <a:latin typeface="Arial" panose="020B0604020202020204" pitchFamily="34" charset="0"/>
              </a:rPr>
              <a:pPr>
                <a:spcBef>
                  <a:spcPct val="50000"/>
                </a:spcBef>
                <a:buClrTx/>
                <a:buSzTx/>
                <a:buFontTx/>
                <a:buNone/>
              </a:pPr>
              <a:t>56</a:t>
            </a:fld>
            <a:endParaRPr lang="en-US" altLang="zh-CN" sz="1400">
              <a:solidFill>
                <a:schemeClr val="bg2"/>
              </a:solidFill>
              <a:latin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912733710"/>
              </p:ext>
            </p:extLst>
          </p:nvPr>
        </p:nvGraphicFramePr>
        <p:xfrm>
          <a:off x="1968500" y="4251959"/>
          <a:ext cx="1676399" cy="184404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380999">
                  <a:extLst>
                    <a:ext uri="{9D8B030D-6E8A-4147-A177-3AD203B41FA5}">
                      <a16:colId xmlns:a16="http://schemas.microsoft.com/office/drawing/2014/main" val="20003"/>
                    </a:ext>
                  </a:extLst>
                </a:gridCol>
              </a:tblGrid>
              <a:tr h="137160">
                <a:tc>
                  <a:txBody>
                    <a:bodyPr/>
                    <a:lstStyle/>
                    <a:p>
                      <a:r>
                        <a:rPr lang="en-US"/>
                        <a:t>x</a:t>
                      </a:r>
                      <a:r>
                        <a:rPr lang="en-US" sz="1200"/>
                        <a:t>1</a:t>
                      </a:r>
                    </a:p>
                  </a:txBody>
                  <a:tcPr/>
                </a:tc>
                <a:tc>
                  <a:txBody>
                    <a:bodyPr/>
                    <a:lstStyle/>
                    <a:p>
                      <a:r>
                        <a:rPr lang="en-US"/>
                        <a:t>x</a:t>
                      </a:r>
                      <a:r>
                        <a:rPr lang="en-US" sz="1200"/>
                        <a:t>2</a:t>
                      </a:r>
                    </a:p>
                  </a:txBody>
                  <a:tcPr/>
                </a:tc>
                <a:tc>
                  <a:txBody>
                    <a:bodyPr/>
                    <a:lstStyle/>
                    <a:p>
                      <a:r>
                        <a:rPr lang="en-US"/>
                        <a:t>z</a:t>
                      </a:r>
                    </a:p>
                  </a:txBody>
                  <a:tcPr/>
                </a:tc>
                <a:tc>
                  <a:txBody>
                    <a:bodyPr/>
                    <a:lstStyle/>
                    <a:p>
                      <a:r>
                        <a:rPr lang="en-US" dirty="0"/>
                        <a:t>y</a:t>
                      </a:r>
                    </a:p>
                  </a:txBody>
                  <a:tcPr/>
                </a:tc>
                <a:extLst>
                  <a:ext uri="{0D108BD9-81ED-4DB2-BD59-A6C34878D82A}">
                    <a16:rowId xmlns:a16="http://schemas.microsoft.com/office/drawing/2014/main" val="10000"/>
                  </a:ext>
                </a:extLst>
              </a:tr>
              <a:tr h="137160">
                <a:tc>
                  <a:txBody>
                    <a:bodyPr/>
                    <a:lstStyle/>
                    <a:p>
                      <a:r>
                        <a:rPr lang="en-US"/>
                        <a:t>0</a:t>
                      </a:r>
                    </a:p>
                  </a:txBody>
                  <a:tcPr/>
                </a:tc>
                <a:tc>
                  <a:txBody>
                    <a:bodyPr/>
                    <a:lstStyle/>
                    <a:p>
                      <a:r>
                        <a:rPr lang="en-US"/>
                        <a:t>0</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1"/>
                  </a:ext>
                </a:extLst>
              </a:tr>
              <a:tr h="370840">
                <a:tc>
                  <a:txBody>
                    <a:bodyPr/>
                    <a:lstStyle/>
                    <a:p>
                      <a:r>
                        <a:rPr lang="en-US"/>
                        <a:t>0</a:t>
                      </a:r>
                    </a:p>
                  </a:txBody>
                  <a:tcPr/>
                </a:tc>
                <a:tc>
                  <a:txBody>
                    <a:bodyPr/>
                    <a:lstStyle/>
                    <a:p>
                      <a:r>
                        <a:rPr lang="en-US"/>
                        <a:t>1</a:t>
                      </a:r>
                    </a:p>
                  </a:txBody>
                  <a:tcPr/>
                </a:tc>
                <a:tc>
                  <a:txBody>
                    <a:bodyPr/>
                    <a:lstStyle/>
                    <a:p>
                      <a:r>
                        <a:rPr lang="en-US" dirty="0"/>
                        <a:t>0</a:t>
                      </a:r>
                    </a:p>
                  </a:txBody>
                  <a:tcPr/>
                </a:tc>
                <a:tc>
                  <a:txBody>
                    <a:bodyPr/>
                    <a:lstStyle/>
                    <a:p>
                      <a:r>
                        <a:rPr lang="en-US"/>
                        <a:t>0</a:t>
                      </a:r>
                    </a:p>
                  </a:txBody>
                  <a:tcPr/>
                </a:tc>
                <a:extLst>
                  <a:ext uri="{0D108BD9-81ED-4DB2-BD59-A6C34878D82A}">
                    <a16:rowId xmlns:a16="http://schemas.microsoft.com/office/drawing/2014/main" val="10002"/>
                  </a:ext>
                </a:extLst>
              </a:tr>
              <a:tr h="370840">
                <a:tc>
                  <a:txBody>
                    <a:bodyPr/>
                    <a:lstStyle/>
                    <a:p>
                      <a:r>
                        <a:rPr lang="en-US"/>
                        <a:t>1</a:t>
                      </a:r>
                    </a:p>
                  </a:txBody>
                  <a:tcPr/>
                </a:tc>
                <a:tc>
                  <a:txBody>
                    <a:bodyPr/>
                    <a:lstStyle/>
                    <a:p>
                      <a:r>
                        <a:rPr lang="en-US"/>
                        <a:t>0</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3"/>
                  </a:ext>
                </a:extLst>
              </a:tr>
              <a:tr h="370840">
                <a:tc>
                  <a:txBody>
                    <a:bodyPr/>
                    <a:lstStyle/>
                    <a:p>
                      <a:r>
                        <a:rPr lang="en-US"/>
                        <a:t>1</a:t>
                      </a:r>
                    </a:p>
                  </a:txBody>
                  <a:tcPr/>
                </a:tc>
                <a:tc>
                  <a:txBody>
                    <a:bodyPr/>
                    <a:lstStyle/>
                    <a:p>
                      <a:r>
                        <a:rPr lang="en-US"/>
                        <a:t>1</a:t>
                      </a:r>
                    </a:p>
                  </a:txBody>
                  <a:tcPr/>
                </a:tc>
                <a:tc>
                  <a:txBody>
                    <a:bodyPr/>
                    <a:lstStyle/>
                    <a:p>
                      <a:r>
                        <a:rPr lang="en-US"/>
                        <a:t>0</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36679799"/>
              </p:ext>
            </p:extLst>
          </p:nvPr>
        </p:nvGraphicFramePr>
        <p:xfrm>
          <a:off x="4270375" y="4251959"/>
          <a:ext cx="1676399" cy="184404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441325">
                  <a:extLst>
                    <a:ext uri="{9D8B030D-6E8A-4147-A177-3AD203B41FA5}">
                      <a16:colId xmlns:a16="http://schemas.microsoft.com/office/drawing/2014/main" val="20001"/>
                    </a:ext>
                  </a:extLst>
                </a:gridCol>
                <a:gridCol w="396875">
                  <a:extLst>
                    <a:ext uri="{9D8B030D-6E8A-4147-A177-3AD203B41FA5}">
                      <a16:colId xmlns:a16="http://schemas.microsoft.com/office/drawing/2014/main" val="20002"/>
                    </a:ext>
                  </a:extLst>
                </a:gridCol>
                <a:gridCol w="380999">
                  <a:extLst>
                    <a:ext uri="{9D8B030D-6E8A-4147-A177-3AD203B41FA5}">
                      <a16:colId xmlns:a16="http://schemas.microsoft.com/office/drawing/2014/main" val="20003"/>
                    </a:ext>
                  </a:extLst>
                </a:gridCol>
              </a:tblGrid>
              <a:tr h="289560">
                <a:tc>
                  <a:txBody>
                    <a:bodyPr/>
                    <a:lstStyle/>
                    <a:p>
                      <a:r>
                        <a:rPr lang="en-US"/>
                        <a:t>x</a:t>
                      </a:r>
                      <a:r>
                        <a:rPr lang="en-US" sz="1200"/>
                        <a:t>1</a:t>
                      </a:r>
                    </a:p>
                  </a:txBody>
                  <a:tcPr/>
                </a:tc>
                <a:tc>
                  <a:txBody>
                    <a:bodyPr/>
                    <a:lstStyle/>
                    <a:p>
                      <a:r>
                        <a:rPr lang="en-US" dirty="0"/>
                        <a:t>x</a:t>
                      </a:r>
                      <a:r>
                        <a:rPr lang="en-US" sz="1200" dirty="0"/>
                        <a:t>2</a:t>
                      </a:r>
                    </a:p>
                  </a:txBody>
                  <a:tcPr/>
                </a:tc>
                <a:tc>
                  <a:txBody>
                    <a:bodyPr/>
                    <a:lstStyle/>
                    <a:p>
                      <a:r>
                        <a:rPr lang="en-US"/>
                        <a:t>z</a:t>
                      </a:r>
                    </a:p>
                  </a:txBody>
                  <a:tcPr/>
                </a:tc>
                <a:tc>
                  <a:txBody>
                    <a:bodyPr/>
                    <a:lstStyle/>
                    <a:p>
                      <a:r>
                        <a:rPr lang="en-US"/>
                        <a:t>y</a:t>
                      </a:r>
                    </a:p>
                  </a:txBody>
                  <a:tcPr/>
                </a:tc>
                <a:extLst>
                  <a:ext uri="{0D108BD9-81ED-4DB2-BD59-A6C34878D82A}">
                    <a16:rowId xmlns:a16="http://schemas.microsoft.com/office/drawing/2014/main" val="10000"/>
                  </a:ext>
                </a:extLst>
              </a:tr>
              <a:tr h="137160">
                <a:tc>
                  <a:txBody>
                    <a:bodyPr/>
                    <a:lstStyle/>
                    <a:p>
                      <a:r>
                        <a:rPr lang="en-US"/>
                        <a:t>0</a:t>
                      </a:r>
                    </a:p>
                  </a:txBody>
                  <a:tcPr/>
                </a:tc>
                <a:tc>
                  <a:txBody>
                    <a:bodyPr/>
                    <a:lstStyle/>
                    <a:p>
                      <a:r>
                        <a:rPr lang="en-US"/>
                        <a:t>0</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1"/>
                  </a:ext>
                </a:extLst>
              </a:tr>
              <a:tr h="370840">
                <a:tc>
                  <a:txBody>
                    <a:bodyPr/>
                    <a:lstStyle/>
                    <a:p>
                      <a:r>
                        <a:rPr lang="en-US"/>
                        <a:t>0</a:t>
                      </a:r>
                    </a:p>
                  </a:txBody>
                  <a:tcPr/>
                </a:tc>
                <a:tc>
                  <a:txBody>
                    <a:bodyPr/>
                    <a:lstStyle/>
                    <a:p>
                      <a:r>
                        <a:rPr lang="en-US"/>
                        <a:t>1</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2"/>
                  </a:ext>
                </a:extLst>
              </a:tr>
              <a:tr h="370840">
                <a:tc>
                  <a:txBody>
                    <a:bodyPr/>
                    <a:lstStyle/>
                    <a:p>
                      <a:r>
                        <a:rPr lang="en-US"/>
                        <a:t>1</a:t>
                      </a:r>
                    </a:p>
                  </a:txBody>
                  <a:tcPr/>
                </a:tc>
                <a:tc>
                  <a:txBody>
                    <a:bodyPr/>
                    <a:lstStyle/>
                    <a:p>
                      <a:r>
                        <a:rPr lang="en-US"/>
                        <a:t>0</a:t>
                      </a:r>
                    </a:p>
                  </a:txBody>
                  <a:tcPr/>
                </a:tc>
                <a:tc>
                  <a:txBody>
                    <a:bodyPr/>
                    <a:lstStyle/>
                    <a:p>
                      <a:r>
                        <a:rPr lang="en-US"/>
                        <a:t>0</a:t>
                      </a:r>
                    </a:p>
                  </a:txBody>
                  <a:tcPr/>
                </a:tc>
                <a:tc>
                  <a:txBody>
                    <a:bodyPr/>
                    <a:lstStyle/>
                    <a:p>
                      <a:r>
                        <a:rPr lang="en-US"/>
                        <a:t>0</a:t>
                      </a:r>
                    </a:p>
                  </a:txBody>
                  <a:tcPr/>
                </a:tc>
                <a:extLst>
                  <a:ext uri="{0D108BD9-81ED-4DB2-BD59-A6C34878D82A}">
                    <a16:rowId xmlns:a16="http://schemas.microsoft.com/office/drawing/2014/main" val="10003"/>
                  </a:ext>
                </a:extLst>
              </a:tr>
              <a:tr h="370840">
                <a:tc>
                  <a:txBody>
                    <a:bodyPr/>
                    <a:lstStyle/>
                    <a:p>
                      <a:r>
                        <a:rPr lang="en-US"/>
                        <a:t>1</a:t>
                      </a:r>
                    </a:p>
                  </a:txBody>
                  <a:tcPr/>
                </a:tc>
                <a:tc>
                  <a:txBody>
                    <a:bodyPr/>
                    <a:lstStyle/>
                    <a:p>
                      <a:r>
                        <a:rPr lang="en-US"/>
                        <a:t>1</a:t>
                      </a:r>
                    </a:p>
                  </a:txBody>
                  <a:tcPr/>
                </a:tc>
                <a:tc>
                  <a:txBody>
                    <a:bodyPr/>
                    <a:lstStyle/>
                    <a:p>
                      <a:r>
                        <a:rPr lang="en-US"/>
                        <a:t>0</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75886417"/>
              </p:ext>
            </p:extLst>
          </p:nvPr>
        </p:nvGraphicFramePr>
        <p:xfrm>
          <a:off x="6667500" y="4561948"/>
          <a:ext cx="1143000" cy="109728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tblGrid>
              <a:tr h="354753">
                <a:tc>
                  <a:txBody>
                    <a:bodyPr/>
                    <a:lstStyle/>
                    <a:p>
                      <a:r>
                        <a:rPr lang="en-US"/>
                        <a:t>x</a:t>
                      </a:r>
                    </a:p>
                  </a:txBody>
                  <a:tcPr/>
                </a:tc>
                <a:tc>
                  <a:txBody>
                    <a:bodyPr/>
                    <a:lstStyle/>
                    <a:p>
                      <a:r>
                        <a:rPr lang="en-US"/>
                        <a:t>z</a:t>
                      </a:r>
                    </a:p>
                  </a:txBody>
                  <a:tcPr/>
                </a:tc>
                <a:tc>
                  <a:txBody>
                    <a:bodyPr/>
                    <a:lstStyle/>
                    <a:p>
                      <a:r>
                        <a:rPr lang="en-US" dirty="0"/>
                        <a:t>y</a:t>
                      </a:r>
                    </a:p>
                  </a:txBody>
                  <a:tcPr/>
                </a:tc>
                <a:extLst>
                  <a:ext uri="{0D108BD9-81ED-4DB2-BD59-A6C34878D82A}">
                    <a16:rowId xmlns:a16="http://schemas.microsoft.com/office/drawing/2014/main" val="10000"/>
                  </a:ext>
                </a:extLst>
              </a:tr>
              <a:tr h="354753">
                <a:tc>
                  <a:txBody>
                    <a:bodyPr/>
                    <a:lstStyle/>
                    <a:p>
                      <a:r>
                        <a:rPr lang="en-US"/>
                        <a:t>0</a:t>
                      </a:r>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10001"/>
                  </a:ext>
                </a:extLst>
              </a:tr>
              <a:tr h="354753">
                <a:tc>
                  <a:txBody>
                    <a:bodyPr/>
                    <a:lstStyle/>
                    <a:p>
                      <a:r>
                        <a:rPr lang="en-US"/>
                        <a:t>1</a:t>
                      </a:r>
                    </a:p>
                  </a:txBody>
                  <a:tcPr/>
                </a:tc>
                <a:tc>
                  <a:txBody>
                    <a:bodyPr/>
                    <a:lstStyle/>
                    <a:p>
                      <a:r>
                        <a:rPr lang="en-US"/>
                        <a:t>0</a:t>
                      </a:r>
                    </a:p>
                  </a:txBody>
                  <a:tcPr/>
                </a:tc>
                <a:tc>
                  <a:txBody>
                    <a:bodyPr/>
                    <a:lstStyle/>
                    <a:p>
                      <a:r>
                        <a:rPr lang="en-US" dirty="0"/>
                        <a:t>0</a:t>
                      </a:r>
                    </a:p>
                  </a:txBody>
                  <a:tcPr/>
                </a:tc>
                <a:extLst>
                  <a:ext uri="{0D108BD9-81ED-4DB2-BD59-A6C34878D82A}">
                    <a16:rowId xmlns:a16="http://schemas.microsoft.com/office/drawing/2014/main" val="10002"/>
                  </a:ext>
                </a:extLst>
              </a:tr>
            </a:tbl>
          </a:graphicData>
        </a:graphic>
      </p:graphicFrame>
      <p:sp>
        <p:nvSpPr>
          <p:cNvPr id="5" name="文本框 4">
            <a:extLst>
              <a:ext uri="{FF2B5EF4-FFF2-40B4-BE49-F238E27FC236}">
                <a16:creationId xmlns:a16="http://schemas.microsoft.com/office/drawing/2014/main" id="{BFCF2999-958A-404B-52E0-2B8FE2DF346A}"/>
              </a:ext>
            </a:extLst>
          </p:cNvPr>
          <p:cNvSpPr txBox="1"/>
          <p:nvPr/>
        </p:nvSpPr>
        <p:spPr>
          <a:xfrm>
            <a:off x="1981200" y="3758707"/>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6" name="Footer Placeholder 4">
            <a:extLst>
              <a:ext uri="{FF2B5EF4-FFF2-40B4-BE49-F238E27FC236}">
                <a16:creationId xmlns:a16="http://schemas.microsoft.com/office/drawing/2014/main" id="{3F869C87-B760-8C0C-C180-9ED279A2A10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pPr algn="ctr"/>
            <a:r>
              <a:rPr lang="en-US" altLang="zh-CN">
                <a:ea typeface="SimSun" panose="02010600030101010101" pitchFamily="2" charset="-122"/>
              </a:rPr>
              <a:t>A Decoder</a:t>
            </a:r>
          </a:p>
        </p:txBody>
      </p:sp>
      <p:pic>
        <p:nvPicPr>
          <p:cNvPr id="10547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828800"/>
            <a:ext cx="571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F1B69C4-3EF1-4071-9BB1-460768DE28EC}" type="slidenum">
              <a:rPr lang="zh-CN" altLang="en-US" sz="1400" smtClean="0">
                <a:solidFill>
                  <a:schemeClr val="bg2"/>
                </a:solidFill>
                <a:latin typeface="Arial" panose="020B0604020202020204" pitchFamily="34" charset="0"/>
              </a:rPr>
              <a:pPr>
                <a:spcBef>
                  <a:spcPct val="50000"/>
                </a:spcBef>
                <a:buClrTx/>
                <a:buSzTx/>
                <a:buFontTx/>
                <a:buNone/>
              </a:pPr>
              <a:t>57</a:t>
            </a:fld>
            <a:endParaRPr lang="en-US" altLang="zh-CN" sz="1400">
              <a:solidFill>
                <a:schemeClr val="bg2"/>
              </a:solidFill>
              <a:latin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397770554"/>
              </p:ext>
            </p:extLst>
          </p:nvPr>
        </p:nvGraphicFramePr>
        <p:xfrm>
          <a:off x="3505201" y="4495800"/>
          <a:ext cx="2438398" cy="1112520"/>
        </p:xfrm>
        <a:graphic>
          <a:graphicData uri="http://schemas.openxmlformats.org/drawingml/2006/table">
            <a:tbl>
              <a:tblPr firstRow="1" bandRow="1">
                <a:tableStyleId>{5C22544A-7EE6-4342-B048-85BDC9FD1C3A}</a:tableStyleId>
              </a:tblPr>
              <a:tblGrid>
                <a:gridCol w="418011">
                  <a:extLst>
                    <a:ext uri="{9D8B030D-6E8A-4147-A177-3AD203B41FA5}">
                      <a16:colId xmlns:a16="http://schemas.microsoft.com/office/drawing/2014/main" val="20000"/>
                    </a:ext>
                  </a:extLst>
                </a:gridCol>
                <a:gridCol w="418011">
                  <a:extLst>
                    <a:ext uri="{9D8B030D-6E8A-4147-A177-3AD203B41FA5}">
                      <a16:colId xmlns:a16="http://schemas.microsoft.com/office/drawing/2014/main" val="20001"/>
                    </a:ext>
                  </a:extLst>
                </a:gridCol>
                <a:gridCol w="418011">
                  <a:extLst>
                    <a:ext uri="{9D8B030D-6E8A-4147-A177-3AD203B41FA5}">
                      <a16:colId xmlns:a16="http://schemas.microsoft.com/office/drawing/2014/main" val="20002"/>
                    </a:ext>
                  </a:extLst>
                </a:gridCol>
                <a:gridCol w="498566">
                  <a:extLst>
                    <a:ext uri="{9D8B030D-6E8A-4147-A177-3AD203B41FA5}">
                      <a16:colId xmlns:a16="http://schemas.microsoft.com/office/drawing/2014/main" val="20003"/>
                    </a:ext>
                  </a:extLst>
                </a:gridCol>
                <a:gridCol w="685799">
                  <a:extLst>
                    <a:ext uri="{9D8B030D-6E8A-4147-A177-3AD203B41FA5}">
                      <a16:colId xmlns:a16="http://schemas.microsoft.com/office/drawing/2014/main" val="20004"/>
                    </a:ext>
                  </a:extLst>
                </a:gridCol>
              </a:tblGrid>
              <a:tr h="370840">
                <a:tc>
                  <a:txBody>
                    <a:bodyPr/>
                    <a:lstStyle/>
                    <a:p>
                      <a:r>
                        <a:rPr lang="en-US"/>
                        <a:t>x</a:t>
                      </a:r>
                      <a:r>
                        <a:rPr lang="en-US" sz="1200"/>
                        <a:t>1</a:t>
                      </a:r>
                    </a:p>
                  </a:txBody>
                  <a:tcPr/>
                </a:tc>
                <a:tc>
                  <a:txBody>
                    <a:bodyPr/>
                    <a:lstStyle/>
                    <a:p>
                      <a:r>
                        <a:rPr lang="en-US"/>
                        <a:t>x</a:t>
                      </a:r>
                      <a:r>
                        <a:rPr lang="en-US" sz="1200"/>
                        <a:t>2</a:t>
                      </a:r>
                    </a:p>
                  </a:txBody>
                  <a:tcPr/>
                </a:tc>
                <a:tc>
                  <a:txBody>
                    <a:bodyPr/>
                    <a:lstStyle/>
                    <a:p>
                      <a:r>
                        <a:rPr lang="en-US"/>
                        <a:t>x</a:t>
                      </a:r>
                      <a:r>
                        <a:rPr lang="en-US" sz="1200"/>
                        <a:t>3</a:t>
                      </a:r>
                    </a:p>
                  </a:txBody>
                  <a:tcPr/>
                </a:tc>
                <a:tc>
                  <a:txBody>
                    <a:bodyPr/>
                    <a:lstStyle/>
                    <a:p>
                      <a:pPr algn="ctr"/>
                      <a:r>
                        <a:rPr lang="en-US"/>
                        <a:t>z</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t>1</a:t>
                      </a:r>
                    </a:p>
                  </a:txBody>
                  <a:tcPr/>
                </a:tc>
                <a:tc>
                  <a:txBody>
                    <a:bodyPr/>
                    <a:lstStyle/>
                    <a:p>
                      <a:r>
                        <a:rPr lang="en-US"/>
                        <a:t>0</a:t>
                      </a:r>
                    </a:p>
                  </a:txBody>
                  <a:tcPr/>
                </a:tc>
                <a:tc>
                  <a:txBody>
                    <a:bodyPr/>
                    <a:lstStyle/>
                    <a:p>
                      <a:r>
                        <a:rPr lang="en-US"/>
                        <a:t>1</a:t>
                      </a:r>
                    </a:p>
                  </a:txBody>
                  <a:tcPr/>
                </a:tc>
                <a:tc>
                  <a:txBody>
                    <a:bodyPr/>
                    <a:lstStyle/>
                    <a:p>
                      <a:pPr algn="ctr"/>
                      <a:r>
                        <a:rPr lang="en-US"/>
                        <a:t>1</a:t>
                      </a:r>
                    </a:p>
                  </a:txBody>
                  <a:tcPr/>
                </a:tc>
                <a:tc>
                  <a:txBody>
                    <a:bodyPr/>
                    <a:lstStyle/>
                    <a:p>
                      <a:pPr algn="ctr"/>
                      <a:r>
                        <a:rPr lang="en-US"/>
                        <a:t>1</a:t>
                      </a:r>
                    </a:p>
                  </a:txBody>
                  <a:tcPr/>
                </a:tc>
                <a:extLst>
                  <a:ext uri="{0D108BD9-81ED-4DB2-BD59-A6C34878D82A}">
                    <a16:rowId xmlns:a16="http://schemas.microsoft.com/office/drawing/2014/main" val="10001"/>
                  </a:ext>
                </a:extLst>
              </a:tr>
              <a:tr h="370840">
                <a:tc gridSpan="3">
                  <a:txBody>
                    <a:bodyPr/>
                    <a:lstStyle/>
                    <a:p>
                      <a:pPr algn="ctr"/>
                      <a:r>
                        <a:rPr lang="en-US"/>
                        <a:t>Otherwise</a:t>
                      </a:r>
                    </a:p>
                  </a:txBody>
                  <a:tcPr/>
                </a:tc>
                <a:tc hMerge="1">
                  <a:txBody>
                    <a:bodyPr/>
                    <a:lstStyle/>
                    <a:p>
                      <a:endParaRPr lang="en-US"/>
                    </a:p>
                  </a:txBody>
                  <a:tcPr/>
                </a:tc>
                <a:tc hMerge="1">
                  <a:txBody>
                    <a:bodyPr/>
                    <a:lstStyle/>
                    <a:p>
                      <a:endParaRPr lang="en-US"/>
                    </a:p>
                  </a:txBody>
                  <a:tcPr/>
                </a:tc>
                <a:tc>
                  <a:txBody>
                    <a:bodyPr/>
                    <a:lstStyle/>
                    <a:p>
                      <a:pPr algn="ctr"/>
                      <a:r>
                        <a:rPr lang="en-US"/>
                        <a:t>0</a:t>
                      </a:r>
                    </a:p>
                  </a:txBody>
                  <a:tcPr/>
                </a:tc>
                <a:tc>
                  <a:txBody>
                    <a:bodyPr/>
                    <a:lstStyle/>
                    <a:p>
                      <a:pPr algn="ctr"/>
                      <a:r>
                        <a:rPr lang="en-US"/>
                        <a:t>0</a:t>
                      </a:r>
                    </a:p>
                  </a:txBody>
                  <a:tcPr/>
                </a:tc>
                <a:extLst>
                  <a:ext uri="{0D108BD9-81ED-4DB2-BD59-A6C34878D82A}">
                    <a16:rowId xmlns:a16="http://schemas.microsoft.com/office/drawing/2014/main" val="10002"/>
                  </a:ext>
                </a:extLst>
              </a:tr>
            </a:tbl>
          </a:graphicData>
        </a:graphic>
      </p:graphicFrame>
      <p:sp>
        <p:nvSpPr>
          <p:cNvPr id="2" name="文本框 1">
            <a:extLst>
              <a:ext uri="{FF2B5EF4-FFF2-40B4-BE49-F238E27FC236}">
                <a16:creationId xmlns:a16="http://schemas.microsoft.com/office/drawing/2014/main" id="{952137E2-F56E-0575-3BA2-D8ECF4502E69}"/>
              </a:ext>
            </a:extLst>
          </p:cNvPr>
          <p:cNvSpPr txBox="1"/>
          <p:nvPr/>
        </p:nvSpPr>
        <p:spPr>
          <a:xfrm>
            <a:off x="2362199" y="3726921"/>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4" name="Footer Placeholder 4">
            <a:extLst>
              <a:ext uri="{FF2B5EF4-FFF2-40B4-BE49-F238E27FC236}">
                <a16:creationId xmlns:a16="http://schemas.microsoft.com/office/drawing/2014/main" id="{2D8C5D51-3AC7-0CE9-80B7-46E255EC45D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ea typeface="SimSun" panose="02010600030101010101" pitchFamily="2" charset="-122"/>
              </a:rPr>
              <a:t>Another Decoder</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58</a:t>
            </a:fld>
            <a:endParaRPr lang="en-US" altLang="zh-CN"/>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57412" y="1868266"/>
            <a:ext cx="5133975" cy="1714500"/>
          </a:xfrm>
          <a:noFill/>
        </p:spPr>
      </p:pic>
      <p:graphicFrame>
        <p:nvGraphicFramePr>
          <p:cNvPr id="6" name="Table 5"/>
          <p:cNvGraphicFramePr>
            <a:graphicFrameLocks noGrp="1"/>
          </p:cNvGraphicFramePr>
          <p:nvPr>
            <p:extLst>
              <p:ext uri="{D42A27DB-BD31-4B8C-83A1-F6EECF244321}">
                <p14:modId xmlns:p14="http://schemas.microsoft.com/office/powerpoint/2010/main" val="2085087723"/>
              </p:ext>
            </p:extLst>
          </p:nvPr>
        </p:nvGraphicFramePr>
        <p:xfrm>
          <a:off x="3505201" y="4495800"/>
          <a:ext cx="2438398" cy="1112520"/>
        </p:xfrm>
        <a:graphic>
          <a:graphicData uri="http://schemas.openxmlformats.org/drawingml/2006/table">
            <a:tbl>
              <a:tblPr firstRow="1" bandRow="1">
                <a:tableStyleId>{5C22544A-7EE6-4342-B048-85BDC9FD1C3A}</a:tableStyleId>
              </a:tblPr>
              <a:tblGrid>
                <a:gridCol w="418011">
                  <a:extLst>
                    <a:ext uri="{9D8B030D-6E8A-4147-A177-3AD203B41FA5}">
                      <a16:colId xmlns:a16="http://schemas.microsoft.com/office/drawing/2014/main" val="20000"/>
                    </a:ext>
                  </a:extLst>
                </a:gridCol>
                <a:gridCol w="418011">
                  <a:extLst>
                    <a:ext uri="{9D8B030D-6E8A-4147-A177-3AD203B41FA5}">
                      <a16:colId xmlns:a16="http://schemas.microsoft.com/office/drawing/2014/main" val="20001"/>
                    </a:ext>
                  </a:extLst>
                </a:gridCol>
                <a:gridCol w="418011">
                  <a:extLst>
                    <a:ext uri="{9D8B030D-6E8A-4147-A177-3AD203B41FA5}">
                      <a16:colId xmlns:a16="http://schemas.microsoft.com/office/drawing/2014/main" val="20002"/>
                    </a:ext>
                  </a:extLst>
                </a:gridCol>
                <a:gridCol w="498566">
                  <a:extLst>
                    <a:ext uri="{9D8B030D-6E8A-4147-A177-3AD203B41FA5}">
                      <a16:colId xmlns:a16="http://schemas.microsoft.com/office/drawing/2014/main" val="20003"/>
                    </a:ext>
                  </a:extLst>
                </a:gridCol>
                <a:gridCol w="685799">
                  <a:extLst>
                    <a:ext uri="{9D8B030D-6E8A-4147-A177-3AD203B41FA5}">
                      <a16:colId xmlns:a16="http://schemas.microsoft.com/office/drawing/2014/main" val="20004"/>
                    </a:ext>
                  </a:extLst>
                </a:gridCol>
              </a:tblGrid>
              <a:tr h="370840">
                <a:tc>
                  <a:txBody>
                    <a:bodyPr/>
                    <a:lstStyle/>
                    <a:p>
                      <a:r>
                        <a:rPr lang="en-US"/>
                        <a:t>x</a:t>
                      </a:r>
                      <a:r>
                        <a:rPr lang="en-US" sz="1200"/>
                        <a:t>1</a:t>
                      </a:r>
                    </a:p>
                  </a:txBody>
                  <a:tcPr/>
                </a:tc>
                <a:tc>
                  <a:txBody>
                    <a:bodyPr/>
                    <a:lstStyle/>
                    <a:p>
                      <a:r>
                        <a:rPr lang="en-US"/>
                        <a:t>x</a:t>
                      </a:r>
                      <a:r>
                        <a:rPr lang="en-US" sz="1200"/>
                        <a:t>2</a:t>
                      </a:r>
                    </a:p>
                  </a:txBody>
                  <a:tcPr/>
                </a:tc>
                <a:tc>
                  <a:txBody>
                    <a:bodyPr/>
                    <a:lstStyle/>
                    <a:p>
                      <a:r>
                        <a:rPr lang="en-US"/>
                        <a:t>x</a:t>
                      </a:r>
                      <a:r>
                        <a:rPr lang="en-US" sz="1200"/>
                        <a:t>3</a:t>
                      </a:r>
                    </a:p>
                  </a:txBody>
                  <a:tcPr/>
                </a:tc>
                <a:tc>
                  <a:txBody>
                    <a:bodyPr/>
                    <a:lstStyle/>
                    <a:p>
                      <a:pPr algn="ctr"/>
                      <a:r>
                        <a:rPr lang="en-US"/>
                        <a:t>z</a:t>
                      </a:r>
                    </a:p>
                  </a:txBody>
                  <a:tcPr/>
                </a:tc>
                <a:tc>
                  <a:txBody>
                    <a:bodyPr/>
                    <a:lstStyle/>
                    <a:p>
                      <a:pPr algn="ctr"/>
                      <a:r>
                        <a:rPr lang="en-US"/>
                        <a:t>y</a:t>
                      </a:r>
                    </a:p>
                  </a:txBody>
                  <a:tcPr/>
                </a:tc>
                <a:extLst>
                  <a:ext uri="{0D108BD9-81ED-4DB2-BD59-A6C34878D82A}">
                    <a16:rowId xmlns:a16="http://schemas.microsoft.com/office/drawing/2014/main" val="10000"/>
                  </a:ext>
                </a:extLst>
              </a:tr>
              <a:tr h="370840">
                <a:tc>
                  <a:txBody>
                    <a:bodyPr/>
                    <a:lstStyle/>
                    <a:p>
                      <a:r>
                        <a:rPr lang="en-US"/>
                        <a:t>0</a:t>
                      </a:r>
                    </a:p>
                  </a:txBody>
                  <a:tcPr/>
                </a:tc>
                <a:tc>
                  <a:txBody>
                    <a:bodyPr/>
                    <a:lstStyle/>
                    <a:p>
                      <a:r>
                        <a:rPr lang="en-US"/>
                        <a:t>0</a:t>
                      </a:r>
                    </a:p>
                  </a:txBody>
                  <a:tcPr/>
                </a:tc>
                <a:tc>
                  <a:txBody>
                    <a:bodyPr/>
                    <a:lstStyle/>
                    <a:p>
                      <a:r>
                        <a:rPr lang="en-US"/>
                        <a:t>1</a:t>
                      </a:r>
                    </a:p>
                  </a:txBody>
                  <a:tcPr/>
                </a:tc>
                <a:tc>
                  <a:txBody>
                    <a:bodyPr/>
                    <a:lstStyle/>
                    <a:p>
                      <a:pPr algn="ctr"/>
                      <a:r>
                        <a:rPr lang="en-US"/>
                        <a:t>1</a:t>
                      </a:r>
                    </a:p>
                  </a:txBody>
                  <a:tcPr/>
                </a:tc>
                <a:tc>
                  <a:txBody>
                    <a:bodyPr/>
                    <a:lstStyle/>
                    <a:p>
                      <a:pPr algn="ctr"/>
                      <a:r>
                        <a:rPr lang="en-US"/>
                        <a:t>1</a:t>
                      </a:r>
                    </a:p>
                  </a:txBody>
                  <a:tcPr/>
                </a:tc>
                <a:extLst>
                  <a:ext uri="{0D108BD9-81ED-4DB2-BD59-A6C34878D82A}">
                    <a16:rowId xmlns:a16="http://schemas.microsoft.com/office/drawing/2014/main" val="10001"/>
                  </a:ext>
                </a:extLst>
              </a:tr>
              <a:tr h="370840">
                <a:tc gridSpan="3">
                  <a:txBody>
                    <a:bodyPr/>
                    <a:lstStyle/>
                    <a:p>
                      <a:pPr algn="ctr"/>
                      <a:r>
                        <a:rPr lang="en-US"/>
                        <a:t>Otherwise</a:t>
                      </a:r>
                    </a:p>
                  </a:txBody>
                  <a:tcPr/>
                </a:tc>
                <a:tc hMerge="1">
                  <a:txBody>
                    <a:bodyPr/>
                    <a:lstStyle/>
                    <a:p>
                      <a:endParaRPr lang="en-US"/>
                    </a:p>
                  </a:txBody>
                  <a:tcPr/>
                </a:tc>
                <a:tc hMerge="1">
                  <a:txBody>
                    <a:bodyPr/>
                    <a:lstStyle/>
                    <a:p>
                      <a:endParaRPr lang="en-US"/>
                    </a:p>
                  </a:txBody>
                  <a:tcPr/>
                </a:tc>
                <a:tc>
                  <a:txBody>
                    <a:bodyPr/>
                    <a:lstStyle/>
                    <a:p>
                      <a:pPr algn="ctr"/>
                      <a:r>
                        <a:rPr lang="en-US"/>
                        <a:t>0</a:t>
                      </a:r>
                    </a:p>
                  </a:txBody>
                  <a:tcPr/>
                </a:tc>
                <a:tc>
                  <a:txBody>
                    <a:bodyPr/>
                    <a:lstStyle/>
                    <a:p>
                      <a:pPr algn="ctr"/>
                      <a:r>
                        <a:rPr lang="en-US"/>
                        <a:t>0</a:t>
                      </a:r>
                    </a:p>
                  </a:txBody>
                  <a:tcPr/>
                </a:tc>
                <a:extLst>
                  <a:ext uri="{0D108BD9-81ED-4DB2-BD59-A6C34878D82A}">
                    <a16:rowId xmlns:a16="http://schemas.microsoft.com/office/drawing/2014/main" val="10002"/>
                  </a:ext>
                </a:extLst>
              </a:tr>
            </a:tbl>
          </a:graphicData>
        </a:graphic>
      </p:graphicFrame>
      <p:sp>
        <p:nvSpPr>
          <p:cNvPr id="3" name="文本框 2">
            <a:extLst>
              <a:ext uri="{FF2B5EF4-FFF2-40B4-BE49-F238E27FC236}">
                <a16:creationId xmlns:a16="http://schemas.microsoft.com/office/drawing/2014/main" id="{A7A10F23-FC90-9973-9413-CE62BD258290}"/>
              </a:ext>
            </a:extLst>
          </p:cNvPr>
          <p:cNvSpPr txBox="1"/>
          <p:nvPr/>
        </p:nvSpPr>
        <p:spPr>
          <a:xfrm>
            <a:off x="2157412" y="3577617"/>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7" name="Footer Placeholder 4">
            <a:extLst>
              <a:ext uri="{FF2B5EF4-FFF2-40B4-BE49-F238E27FC236}">
                <a16:creationId xmlns:a16="http://schemas.microsoft.com/office/drawing/2014/main" id="{DB5D9693-3851-A2D0-BE45-8910BB08FFF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20475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p:txBody>
          <a:bodyPr/>
          <a:lstStyle/>
          <a:p>
            <a:pPr algn="ctr"/>
            <a:r>
              <a:rPr lang="en-US" altLang="zh-CN">
                <a:ea typeface="SimSun" panose="02010600030101010101" pitchFamily="2" charset="-122"/>
              </a:rPr>
              <a:t>Another Decoder</a:t>
            </a:r>
          </a:p>
        </p:txBody>
      </p:sp>
      <p:pic>
        <p:nvPicPr>
          <p:cNvPr id="10650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74849" y="1666081"/>
            <a:ext cx="4902200" cy="4364038"/>
          </a:xfrm>
          <a:noFill/>
        </p:spPr>
      </p:pic>
      <p:sp>
        <p:nvSpPr>
          <p:cNvPr id="1065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193E3B1-14CC-4320-9B97-0C1E0B859E8E}" type="slidenum">
              <a:rPr lang="zh-CN" altLang="en-US" sz="1400" smtClean="0">
                <a:solidFill>
                  <a:schemeClr val="bg2"/>
                </a:solidFill>
                <a:latin typeface="Arial" panose="020B0604020202020204" pitchFamily="34" charset="0"/>
              </a:rPr>
              <a:pPr>
                <a:spcBef>
                  <a:spcPct val="50000"/>
                </a:spcBef>
                <a:buClrTx/>
                <a:buSzTx/>
                <a:buFontTx/>
                <a:buNone/>
              </a:pPr>
              <a:t>59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DD3DE9E8-3D0F-8D70-01BF-DF583A839C01}"/>
              </a:ext>
            </a:extLst>
          </p:cNvPr>
          <p:cNvSpPr txBox="1"/>
          <p:nvPr/>
        </p:nvSpPr>
        <p:spPr>
          <a:xfrm>
            <a:off x="2274849" y="6016823"/>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F627E969-78D6-75A0-0984-864BEDC30CF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lstStyle/>
          <a:p>
            <a:pPr algn="ctr"/>
            <a:r>
              <a:rPr lang="en-US" altLang="zh-CN">
                <a:ea typeface="SimSun" panose="02010600030101010101" pitchFamily="2" charset="-122"/>
              </a:rPr>
              <a:t>Threshold Logic Units</a:t>
            </a:r>
          </a:p>
        </p:txBody>
      </p:sp>
      <p:sp>
        <p:nvSpPr>
          <p:cNvPr id="107524" name="Rectangle 3"/>
          <p:cNvSpPr>
            <a:spLocks noGrp="1" noChangeArrowheads="1"/>
          </p:cNvSpPr>
          <p:nvPr>
            <p:ph type="body" idx="1"/>
          </p:nvPr>
        </p:nvSpPr>
        <p:spPr/>
        <p:txBody>
          <a:bodyPr/>
          <a:lstStyle/>
          <a:p>
            <a:pPr>
              <a:buFont typeface="Monotype Sorts" pitchFamily="2" charset="2"/>
              <a:buNone/>
            </a:pPr>
            <a:r>
              <a:rPr lang="en-US" altLang="zh-CN" dirty="0">
                <a:ea typeface="SimSun" panose="02010600030101010101" pitchFamily="2" charset="-122"/>
              </a:rPr>
              <a:t>Proposition: Any logical function </a:t>
            </a:r>
            <a:r>
              <a:rPr lang="en-US" altLang="zh-CN" i="1" dirty="0">
                <a:ea typeface="SimSun" panose="02010600030101010101" pitchFamily="2" charset="-122"/>
              </a:rPr>
              <a:t>F</a:t>
            </a:r>
            <a:r>
              <a:rPr lang="en-US" altLang="zh-CN" dirty="0">
                <a:ea typeface="SimSun" panose="02010600030101010101" pitchFamily="2" charset="-122"/>
              </a:rPr>
              <a:t>: {0, 1}</a:t>
            </a:r>
            <a:r>
              <a:rPr lang="en-US" altLang="zh-CN" i="1" baseline="30000" dirty="0">
                <a:ea typeface="SimSun" panose="02010600030101010101" pitchFamily="2" charset="-122"/>
              </a:rPr>
              <a:t>n</a:t>
            </a:r>
            <a:endParaRPr lang="en-US" altLang="zh-CN" dirty="0">
              <a:ea typeface="SimSun" panose="02010600030101010101" pitchFamily="2" charset="-122"/>
            </a:endParaRPr>
          </a:p>
          <a:p>
            <a:pPr>
              <a:buFont typeface="Monotype Sorts" pitchFamily="2" charset="2"/>
              <a:buNone/>
            </a:pPr>
            <a:r>
              <a:rPr lang="en-US" altLang="zh-CN" dirty="0">
                <a:ea typeface="SimSun" panose="02010600030101010101" pitchFamily="2" charset="-122"/>
              </a:rPr>
              <a:t>-&gt; {0, 1} can be implemented with a two-layer McCulloch-Pitts network.  </a:t>
            </a:r>
          </a:p>
          <a:p>
            <a:pPr>
              <a:buFont typeface="Monotype Sorts" pitchFamily="2" charset="2"/>
              <a:buNone/>
            </a:pPr>
            <a:endParaRPr lang="en-US" altLang="zh-CN" dirty="0">
              <a:ea typeface="SimSun" panose="02010600030101010101" pitchFamily="2" charset="-122"/>
            </a:endParaRPr>
          </a:p>
          <a:p>
            <a:pPr>
              <a:buFont typeface="Monotype Sorts" pitchFamily="2" charset="2"/>
              <a:buNone/>
            </a:pPr>
            <a:r>
              <a:rPr lang="en-US" altLang="zh-CN" dirty="0">
                <a:ea typeface="SimSun" panose="02010600030101010101" pitchFamily="2" charset="-122"/>
              </a:rPr>
              <a:t>Proposition:  Uninhibited threshold logic units of McCulloch-Pitts type can only implement monotonic logical functions.</a:t>
            </a:r>
          </a:p>
          <a:p>
            <a:pPr>
              <a:buFont typeface="Monotype Sorts" pitchFamily="2" charset="2"/>
              <a:buNone/>
            </a:pPr>
            <a:endParaRPr lang="en-US" altLang="zh-CN" dirty="0">
              <a:ea typeface="SimSun" panose="02010600030101010101" pitchFamily="2" charset="-122"/>
            </a:endParaRPr>
          </a:p>
        </p:txBody>
      </p:sp>
      <p:sp>
        <p:nvSpPr>
          <p:cNvPr id="1075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2E95E17-56E8-4108-A1CA-B83501D8DA84}" type="slidenum">
              <a:rPr lang="zh-CN" altLang="en-US" sz="1400" smtClean="0">
                <a:solidFill>
                  <a:schemeClr val="bg2"/>
                </a:solidFill>
                <a:latin typeface="Arial" panose="020B0604020202020204" pitchFamily="34" charset="0"/>
              </a:rPr>
              <a:pPr>
                <a:spcBef>
                  <a:spcPct val="50000"/>
                </a:spcBef>
                <a:buClrTx/>
                <a:buSzTx/>
                <a:buFontTx/>
                <a:buNone/>
              </a:pPr>
              <a:t>60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7B7EFCF-7FF4-7E24-FE67-B27CBFC287B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pPr algn="ctr"/>
            <a:r>
              <a:rPr lang="en-US" altLang="zh-CN">
                <a:ea typeface="SimSun" panose="02010600030101010101" pitchFamily="2" charset="-122"/>
              </a:rPr>
              <a:t>Weighted Connections</a:t>
            </a:r>
          </a:p>
        </p:txBody>
      </p:sp>
      <p:pic>
        <p:nvPicPr>
          <p:cNvPr id="10957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90732" y="1866900"/>
            <a:ext cx="3395663" cy="2514600"/>
          </a:xfrm>
          <a:noFill/>
        </p:spPr>
      </p:pic>
      <p:pic>
        <p:nvPicPr>
          <p:cNvPr id="10957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6395" y="3324346"/>
            <a:ext cx="42862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485696D-A6F8-427D-9DCE-7AEE7F02D4AB}" type="slidenum">
              <a:rPr lang="zh-CN" altLang="en-US" sz="1400" smtClean="0">
                <a:solidFill>
                  <a:schemeClr val="bg2"/>
                </a:solidFill>
                <a:latin typeface="Arial" panose="020B0604020202020204" pitchFamily="34" charset="0"/>
              </a:rPr>
              <a:pPr>
                <a:spcBef>
                  <a:spcPct val="50000"/>
                </a:spcBef>
                <a:buClrTx/>
                <a:buSzTx/>
                <a:buFontTx/>
                <a:buNone/>
              </a:pPr>
              <a:t>61</a:t>
            </a:fld>
            <a:endParaRPr lang="en-US" altLang="zh-CN" sz="1400">
              <a:solidFill>
                <a:schemeClr val="bg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4657607" y="2277607"/>
                <a:ext cx="3962400" cy="369332"/>
              </a:xfrm>
              <a:prstGeom prst="rect">
                <a:avLst/>
              </a:prstGeom>
              <a:noFill/>
            </p:spPr>
            <p:txBody>
              <a:bodyPr wrap="square" lIns="0" tIns="0" rIns="0" bIns="0" rtlCol="0">
                <a:spAutoFit/>
              </a:bodyPr>
              <a:lstStyle/>
              <a:p>
                <a:r>
                  <a:rPr lang="en-US" dirty="0"/>
                  <a:t>0.2</a:t>
                </a:r>
                <a:r>
                  <a:rPr lang="en-US" i="1" dirty="0"/>
                  <a:t>x</a:t>
                </a:r>
                <a:r>
                  <a:rPr lang="en-US" sz="1800" dirty="0"/>
                  <a:t>1</a:t>
                </a:r>
                <a:r>
                  <a:rPr lang="en-US" dirty="0"/>
                  <a:t> + 0.4</a:t>
                </a:r>
                <a:r>
                  <a:rPr lang="en-US" i="1" dirty="0"/>
                  <a:t>x</a:t>
                </a:r>
                <a:r>
                  <a:rPr lang="en-US" sz="1800" dirty="0"/>
                  <a:t>2</a:t>
                </a:r>
                <a:r>
                  <a:rPr lang="en-US" dirty="0"/>
                  <a:t> + 0.3</a:t>
                </a:r>
                <a:r>
                  <a:rPr lang="en-US" i="1" dirty="0"/>
                  <a:t>x</a:t>
                </a:r>
                <a:r>
                  <a:rPr lang="en-US" sz="1800" dirty="0"/>
                  <a:t>3</a:t>
                </a:r>
                <a:r>
                  <a:rPr lang="en-US" dirty="0"/>
                  <a:t> </a:t>
                </a:r>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0.7</m:t>
                    </m:r>
                  </m:oMath>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4657607" y="2277607"/>
                <a:ext cx="3962400" cy="369332"/>
              </a:xfrm>
              <a:prstGeom prst="rect">
                <a:avLst/>
              </a:prstGeom>
              <a:blipFill>
                <a:blip r:embed="rId4"/>
                <a:stretch>
                  <a:fillRect l="-4792" t="-26667" b="-4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28854" y="4874241"/>
                <a:ext cx="3962400" cy="369332"/>
              </a:xfrm>
              <a:prstGeom prst="rect">
                <a:avLst/>
              </a:prstGeom>
              <a:noFill/>
            </p:spPr>
            <p:txBody>
              <a:bodyPr wrap="square" lIns="0" tIns="0" rIns="0" bIns="0" rtlCol="0">
                <a:spAutoFit/>
              </a:bodyPr>
              <a:lstStyle/>
              <a:p>
                <a:r>
                  <a:rPr lang="en-US" dirty="0"/>
                  <a:t>2</a:t>
                </a:r>
                <a:r>
                  <a:rPr lang="en-US" i="1" dirty="0"/>
                  <a:t>x</a:t>
                </a:r>
                <a:r>
                  <a:rPr lang="en-US" sz="1800" dirty="0"/>
                  <a:t>1</a:t>
                </a:r>
                <a:r>
                  <a:rPr lang="en-US" dirty="0"/>
                  <a:t> + 4</a:t>
                </a:r>
                <a:r>
                  <a:rPr lang="en-US" i="1" dirty="0"/>
                  <a:t>x</a:t>
                </a:r>
                <a:r>
                  <a:rPr lang="en-US" sz="1800" dirty="0"/>
                  <a:t>2</a:t>
                </a:r>
                <a:r>
                  <a:rPr lang="en-US" dirty="0"/>
                  <a:t> + 3</a:t>
                </a:r>
                <a:r>
                  <a:rPr lang="en-US" i="1" dirty="0"/>
                  <a:t>x</a:t>
                </a:r>
                <a:r>
                  <a:rPr lang="en-US" sz="1800" dirty="0"/>
                  <a:t>3</a:t>
                </a:r>
                <a:r>
                  <a:rPr lang="en-US" dirty="0"/>
                  <a:t> </a:t>
                </a:r>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7</m:t>
                    </m:r>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1328854" y="4874241"/>
                <a:ext cx="3962400" cy="369332"/>
              </a:xfrm>
              <a:prstGeom prst="rect">
                <a:avLst/>
              </a:prstGeom>
              <a:blipFill>
                <a:blip r:embed="rId5"/>
                <a:stretch>
                  <a:fillRect l="-4792" t="-27586" b="-48276"/>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39A810C9-A555-F53B-FF9F-585BF28CE756}"/>
              </a:ext>
            </a:extLst>
          </p:cNvPr>
          <p:cNvSpPr txBox="1"/>
          <p:nvPr/>
        </p:nvSpPr>
        <p:spPr>
          <a:xfrm>
            <a:off x="2157760" y="5892343"/>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4" name="Footer Placeholder 4">
            <a:extLst>
              <a:ext uri="{FF2B5EF4-FFF2-40B4-BE49-F238E27FC236}">
                <a16:creationId xmlns:a16="http://schemas.microsoft.com/office/drawing/2014/main" id="{AB2AB5A2-48DE-A99D-D86D-4D713D37DC3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5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p:txBody>
          <a:bodyPr/>
          <a:lstStyle/>
          <a:p>
            <a:pPr algn="ctr"/>
            <a:r>
              <a:rPr lang="en-US" altLang="zh-CN">
                <a:ea typeface="SimSun" panose="02010600030101010101" pitchFamily="2" charset="-122"/>
              </a:rPr>
              <a:t>A Recurrent Network</a:t>
            </a:r>
          </a:p>
        </p:txBody>
      </p:sp>
      <p:pic>
        <p:nvPicPr>
          <p:cNvPr id="11059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66988" y="1704975"/>
            <a:ext cx="4672012" cy="4314825"/>
          </a:xfrm>
          <a:noFill/>
        </p:spPr>
      </p:pic>
      <p:sp>
        <p:nvSpPr>
          <p:cNvPr id="11059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0EB293A-04ED-404B-8EF4-63DEECCAFB25}" type="slidenum">
              <a:rPr lang="zh-CN" altLang="en-US" sz="1400" smtClean="0">
                <a:solidFill>
                  <a:schemeClr val="bg2"/>
                </a:solidFill>
                <a:latin typeface="Arial" panose="020B0604020202020204" pitchFamily="34" charset="0"/>
              </a:rPr>
              <a:pPr>
                <a:spcBef>
                  <a:spcPct val="50000"/>
                </a:spcBef>
                <a:buClrTx/>
                <a:buSzTx/>
                <a:buFontTx/>
                <a:buNone/>
              </a:pPr>
              <a:t>62</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17D56262-857A-295F-0C14-05A8A57CB93B}"/>
              </a:ext>
            </a:extLst>
          </p:cNvPr>
          <p:cNvSpPr txBox="1"/>
          <p:nvPr/>
        </p:nvSpPr>
        <p:spPr>
          <a:xfrm>
            <a:off x="2484864" y="6016823"/>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BF5ECC6C-805B-47B9-3055-4A154127ABE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p:txBody>
          <a:bodyPr/>
          <a:lstStyle/>
          <a:p>
            <a:pPr algn="ctr"/>
            <a:r>
              <a:rPr lang="en-US" altLang="zh-CN">
                <a:ea typeface="SimSun" panose="02010600030101010101" pitchFamily="2" charset="-122"/>
              </a:rPr>
              <a:t>Finite Automata</a:t>
            </a:r>
          </a:p>
        </p:txBody>
      </p:sp>
      <p:sp>
        <p:nvSpPr>
          <p:cNvPr id="111620"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An automaton is an abstract device capable of assuming different states which change according to the received input and previous states.</a:t>
            </a:r>
          </a:p>
          <a:p>
            <a:pPr>
              <a:buFont typeface="Monotype Sorts" pitchFamily="2" charset="2"/>
              <a:buNone/>
            </a:pPr>
            <a:r>
              <a:rPr lang="en-US" altLang="zh-CN">
                <a:ea typeface="SimSun" panose="02010600030101010101" pitchFamily="2" charset="-122"/>
              </a:rPr>
              <a:t>A finite automaton can take only a finite set of possible states and can react to only a finite set of input signals.</a:t>
            </a:r>
          </a:p>
          <a:p>
            <a:pPr>
              <a:buFont typeface="Monotype Sorts" pitchFamily="2" charset="2"/>
              <a:buNone/>
            </a:pPr>
            <a:endParaRPr lang="zh-CN" altLang="en-US">
              <a:ea typeface="SimSun" panose="02010600030101010101" pitchFamily="2" charset="-122"/>
            </a:endParaRPr>
          </a:p>
        </p:txBody>
      </p:sp>
      <p:sp>
        <p:nvSpPr>
          <p:cNvPr id="11162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1BA3C93-6F02-42D9-9F2A-88B37BDD1BF9}" type="slidenum">
              <a:rPr lang="zh-CN" altLang="en-US" sz="1400" smtClean="0">
                <a:solidFill>
                  <a:schemeClr val="bg2"/>
                </a:solidFill>
                <a:latin typeface="Arial" panose="020B0604020202020204" pitchFamily="34" charset="0"/>
              </a:rPr>
              <a:pPr>
                <a:spcBef>
                  <a:spcPct val="50000"/>
                </a:spcBef>
                <a:buClrTx/>
                <a:buSzTx/>
                <a:buFontTx/>
                <a:buNone/>
              </a:pPr>
              <a:t>63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37A70FA-79E6-9E85-DE69-B86F18E01CF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p:txBody>
          <a:bodyPr/>
          <a:lstStyle/>
          <a:p>
            <a:r>
              <a:rPr lang="en-US" altLang="zh-CN" sz="3600">
                <a:ea typeface="SimSun" panose="02010600030101010101" pitchFamily="2" charset="-122"/>
              </a:rPr>
              <a:t>Finite Automata &amp; Recurrent Networks</a:t>
            </a:r>
            <a:endParaRPr lang="en-US" altLang="zh-CN">
              <a:ea typeface="SimSun" panose="02010600030101010101" pitchFamily="2" charset="-122"/>
            </a:endParaRPr>
          </a:p>
        </p:txBody>
      </p:sp>
      <p:sp>
        <p:nvSpPr>
          <p:cNvPr id="113668" name="Rectangle 3"/>
          <p:cNvSpPr>
            <a:spLocks noGrp="1" noChangeArrowheads="1"/>
          </p:cNvSpPr>
          <p:nvPr>
            <p:ph type="body" idx="1"/>
          </p:nvPr>
        </p:nvSpPr>
        <p:spPr>
          <a:xfrm>
            <a:off x="990600" y="2438400"/>
            <a:ext cx="7772400" cy="3505200"/>
          </a:xfrm>
        </p:spPr>
        <p:txBody>
          <a:bodyPr/>
          <a:lstStyle/>
          <a:p>
            <a:pPr>
              <a:buFont typeface="Monotype Sorts" pitchFamily="2" charset="2"/>
              <a:buNone/>
            </a:pPr>
            <a:r>
              <a:rPr lang="en-US" altLang="zh-CN" sz="3600">
                <a:ea typeface="SimSun" panose="02010600030101010101" pitchFamily="2" charset="-122"/>
              </a:rPr>
              <a:t>Proposition: Any finite automaton can be simulated with a recurrent network of McCulloch-Pitts units.</a:t>
            </a:r>
            <a:endParaRPr lang="en-US" altLang="zh-CN">
              <a:ea typeface="SimSun" panose="02010600030101010101" pitchFamily="2" charset="-122"/>
            </a:endParaRPr>
          </a:p>
        </p:txBody>
      </p:sp>
      <p:sp>
        <p:nvSpPr>
          <p:cNvPr id="1136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72B6464-1893-4622-9CE8-A059F1C67027}" type="slidenum">
              <a:rPr lang="zh-CN" altLang="en-US" sz="1400" smtClean="0">
                <a:solidFill>
                  <a:schemeClr val="bg2"/>
                </a:solidFill>
                <a:latin typeface="Arial" panose="020B0604020202020204" pitchFamily="34" charset="0"/>
              </a:rPr>
              <a:pPr>
                <a:spcBef>
                  <a:spcPct val="50000"/>
                </a:spcBef>
                <a:buClrTx/>
                <a:buSzTx/>
                <a:buFontTx/>
                <a:buNone/>
              </a:pPr>
              <a:t>64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FDEA344-1381-E10C-7B9C-BB834323B95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p:nvPr>
        </p:nvSpPr>
        <p:spPr/>
        <p:txBody>
          <a:bodyPr/>
          <a:lstStyle/>
          <a:p>
            <a:pPr algn="ctr"/>
            <a:r>
              <a:rPr lang="en-US" altLang="zh-CN">
                <a:ea typeface="SimSun" panose="02010600030101010101" pitchFamily="2" charset="-122"/>
              </a:rPr>
              <a:t>Perceptron</a:t>
            </a:r>
          </a:p>
        </p:txBody>
      </p:sp>
      <p:sp>
        <p:nvSpPr>
          <p:cNvPr id="115716" name="Rectangle 3"/>
          <p:cNvSpPr>
            <a:spLocks noGrp="1" noChangeArrowheads="1"/>
          </p:cNvSpPr>
          <p:nvPr>
            <p:ph type="body" idx="1"/>
          </p:nvPr>
        </p:nvSpPr>
        <p:spPr/>
        <p:txBody>
          <a:bodyPr/>
          <a:lstStyle/>
          <a:p>
            <a:pPr>
              <a:buSzPct val="50000"/>
              <a:buFont typeface="Monotype Sorts" pitchFamily="2" charset="2"/>
              <a:buChar char="l"/>
            </a:pPr>
            <a:r>
              <a:rPr lang="en-US" altLang="zh-CN">
                <a:ea typeface="SimSun" panose="02010600030101010101" pitchFamily="2" charset="-122"/>
              </a:rPr>
              <a:t>A single adaptive layer of a feedforward network of pure threshold logic units.</a:t>
            </a:r>
          </a:p>
          <a:p>
            <a:pPr>
              <a:buSzPct val="50000"/>
              <a:buFont typeface="Monotype Sorts" pitchFamily="2" charset="2"/>
              <a:buChar char="l"/>
            </a:pPr>
            <a:r>
              <a:rPr lang="en-US" altLang="zh-CN">
                <a:ea typeface="SimSun" panose="02010600030101010101" pitchFamily="2" charset="-122"/>
              </a:rPr>
              <a:t>Developed by Rosenblatt at Cornell University in the late ’50s.</a:t>
            </a:r>
          </a:p>
          <a:p>
            <a:pPr>
              <a:buSzPct val="50000"/>
              <a:buFont typeface="Monotype Sorts" pitchFamily="2" charset="2"/>
              <a:buChar char="l"/>
            </a:pPr>
            <a:r>
              <a:rPr lang="en-US" altLang="zh-CN">
                <a:ea typeface="SimSun" panose="02010600030101010101" pitchFamily="2" charset="-122"/>
              </a:rPr>
              <a:t>Trained for pattern classification.</a:t>
            </a:r>
          </a:p>
          <a:p>
            <a:pPr>
              <a:buSzPct val="50000"/>
              <a:buFont typeface="Monotype Sorts" pitchFamily="2" charset="2"/>
              <a:buChar char="l"/>
            </a:pPr>
            <a:r>
              <a:rPr lang="en-US" altLang="zh-CN">
                <a:ea typeface="SimSun" panose="02010600030101010101" pitchFamily="2" charset="-122"/>
              </a:rPr>
              <a:t>First working model implemented in electronic hardware. </a:t>
            </a:r>
          </a:p>
        </p:txBody>
      </p:sp>
      <p:sp>
        <p:nvSpPr>
          <p:cNvPr id="1157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3FFCF49-2625-41E1-BA2D-78D0D5E3C8C5}" type="slidenum">
              <a:rPr lang="zh-CN" altLang="en-US" sz="1400" smtClean="0">
                <a:solidFill>
                  <a:schemeClr val="bg2"/>
                </a:solidFill>
                <a:latin typeface="Arial" panose="020B0604020202020204" pitchFamily="34" charset="0"/>
              </a:rPr>
              <a:pPr>
                <a:spcBef>
                  <a:spcPct val="50000"/>
                </a:spcBef>
                <a:buClrTx/>
                <a:buSzTx/>
                <a:buFontTx/>
                <a:buNone/>
              </a:pPr>
              <a:t>65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0E933CE-16B3-A064-70ED-D08E5DD873E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p:txBody>
          <a:bodyPr/>
          <a:lstStyle/>
          <a:p>
            <a:pPr algn="ctr"/>
            <a:r>
              <a:rPr lang="en-US" altLang="zh-CN">
                <a:ea typeface="SimSun" panose="02010600030101010101" pitchFamily="2" charset="-122"/>
              </a:rPr>
              <a:t>Perceptron</a:t>
            </a:r>
          </a:p>
        </p:txBody>
      </p:sp>
      <p:pic>
        <p:nvPicPr>
          <p:cNvPr id="117764"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162050" y="1828800"/>
            <a:ext cx="7429500" cy="4114800"/>
          </a:xfrm>
        </p:spPr>
      </p:pic>
      <p:sp>
        <p:nvSpPr>
          <p:cNvPr id="1177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E503975-4E7B-4DDB-9F70-FEF4ECBCB101}" type="slidenum">
              <a:rPr lang="zh-CN" altLang="en-US" sz="1400" smtClean="0">
                <a:solidFill>
                  <a:schemeClr val="bg2"/>
                </a:solidFill>
                <a:latin typeface="Arial" panose="020B0604020202020204" pitchFamily="34" charset="0"/>
              </a:rPr>
              <a:pPr>
                <a:spcBef>
                  <a:spcPct val="50000"/>
                </a:spcBef>
                <a:buClrTx/>
                <a:buSzTx/>
                <a:buFontTx/>
                <a:buNone/>
              </a:pPr>
              <a:t>66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71773F52-B022-007C-F601-1EF2728B4EE8}"/>
              </a:ext>
            </a:extLst>
          </p:cNvPr>
          <p:cNvSpPr txBox="1"/>
          <p:nvPr/>
        </p:nvSpPr>
        <p:spPr>
          <a:xfrm>
            <a:off x="2371493" y="5904756"/>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8BC0B991-DEA2-6AD0-C076-83B0036843E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p:nvPr>
        </p:nvSpPr>
        <p:spPr/>
        <p:txBody>
          <a:bodyPr/>
          <a:lstStyle/>
          <a:p>
            <a:pPr algn="ctr"/>
            <a:r>
              <a:rPr lang="en-US" altLang="zh-CN">
                <a:ea typeface="SimSun" panose="02010600030101010101" pitchFamily="2" charset="-122"/>
              </a:rPr>
              <a:t>Perceptron</a:t>
            </a:r>
          </a:p>
        </p:txBody>
      </p:sp>
      <p:pic>
        <p:nvPicPr>
          <p:cNvPr id="118788"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325688" y="1828800"/>
            <a:ext cx="5102225" cy="4114800"/>
          </a:xfrm>
        </p:spPr>
      </p:pic>
      <p:sp>
        <p:nvSpPr>
          <p:cNvPr id="11878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E556952-163B-48E4-9D46-5D050977ACDF}" type="slidenum">
              <a:rPr lang="zh-CN" altLang="en-US" sz="1400" smtClean="0">
                <a:solidFill>
                  <a:schemeClr val="bg2"/>
                </a:solidFill>
                <a:latin typeface="Arial" panose="020B0604020202020204" pitchFamily="34" charset="0"/>
              </a:rPr>
              <a:pPr>
                <a:spcBef>
                  <a:spcPct val="50000"/>
                </a:spcBef>
                <a:buClrTx/>
                <a:buSzTx/>
                <a:buFontTx/>
                <a:buNone/>
              </a:pPr>
              <a:t>67</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090714B5-4E83-15C6-3132-19D0630F4044}"/>
              </a:ext>
            </a:extLst>
          </p:cNvPr>
          <p:cNvSpPr txBox="1"/>
          <p:nvPr/>
        </p:nvSpPr>
        <p:spPr>
          <a:xfrm>
            <a:off x="2286001" y="5864423"/>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9A699BFC-3082-33B5-CB5B-DFAE2003687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p:cNvSpPr>
            <a:spLocks noGrp="1" noChangeArrowheads="1"/>
          </p:cNvSpPr>
          <p:nvPr>
            <p:ph type="title"/>
          </p:nvPr>
        </p:nvSpPr>
        <p:spPr/>
        <p:txBody>
          <a:bodyPr/>
          <a:lstStyle/>
          <a:p>
            <a:pPr algn="ctr"/>
            <a:r>
              <a:rPr lang="en-US" altLang="zh-CN">
                <a:ea typeface="SimSun" panose="02010600030101010101" pitchFamily="2" charset="-122"/>
              </a:rPr>
              <a:t>Simple Perceptron</a:t>
            </a:r>
          </a:p>
        </p:txBody>
      </p:sp>
      <p:sp>
        <p:nvSpPr>
          <p:cNvPr id="119812" name="Rectangle 3"/>
          <p:cNvSpPr>
            <a:spLocks noGrp="1" noChangeArrowheads="1"/>
          </p:cNvSpPr>
          <p:nvPr>
            <p:ph type="body" idx="1"/>
          </p:nvPr>
        </p:nvSpPr>
        <p:spPr>
          <a:xfrm>
            <a:off x="990600" y="2286000"/>
            <a:ext cx="7772400" cy="3657600"/>
          </a:xfrm>
        </p:spPr>
        <p:txBody>
          <a:bodyPr/>
          <a:lstStyle/>
          <a:p>
            <a:pPr>
              <a:buFont typeface="Monotype Sorts" pitchFamily="2" charset="2"/>
              <a:buNone/>
            </a:pPr>
            <a:r>
              <a:rPr lang="en-US" altLang="zh-CN">
                <a:ea typeface="SimSun" panose="02010600030101010101" pitchFamily="2" charset="-122"/>
              </a:rPr>
              <a:t>A simple perceptron is a computing device with a threshold logic unit. When receiving </a:t>
            </a:r>
            <a:r>
              <a:rPr lang="en-US" altLang="zh-CN" i="1">
                <a:ea typeface="SimSun" panose="02010600030101010101" pitchFamily="2" charset="-122"/>
              </a:rPr>
              <a:t>n</a:t>
            </a:r>
            <a:r>
              <a:rPr lang="en-US" altLang="zh-CN">
                <a:ea typeface="SimSun" panose="02010600030101010101" pitchFamily="2" charset="-122"/>
              </a:rPr>
              <a:t> real inputs thru connections with </a:t>
            </a:r>
            <a:r>
              <a:rPr lang="en-US" altLang="zh-CN" i="1">
                <a:ea typeface="SimSun" panose="02010600030101010101" pitchFamily="2" charset="-122"/>
              </a:rPr>
              <a:t>n</a:t>
            </a:r>
            <a:r>
              <a:rPr lang="en-US" altLang="zh-CN">
                <a:ea typeface="SimSun" panose="02010600030101010101" pitchFamily="2" charset="-122"/>
              </a:rPr>
              <a:t> associated weights, a simple perceptron outputs 1 if  the net input of weighted sum is not less than the threshold, and outputs 0 otherwise.</a:t>
            </a:r>
          </a:p>
        </p:txBody>
      </p:sp>
      <p:sp>
        <p:nvSpPr>
          <p:cNvPr id="11981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912CF11-F0A7-4D95-827F-43D7F510102D}" type="slidenum">
              <a:rPr lang="zh-CN" altLang="en-US" sz="1400" smtClean="0">
                <a:solidFill>
                  <a:schemeClr val="bg2"/>
                </a:solidFill>
                <a:latin typeface="Arial" panose="020B0604020202020204" pitchFamily="34" charset="0"/>
              </a:rPr>
              <a:pPr>
                <a:spcBef>
                  <a:spcPct val="50000"/>
                </a:spcBef>
                <a:buClrTx/>
                <a:buSzTx/>
                <a:buFontTx/>
                <a:buNone/>
              </a:pPr>
              <a:t>68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CB045C7-CE6B-1A3E-8104-0FA60BA16F9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title"/>
          </p:nvPr>
        </p:nvSpPr>
        <p:spPr/>
        <p:txBody>
          <a:bodyPr/>
          <a:lstStyle/>
          <a:p>
            <a:pPr algn="ctr"/>
            <a:r>
              <a:rPr lang="en-US" altLang="zh-CN">
                <a:ea typeface="SimSun" panose="02010600030101010101" pitchFamily="2" charset="-122"/>
              </a:rPr>
              <a:t>Linear Separability</a:t>
            </a:r>
          </a:p>
        </p:txBody>
      </p:sp>
      <p:sp>
        <p:nvSpPr>
          <p:cNvPr id="121860" name="Rectangle 3"/>
          <p:cNvSpPr>
            <a:spLocks noGrp="1" noChangeArrowheads="1"/>
          </p:cNvSpPr>
          <p:nvPr>
            <p:ph type="body" idx="1"/>
          </p:nvPr>
        </p:nvSpPr>
        <p:spPr>
          <a:xfrm>
            <a:off x="990600" y="2057400"/>
            <a:ext cx="7772400" cy="3886200"/>
          </a:xfrm>
        </p:spPr>
        <p:txBody>
          <a:bodyPr/>
          <a:lstStyle/>
          <a:p>
            <a:pPr>
              <a:buFont typeface="Monotype Sorts" pitchFamily="2" charset="2"/>
              <a:buNone/>
            </a:pPr>
            <a:r>
              <a:rPr lang="en-US" altLang="zh-CN">
                <a:ea typeface="SimSun" panose="02010600030101010101" pitchFamily="2" charset="-122"/>
              </a:rPr>
              <a:t>Two sets of data in an </a:t>
            </a:r>
            <a:r>
              <a:rPr lang="en-US" altLang="zh-CN" i="1">
                <a:ea typeface="SimSun" panose="02010600030101010101" pitchFamily="2" charset="-122"/>
              </a:rPr>
              <a:t>n</a:t>
            </a:r>
            <a:r>
              <a:rPr lang="en-US" altLang="zh-CN">
                <a:ea typeface="SimSun" panose="02010600030101010101" pitchFamily="2" charset="-122"/>
              </a:rPr>
              <a:t>-dimensional space are said to be (absolutely) linearly separable if </a:t>
            </a:r>
            <a:r>
              <a:rPr lang="en-US" altLang="zh-CN" i="1">
                <a:ea typeface="SimSun" panose="02010600030101010101" pitchFamily="2" charset="-122"/>
              </a:rPr>
              <a:t>n</a:t>
            </a:r>
            <a:r>
              <a:rPr lang="en-US" altLang="zh-CN">
                <a:ea typeface="SimSun" panose="02010600030101010101" pitchFamily="2" charset="-122"/>
              </a:rPr>
              <a:t>+1 real weights (including a threshold) exist such that the weighted sum of a datum in one set is always greater than or equal to (greater than but not equal to) the threshold and that in the other set is always less than the threshold.  </a:t>
            </a:r>
          </a:p>
        </p:txBody>
      </p:sp>
      <p:sp>
        <p:nvSpPr>
          <p:cNvPr id="12186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04608F4-CBE1-4DA4-A136-ABC5401BCE00}" type="slidenum">
              <a:rPr lang="zh-CN" altLang="en-US" sz="1400" smtClean="0">
                <a:solidFill>
                  <a:schemeClr val="bg2"/>
                </a:solidFill>
                <a:latin typeface="Arial" panose="020B0604020202020204" pitchFamily="34" charset="0"/>
              </a:rPr>
              <a:pPr>
                <a:spcBef>
                  <a:spcPct val="50000"/>
                </a:spcBef>
                <a:buClrTx/>
                <a:buSzTx/>
                <a:buFontTx/>
                <a:buNone/>
              </a:pPr>
              <a:t>69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7190524-29C2-19D9-892C-AAEEA6BC8DF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p:txBody>
          <a:bodyPr/>
          <a:lstStyle/>
          <a:p>
            <a:pPr algn="ctr"/>
            <a:r>
              <a:rPr lang="en-US" altLang="zh-CN">
                <a:ea typeface="SimSun" panose="02010600030101010101" pitchFamily="2" charset="-122"/>
              </a:rPr>
              <a:t>Absolute Linear Separability </a:t>
            </a:r>
          </a:p>
        </p:txBody>
      </p:sp>
      <p:sp>
        <p:nvSpPr>
          <p:cNvPr id="123908" name="Rectangle 3"/>
          <p:cNvSpPr>
            <a:spLocks noGrp="1" noChangeArrowheads="1"/>
          </p:cNvSpPr>
          <p:nvPr>
            <p:ph type="body" idx="1"/>
          </p:nvPr>
        </p:nvSpPr>
        <p:spPr>
          <a:xfrm>
            <a:off x="990600" y="2590800"/>
            <a:ext cx="7772400" cy="3352800"/>
          </a:xfrm>
        </p:spPr>
        <p:txBody>
          <a:bodyPr/>
          <a:lstStyle/>
          <a:p>
            <a:pPr>
              <a:buFont typeface="Monotype Sorts" pitchFamily="2" charset="2"/>
              <a:buNone/>
            </a:pPr>
            <a:r>
              <a:rPr lang="en-US" altLang="zh-CN" sz="3600">
                <a:ea typeface="SimSun" panose="02010600030101010101" pitchFamily="2" charset="-122"/>
              </a:rPr>
              <a:t>If two finite sets of data are linearly separable, they are also absolutely linearly separable.</a:t>
            </a:r>
            <a:endParaRPr lang="en-US" altLang="zh-CN">
              <a:ea typeface="SimSun" panose="02010600030101010101" pitchFamily="2" charset="-122"/>
            </a:endParaRPr>
          </a:p>
        </p:txBody>
      </p:sp>
      <p:sp>
        <p:nvSpPr>
          <p:cNvPr id="1239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D5BF069-627C-48B2-AF16-83C8C81D7079}" type="slidenum">
              <a:rPr lang="zh-CN" altLang="en-US" sz="1400" smtClean="0">
                <a:solidFill>
                  <a:schemeClr val="bg2"/>
                </a:solidFill>
                <a:latin typeface="Arial" panose="020B0604020202020204" pitchFamily="34" charset="0"/>
              </a:rPr>
              <a:pPr>
                <a:spcBef>
                  <a:spcPct val="50000"/>
                </a:spcBef>
                <a:buClrTx/>
                <a:buSzTx/>
                <a:buFontTx/>
                <a:buNone/>
              </a:pPr>
              <a:t>70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127A69A-F0D7-6E84-45D7-3875C22407E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p:cNvSpPr>
            <a:spLocks noGrp="1" noChangeArrowheads="1"/>
          </p:cNvSpPr>
          <p:nvPr>
            <p:ph type="title"/>
          </p:nvPr>
        </p:nvSpPr>
        <p:spPr/>
        <p:txBody>
          <a:bodyPr/>
          <a:lstStyle/>
          <a:p>
            <a:r>
              <a:rPr lang="en-US" altLang="zh-CN" sz="4000">
                <a:ea typeface="SimSun" panose="02010600030101010101" pitchFamily="2" charset="-122"/>
              </a:rPr>
              <a:t>Perceptron Convergence Algorithm</a:t>
            </a:r>
          </a:p>
        </p:txBody>
      </p:sp>
      <p:sp>
        <p:nvSpPr>
          <p:cNvPr id="125956" name="Rectangle 3"/>
          <p:cNvSpPr>
            <a:spLocks noGrp="1" noChangeArrowheads="1"/>
          </p:cNvSpPr>
          <p:nvPr>
            <p:ph type="body" idx="1"/>
          </p:nvPr>
        </p:nvSpPr>
        <p:spPr/>
        <p:txBody>
          <a:bodyPr/>
          <a:lstStyle/>
          <a:p>
            <a:pPr marL="609600" indent="-609600">
              <a:buSzPct val="85000"/>
              <a:buFont typeface="Monotype Sorts" pitchFamily="2" charset="2"/>
              <a:buAutoNum type="arabicParenR"/>
            </a:pPr>
            <a:r>
              <a:rPr lang="en-US" altLang="zh-CN">
                <a:ea typeface="SimSun" panose="02010600030101010101" pitchFamily="2" charset="-122"/>
              </a:rPr>
              <a:t>Initialize weights and threshold randomly.</a:t>
            </a:r>
          </a:p>
          <a:p>
            <a:pPr marL="609600" indent="-609600">
              <a:buSzPct val="85000"/>
              <a:buFont typeface="Monotype Sorts" pitchFamily="2" charset="2"/>
              <a:buAutoNum type="arabicParenR"/>
            </a:pPr>
            <a:r>
              <a:rPr lang="en-US" altLang="zh-CN">
                <a:ea typeface="SimSun" panose="02010600030101010101" pitchFamily="2" charset="-122"/>
              </a:rPr>
              <a:t>Calculate actual output of the perceptron:</a:t>
            </a:r>
          </a:p>
          <a:p>
            <a:pPr marL="609600" indent="-609600">
              <a:buSzPct val="85000"/>
              <a:buFont typeface="Monotype Sorts" pitchFamily="2" charset="2"/>
              <a:buNone/>
            </a:pPr>
            <a:r>
              <a:rPr lang="en-US" altLang="zh-CN">
                <a:ea typeface="SimSun" panose="02010600030101010101" pitchFamily="2" charset="-122"/>
              </a:rPr>
              <a:t>      For all </a:t>
            </a:r>
            <a:r>
              <a:rPr lang="en-US" altLang="zh-CN" i="1">
                <a:ea typeface="SimSun" panose="02010600030101010101" pitchFamily="2" charset="-122"/>
              </a:rPr>
              <a:t>p</a:t>
            </a:r>
            <a:r>
              <a:rPr lang="en-US" altLang="zh-CN">
                <a:ea typeface="SimSun" panose="02010600030101010101" pitchFamily="2" charset="-122"/>
              </a:rPr>
              <a:t> </a:t>
            </a:r>
          </a:p>
          <a:p>
            <a:pPr marL="609600" indent="-609600">
              <a:buSzPct val="85000"/>
              <a:buFont typeface="Monotype Sorts" pitchFamily="2" charset="2"/>
              <a:buAutoNum type="arabicParenR"/>
            </a:pPr>
            <a:endParaRPr lang="en-US" altLang="zh-CN">
              <a:ea typeface="SimSun" panose="02010600030101010101" pitchFamily="2" charset="-122"/>
            </a:endParaRPr>
          </a:p>
          <a:p>
            <a:pPr marL="609600" indent="-609600">
              <a:buSzPct val="85000"/>
              <a:buFont typeface="Monotype Sorts" pitchFamily="2" charset="2"/>
              <a:buAutoNum type="arabicParenR"/>
            </a:pPr>
            <a:r>
              <a:rPr lang="en-US" altLang="zh-CN">
                <a:ea typeface="SimSun" panose="02010600030101010101" pitchFamily="2" charset="-122"/>
              </a:rPr>
              <a:t>Adapt weights: for all </a:t>
            </a:r>
            <a:r>
              <a:rPr lang="en-US" altLang="zh-CN" i="1">
                <a:ea typeface="SimSun" panose="02010600030101010101" pitchFamily="2" charset="-122"/>
              </a:rPr>
              <a:t>p</a:t>
            </a:r>
            <a:endParaRPr lang="en-US" altLang="zh-CN">
              <a:ea typeface="SimSun" panose="02010600030101010101" pitchFamily="2" charset="-122"/>
            </a:endParaRPr>
          </a:p>
          <a:p>
            <a:pPr marL="609600" indent="-609600">
              <a:buSzPct val="85000"/>
              <a:buFont typeface="Monotype Sorts" pitchFamily="2" charset="2"/>
              <a:buAutoNum type="arabicParenR"/>
            </a:pPr>
            <a:endParaRPr lang="en-US" altLang="zh-CN">
              <a:ea typeface="SimSun" panose="02010600030101010101" pitchFamily="2" charset="-122"/>
            </a:endParaRPr>
          </a:p>
          <a:p>
            <a:pPr marL="609600" indent="-609600">
              <a:buSzPct val="85000"/>
              <a:buFont typeface="Monotype Sorts" pitchFamily="2" charset="2"/>
              <a:buAutoNum type="arabicParenR"/>
            </a:pPr>
            <a:r>
              <a:rPr lang="en-US" altLang="zh-CN">
                <a:ea typeface="SimSun" panose="02010600030101010101" pitchFamily="2" charset="-122"/>
              </a:rPr>
              <a:t>Repeat until </a:t>
            </a:r>
            <a:r>
              <a:rPr lang="en-US" altLang="zh-CN" i="1">
                <a:ea typeface="SimSun" panose="02010600030101010101" pitchFamily="2" charset="-122"/>
              </a:rPr>
              <a:t>w</a:t>
            </a:r>
            <a:r>
              <a:rPr lang="en-US" altLang="zh-CN">
                <a:ea typeface="SimSun" panose="02010600030101010101" pitchFamily="2" charset="-122"/>
              </a:rPr>
              <a:t> converges.</a:t>
            </a:r>
          </a:p>
        </p:txBody>
      </p:sp>
      <p:graphicFrame>
        <p:nvGraphicFramePr>
          <p:cNvPr id="125957" name="Object 4"/>
          <p:cNvGraphicFramePr>
            <a:graphicFrameLocks noChangeAspect="1"/>
          </p:cNvGraphicFramePr>
          <p:nvPr/>
        </p:nvGraphicFramePr>
        <p:xfrm>
          <a:off x="3429000" y="3048000"/>
          <a:ext cx="4191000" cy="1219200"/>
        </p:xfrm>
        <a:graphic>
          <a:graphicData uri="http://schemas.openxmlformats.org/presentationml/2006/ole">
            <mc:AlternateContent xmlns:mc="http://schemas.openxmlformats.org/markup-compatibility/2006">
              <mc:Choice xmlns:v="urn:schemas-microsoft-com:vml" Requires="v">
                <p:oleObj name="方程式" r:id="rId3" imgW="1269449" imgH="431613" progId="Equation.3">
                  <p:embed/>
                </p:oleObj>
              </mc:Choice>
              <mc:Fallback>
                <p:oleObj name="方程式" r:id="rId3" imgW="1269449" imgH="431613" progId="Equation.3">
                  <p:embed/>
                  <p:pic>
                    <p:nvPicPr>
                      <p:cNvPr id="12595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048000"/>
                        <a:ext cx="4191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5958" name="Object 5"/>
          <p:cNvGraphicFramePr>
            <a:graphicFrameLocks noChangeAspect="1"/>
          </p:cNvGraphicFramePr>
          <p:nvPr/>
        </p:nvGraphicFramePr>
        <p:xfrm>
          <a:off x="1295400" y="4648200"/>
          <a:ext cx="7138988" cy="749300"/>
        </p:xfrm>
        <a:graphic>
          <a:graphicData uri="http://schemas.openxmlformats.org/presentationml/2006/ole">
            <mc:AlternateContent xmlns:mc="http://schemas.openxmlformats.org/markup-compatibility/2006">
              <mc:Choice xmlns:v="urn:schemas-microsoft-com:vml" Requires="v">
                <p:oleObj name="公式" r:id="rId5" imgW="2286000" imgH="241300" progId="Equation.3">
                  <p:embed/>
                </p:oleObj>
              </mc:Choice>
              <mc:Fallback>
                <p:oleObj name="公式" r:id="rId5" imgW="2286000" imgH="241300" progId="Equation.3">
                  <p:embed/>
                  <p:pic>
                    <p:nvPicPr>
                      <p:cNvPr id="12595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648200"/>
                        <a:ext cx="7138988"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5C35402-3DC2-486A-BD77-4206D7FCBB59}" type="slidenum">
              <a:rPr lang="zh-CN" altLang="en-US" sz="1400" smtClean="0">
                <a:solidFill>
                  <a:schemeClr val="bg2"/>
                </a:solidFill>
                <a:latin typeface="Arial" panose="020B0604020202020204" pitchFamily="34" charset="0"/>
              </a:rPr>
              <a:pPr>
                <a:spcBef>
                  <a:spcPct val="50000"/>
                </a:spcBef>
                <a:buClrTx/>
                <a:buSzTx/>
                <a:buFontTx/>
                <a:buNone/>
              </a:pPr>
              <a:t>71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FE776E2-44C6-608E-EE43-BE4FCA0287B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8E673-30D8-4242-9BA2-C0FFE0B7E600}"/>
              </a:ext>
            </a:extLst>
          </p:cNvPr>
          <p:cNvSpPr>
            <a:spLocks noGrp="1"/>
          </p:cNvSpPr>
          <p:nvPr>
            <p:ph type="title"/>
          </p:nvPr>
        </p:nvSpPr>
        <p:spPr/>
        <p:txBody>
          <a:bodyPr/>
          <a:lstStyle/>
          <a:p>
            <a:pPr algn="ctr"/>
            <a:r>
              <a:rPr lang="en-US"/>
              <a:t>Learning Rule</a:t>
            </a:r>
            <a:endParaRPr lang="en-HK"/>
          </a:p>
        </p:txBody>
      </p:sp>
      <p:sp>
        <p:nvSpPr>
          <p:cNvPr id="4" name="Slide Number Placeholder 3">
            <a:extLst>
              <a:ext uri="{FF2B5EF4-FFF2-40B4-BE49-F238E27FC236}">
                <a16:creationId xmlns:a16="http://schemas.microsoft.com/office/drawing/2014/main" id="{DADC166C-9495-47BF-AD2F-25A29ACC2F26}"/>
              </a:ext>
            </a:extLst>
          </p:cNvPr>
          <p:cNvSpPr>
            <a:spLocks noGrp="1"/>
          </p:cNvSpPr>
          <p:nvPr>
            <p:ph type="sldNum" sz="quarter" idx="11"/>
          </p:nvPr>
        </p:nvSpPr>
        <p:spPr/>
        <p:txBody>
          <a:bodyPr/>
          <a:lstStyle/>
          <a:p>
            <a:pPr>
              <a:defRPr/>
            </a:pPr>
            <a:fld id="{D5EE1E99-A213-44F4-BB38-2AE742957139}" type="slidenum">
              <a:rPr lang="zh-CN" altLang="en-US" smtClean="0"/>
              <a:pPr>
                <a:defRPr/>
              </a:pPr>
              <a:t>72</a:t>
            </a:fld>
            <a:endParaRPr lang="en-US" altLang="zh-CN"/>
          </a:p>
        </p:txBody>
      </p:sp>
      <p:pic>
        <p:nvPicPr>
          <p:cNvPr id="8" name="Content Placeholder 7">
            <a:extLst>
              <a:ext uri="{FF2B5EF4-FFF2-40B4-BE49-F238E27FC236}">
                <a16:creationId xmlns:a16="http://schemas.microsoft.com/office/drawing/2014/main" id="{7693CD4D-25CF-45ED-99BC-A63363EAFB22}"/>
              </a:ext>
            </a:extLst>
          </p:cNvPr>
          <p:cNvPicPr>
            <a:picLocks noGrp="1" noChangeAspect="1"/>
          </p:cNvPicPr>
          <p:nvPr>
            <p:ph idx="1"/>
          </p:nvPr>
        </p:nvPicPr>
        <p:blipFill>
          <a:blip r:embed="rId2"/>
          <a:stretch>
            <a:fillRect/>
          </a:stretch>
        </p:blipFill>
        <p:spPr>
          <a:xfrm>
            <a:off x="990600" y="1832853"/>
            <a:ext cx="7772400" cy="4106693"/>
          </a:xfrm>
          <a:prstGeom prst="rect">
            <a:avLst/>
          </a:prstGeom>
        </p:spPr>
      </p:pic>
      <p:sp>
        <p:nvSpPr>
          <p:cNvPr id="3" name="Footer Placeholder 4">
            <a:extLst>
              <a:ext uri="{FF2B5EF4-FFF2-40B4-BE49-F238E27FC236}">
                <a16:creationId xmlns:a16="http://schemas.microsoft.com/office/drawing/2014/main" id="{7B7F1B10-0270-EB0A-2A50-42CB350B35F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2550204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a:lstStyle/>
          <a:p>
            <a:pPr algn="ctr"/>
            <a:r>
              <a:rPr lang="en-US" altLang="zh-CN">
                <a:ea typeface="SimSun" panose="02010600030101010101" pitchFamily="2" charset="-122"/>
              </a:rPr>
              <a:t>Iterative learning</a:t>
            </a:r>
          </a:p>
        </p:txBody>
      </p:sp>
      <p:pic>
        <p:nvPicPr>
          <p:cNvPr id="128004"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699767" y="1668966"/>
            <a:ext cx="4158233" cy="4231184"/>
          </a:xfrm>
        </p:spPr>
      </p:pic>
      <p:sp>
        <p:nvSpPr>
          <p:cNvPr id="1280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92B83A8-C83B-4ADD-9AC8-EFBC251D33C3}" type="slidenum">
              <a:rPr lang="zh-CN" altLang="en-US" sz="1400" smtClean="0">
                <a:solidFill>
                  <a:schemeClr val="bg2"/>
                </a:solidFill>
                <a:latin typeface="Arial" panose="020B0604020202020204" pitchFamily="34" charset="0"/>
              </a:rPr>
              <a:pPr>
                <a:spcBef>
                  <a:spcPct val="50000"/>
                </a:spcBef>
                <a:buClrTx/>
                <a:buSzTx/>
                <a:buFontTx/>
                <a:buNone/>
              </a:pPr>
              <a:t>73</a:t>
            </a:fld>
            <a:endParaRPr lang="en-US" altLang="zh-CN" sz="1400" dirty="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E441F1A9-3075-4E8D-39C8-9684D0D8ECFA}"/>
              </a:ext>
            </a:extLst>
          </p:cNvPr>
          <p:cNvSpPr txBox="1"/>
          <p:nvPr/>
        </p:nvSpPr>
        <p:spPr>
          <a:xfrm>
            <a:off x="1085385" y="5871117"/>
            <a:ext cx="7872761" cy="253916"/>
          </a:xfrm>
          <a:prstGeom prst="rect">
            <a:avLst/>
          </a:prstGeom>
          <a:noFill/>
        </p:spPr>
        <p:txBody>
          <a:bodyPr wrap="square">
            <a:spAutoFit/>
          </a:bodyPr>
          <a:lstStyle/>
          <a:p>
            <a:pPr marL="0" marR="0">
              <a:buNone/>
            </a:pPr>
            <a:r>
              <a:rPr lang="en-US" altLang="zh-CN" sz="1000" dirty="0">
                <a:effectLst/>
                <a:latin typeface="+mn-ea"/>
              </a:rPr>
              <a:t>Ref:</a:t>
            </a:r>
            <a:r>
              <a:rPr lang="zh-CN" altLang="en-US" sz="1000" dirty="0">
                <a:effectLst/>
                <a:latin typeface="+mn-ea"/>
              </a:rPr>
              <a:t> </a:t>
            </a:r>
            <a:r>
              <a:rPr lang="en-US" altLang="zh-CN" sz="1000" dirty="0">
                <a:effectLst/>
                <a:latin typeface="+mn-ea"/>
              </a:rPr>
              <a:t>R. P. Lippmann, "An Introduction to Computing with Neural Nets," </a:t>
            </a:r>
            <a:r>
              <a:rPr lang="en-US" altLang="zh-CN" sz="1000" i="1" dirty="0">
                <a:effectLst/>
                <a:latin typeface="+mn-ea"/>
              </a:rPr>
              <a:t>IEEE ASSP Magazine</a:t>
            </a:r>
            <a:r>
              <a:rPr lang="en-US" altLang="zh-CN" sz="1000" dirty="0">
                <a:effectLst/>
                <a:latin typeface="+mn-ea"/>
              </a:rPr>
              <a:t>, vol. 4, no. 2, pp. 4–22, Apr. 1987.</a:t>
            </a:r>
            <a:endParaRPr lang="zh-CN" altLang="zh-CN" sz="1000" dirty="0">
              <a:effectLst/>
              <a:latin typeface="+mn-ea"/>
            </a:endParaRPr>
          </a:p>
        </p:txBody>
      </p:sp>
      <p:sp>
        <p:nvSpPr>
          <p:cNvPr id="3" name="Footer Placeholder 4">
            <a:extLst>
              <a:ext uri="{FF2B5EF4-FFF2-40B4-BE49-F238E27FC236}">
                <a16:creationId xmlns:a16="http://schemas.microsoft.com/office/drawing/2014/main" id="{2484AE54-45F7-61CF-2AA1-70432D31F0F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a:lstStyle/>
          <a:p>
            <a:pPr algn="ctr"/>
            <a:r>
              <a:rPr lang="en-US" altLang="zh-CN">
                <a:ea typeface="SimSun" panose="02010600030101010101" pitchFamily="2" charset="-122"/>
              </a:rPr>
              <a:t>A Simple Case</a:t>
            </a:r>
          </a:p>
        </p:txBody>
      </p:sp>
      <p:pic>
        <p:nvPicPr>
          <p:cNvPr id="129028"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2438400"/>
            <a:ext cx="7543800" cy="2971800"/>
          </a:xfrm>
        </p:spPr>
      </p:pic>
      <p:sp>
        <p:nvSpPr>
          <p:cNvPr id="1290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471E0D4-8FD2-4A8E-BA59-76636F58EBA8}" type="slidenum">
              <a:rPr lang="zh-CN" altLang="en-US" sz="1400" smtClean="0">
                <a:solidFill>
                  <a:schemeClr val="bg2"/>
                </a:solidFill>
                <a:latin typeface="Arial" panose="020B0604020202020204" pitchFamily="34" charset="0"/>
              </a:rPr>
              <a:pPr>
                <a:spcBef>
                  <a:spcPct val="50000"/>
                </a:spcBef>
                <a:buClrTx/>
                <a:buSzTx/>
                <a:buFontTx/>
                <a:buNone/>
              </a:pPr>
              <a:t>74</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01E90397-DC52-4D6F-2830-FF070FBF6619}"/>
              </a:ext>
            </a:extLst>
          </p:cNvPr>
          <p:cNvSpPr txBox="1"/>
          <p:nvPr/>
        </p:nvSpPr>
        <p:spPr>
          <a:xfrm>
            <a:off x="2274850" y="5445322"/>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C8E0CFBA-9301-F11F-4B74-493C05F0183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p:cNvSpPr>
            <a:spLocks noGrp="1"/>
          </p:cNvSpPr>
          <p:nvPr>
            <p:ph type="title"/>
          </p:nvPr>
        </p:nvSpPr>
        <p:spPr/>
        <p:txBody>
          <a:bodyPr/>
          <a:lstStyle/>
          <a:p>
            <a:pPr algn="ctr"/>
            <a:r>
              <a:rPr lang="en-US" altLang="zh-CN">
                <a:ea typeface="SimSun" panose="02010600030101010101" pitchFamily="2" charset="-122"/>
              </a:rPr>
              <a:t>Error Landscape</a:t>
            </a:r>
          </a:p>
        </p:txBody>
      </p:sp>
      <p:pic>
        <p:nvPicPr>
          <p:cNvPr id="130052"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761893" y="1695007"/>
            <a:ext cx="6227956" cy="4322934"/>
          </a:xfrm>
        </p:spPr>
      </p:pic>
      <p:sp>
        <p:nvSpPr>
          <p:cNvPr id="1300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D29F77A-32C1-45C0-9B0E-F28252CFEA86}" type="slidenum">
              <a:rPr lang="zh-CN" altLang="en-US" sz="1400" smtClean="0">
                <a:solidFill>
                  <a:schemeClr val="bg2"/>
                </a:solidFill>
                <a:latin typeface="Arial" panose="020B0604020202020204" pitchFamily="34" charset="0"/>
              </a:rPr>
              <a:pPr>
                <a:spcBef>
                  <a:spcPct val="50000"/>
                </a:spcBef>
                <a:buClrTx/>
                <a:buSzTx/>
                <a:buFontTx/>
                <a:buNone/>
              </a:pPr>
              <a:t>75</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F6B7490D-1EBB-F178-C229-4B3E67BD0D2A}"/>
              </a:ext>
            </a:extLst>
          </p:cNvPr>
          <p:cNvSpPr txBox="1"/>
          <p:nvPr/>
        </p:nvSpPr>
        <p:spPr>
          <a:xfrm>
            <a:off x="2308303" y="5982070"/>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58B42210-A862-88F7-6C27-E1A9D0FFF5C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p:cNvSpPr>
            <a:spLocks noGrp="1"/>
          </p:cNvSpPr>
          <p:nvPr>
            <p:ph type="title"/>
          </p:nvPr>
        </p:nvSpPr>
        <p:spPr/>
        <p:txBody>
          <a:bodyPr/>
          <a:lstStyle/>
          <a:p>
            <a:pPr algn="ctr"/>
            <a:r>
              <a:rPr lang="en-US" altLang="zh-CN">
                <a:ea typeface="SimSun" panose="02010600030101010101" pitchFamily="2" charset="-122"/>
              </a:rPr>
              <a:t>Learning Process</a:t>
            </a:r>
          </a:p>
        </p:txBody>
      </p:sp>
      <p:pic>
        <p:nvPicPr>
          <p:cNvPr id="131076"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600200"/>
            <a:ext cx="6248400" cy="4495800"/>
          </a:xfrm>
        </p:spPr>
      </p:pic>
      <p:sp>
        <p:nvSpPr>
          <p:cNvPr id="1310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D7E35FE-679C-44D4-95E4-B07062A0584C}" type="slidenum">
              <a:rPr lang="zh-CN" altLang="en-US" sz="1400" smtClean="0">
                <a:solidFill>
                  <a:schemeClr val="bg2"/>
                </a:solidFill>
                <a:latin typeface="Arial" panose="020B0604020202020204" pitchFamily="34" charset="0"/>
              </a:rPr>
              <a:pPr>
                <a:spcBef>
                  <a:spcPct val="50000"/>
                </a:spcBef>
                <a:buClrTx/>
                <a:buSzTx/>
                <a:buFontTx/>
                <a:buNone/>
              </a:pPr>
              <a:t>76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A7C36B7C-4690-22D2-0067-4C0437847B40}"/>
              </a:ext>
            </a:extLst>
          </p:cNvPr>
          <p:cNvSpPr txBox="1"/>
          <p:nvPr/>
        </p:nvSpPr>
        <p:spPr>
          <a:xfrm>
            <a:off x="2163337" y="6016822"/>
            <a:ext cx="716280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1A3B85E5-F7BC-8C82-794E-6FA4897C1CA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p:txBody>
          <a:bodyPr/>
          <a:lstStyle/>
          <a:p>
            <a:pPr algn="ctr"/>
            <a:r>
              <a:rPr lang="en-US" altLang="zh-CN">
                <a:ea typeface="SimSun" panose="02010600030101010101" pitchFamily="2" charset="-122"/>
              </a:rPr>
              <a:t>Threshold</a:t>
            </a:r>
          </a:p>
        </p:txBody>
      </p:sp>
      <p:pic>
        <p:nvPicPr>
          <p:cNvPr id="132100"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701800" y="2257425"/>
            <a:ext cx="6350000" cy="3257550"/>
          </a:xfrm>
        </p:spPr>
      </p:pic>
      <p:sp>
        <p:nvSpPr>
          <p:cNvPr id="1321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E39E1DA-9B11-488E-8DF7-805373468917}" type="slidenum">
              <a:rPr lang="zh-CN" altLang="en-US" sz="1400" smtClean="0">
                <a:solidFill>
                  <a:schemeClr val="bg2"/>
                </a:solidFill>
                <a:latin typeface="Arial" panose="020B0604020202020204" pitchFamily="34" charset="0"/>
              </a:rPr>
              <a:pPr>
                <a:spcBef>
                  <a:spcPct val="50000"/>
                </a:spcBef>
                <a:buClrTx/>
                <a:buSzTx/>
                <a:buFontTx/>
                <a:buNone/>
              </a:pPr>
              <a:t>77</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4A6B73AF-6AA7-CB83-251C-25D6B12E3AA6}"/>
              </a:ext>
            </a:extLst>
          </p:cNvPr>
          <p:cNvSpPr txBox="1"/>
          <p:nvPr/>
        </p:nvSpPr>
        <p:spPr>
          <a:xfrm>
            <a:off x="2274850" y="5514975"/>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9C073A15-2BC2-2FA3-71C4-C12E6C32644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2"/>
          <p:cNvSpPr>
            <a:spLocks noGrp="1" noChangeArrowheads="1"/>
          </p:cNvSpPr>
          <p:nvPr>
            <p:ph type="title"/>
          </p:nvPr>
        </p:nvSpPr>
        <p:spPr/>
        <p:txBody>
          <a:bodyPr/>
          <a:lstStyle/>
          <a:p>
            <a:pPr algn="ctr"/>
            <a:r>
              <a:rPr lang="en-US" altLang="zh-CN" sz="4000">
                <a:ea typeface="SimSun" panose="02010600030101010101" pitchFamily="2" charset="-122"/>
              </a:rPr>
              <a:t>Perceptron Convergence Theorem</a:t>
            </a:r>
            <a:endParaRPr lang="en-US" altLang="zh-CN">
              <a:ea typeface="SimSun" panose="02010600030101010101" pitchFamily="2" charset="-122"/>
            </a:endParaRPr>
          </a:p>
        </p:txBody>
      </p:sp>
      <p:sp>
        <p:nvSpPr>
          <p:cNvPr id="133124" name="Rectangle 3"/>
          <p:cNvSpPr>
            <a:spLocks noGrp="1" noChangeArrowheads="1"/>
          </p:cNvSpPr>
          <p:nvPr>
            <p:ph type="body" idx="1"/>
          </p:nvPr>
        </p:nvSpPr>
        <p:spPr>
          <a:xfrm>
            <a:off x="1371600" y="2209800"/>
            <a:ext cx="7086600" cy="3505200"/>
          </a:xfrm>
        </p:spPr>
        <p:txBody>
          <a:bodyPr/>
          <a:lstStyle/>
          <a:p>
            <a:pPr>
              <a:buFont typeface="Monotype Sorts" pitchFamily="2" charset="2"/>
              <a:buNone/>
            </a:pPr>
            <a:r>
              <a:rPr lang="en-US" altLang="zh-CN" sz="3600">
                <a:ea typeface="SimSun" panose="02010600030101010101" pitchFamily="2" charset="-122"/>
              </a:rPr>
              <a:t>If two sets of data are linearly separable, the perceptron learning algorithm converge to a set of weights and a threshold in a finite steps.</a:t>
            </a:r>
            <a:r>
              <a:rPr lang="en-US" altLang="zh-CN">
                <a:ea typeface="SimSun" panose="02010600030101010101" pitchFamily="2" charset="-122"/>
              </a:rPr>
              <a:t>  </a:t>
            </a:r>
          </a:p>
        </p:txBody>
      </p:sp>
      <p:sp>
        <p:nvSpPr>
          <p:cNvPr id="1331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F3EE3BF-3D0C-4C83-AC8D-FE15D92A980F}" type="slidenum">
              <a:rPr lang="zh-CN" altLang="en-US" sz="1400" smtClean="0">
                <a:solidFill>
                  <a:schemeClr val="bg2"/>
                </a:solidFill>
                <a:latin typeface="Arial" panose="020B0604020202020204" pitchFamily="34" charset="0"/>
              </a:rPr>
              <a:pPr>
                <a:spcBef>
                  <a:spcPct val="50000"/>
                </a:spcBef>
                <a:buClrTx/>
                <a:buSzTx/>
                <a:buFontTx/>
                <a:buNone/>
              </a:pPr>
              <a:t>78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673F5A6-8E8A-3D75-2471-BF33731C882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54740-83F4-4170-97C3-A0B01F5B7273}"/>
              </a:ext>
            </a:extLst>
          </p:cNvPr>
          <p:cNvSpPr>
            <a:spLocks noGrp="1"/>
          </p:cNvSpPr>
          <p:nvPr>
            <p:ph type="title"/>
          </p:nvPr>
        </p:nvSpPr>
        <p:spPr/>
        <p:txBody>
          <a:bodyPr/>
          <a:lstStyle/>
          <a:p>
            <a:r>
              <a:rPr lang="en-US"/>
              <a:t>Truth Table for OR Function</a:t>
            </a:r>
            <a:endParaRPr lang="en-HK"/>
          </a:p>
        </p:txBody>
      </p:sp>
      <p:sp>
        <p:nvSpPr>
          <p:cNvPr id="4" name="Slide Number Placeholder 3">
            <a:extLst>
              <a:ext uri="{FF2B5EF4-FFF2-40B4-BE49-F238E27FC236}">
                <a16:creationId xmlns:a16="http://schemas.microsoft.com/office/drawing/2014/main" id="{DE9E2908-9D17-4D96-A3F3-D0CDD21C188B}"/>
              </a:ext>
            </a:extLst>
          </p:cNvPr>
          <p:cNvSpPr>
            <a:spLocks noGrp="1"/>
          </p:cNvSpPr>
          <p:nvPr>
            <p:ph type="sldNum" sz="quarter" idx="11"/>
          </p:nvPr>
        </p:nvSpPr>
        <p:spPr/>
        <p:txBody>
          <a:bodyPr/>
          <a:lstStyle/>
          <a:p>
            <a:pPr>
              <a:defRPr/>
            </a:pPr>
            <a:fld id="{D5EE1E99-A213-44F4-BB38-2AE742957139}" type="slidenum">
              <a:rPr lang="zh-CN" altLang="en-US" smtClean="0"/>
              <a:pPr>
                <a:defRPr/>
              </a:pPr>
              <a:t>79</a:t>
            </a:fld>
            <a:endParaRPr lang="en-US" altLang="zh-CN"/>
          </a:p>
        </p:txBody>
      </p:sp>
      <p:sp>
        <p:nvSpPr>
          <p:cNvPr id="9" name="Content Placeholder 8">
            <a:extLst>
              <a:ext uri="{FF2B5EF4-FFF2-40B4-BE49-F238E27FC236}">
                <a16:creationId xmlns:a16="http://schemas.microsoft.com/office/drawing/2014/main" id="{319D80C1-25AA-494D-9CD0-36F842DE38BD}"/>
              </a:ext>
            </a:extLst>
          </p:cNvPr>
          <p:cNvSpPr>
            <a:spLocks noGrp="1"/>
          </p:cNvSpPr>
          <p:nvPr>
            <p:ph idx="1"/>
          </p:nvPr>
        </p:nvSpPr>
        <p:spPr/>
        <p:txBody>
          <a:bodyPr/>
          <a:lstStyle/>
          <a:p>
            <a:endParaRPr lang="en-HK"/>
          </a:p>
        </p:txBody>
      </p:sp>
      <p:pic>
        <p:nvPicPr>
          <p:cNvPr id="10" name="Picture 9">
            <a:extLst>
              <a:ext uri="{FF2B5EF4-FFF2-40B4-BE49-F238E27FC236}">
                <a16:creationId xmlns:a16="http://schemas.microsoft.com/office/drawing/2014/main" id="{0CA2CCBB-0628-4FBC-96EC-57EC018F234D}"/>
              </a:ext>
            </a:extLst>
          </p:cNvPr>
          <p:cNvPicPr>
            <a:picLocks noChangeAspect="1"/>
          </p:cNvPicPr>
          <p:nvPr/>
        </p:nvPicPr>
        <p:blipFill>
          <a:blip r:embed="rId2"/>
          <a:stretch>
            <a:fillRect/>
          </a:stretch>
        </p:blipFill>
        <p:spPr>
          <a:xfrm>
            <a:off x="1067613" y="1959228"/>
            <a:ext cx="7619768" cy="3527172"/>
          </a:xfrm>
          <a:prstGeom prst="rect">
            <a:avLst/>
          </a:prstGeom>
        </p:spPr>
      </p:pic>
      <p:sp>
        <p:nvSpPr>
          <p:cNvPr id="3" name="Footer Placeholder 4">
            <a:extLst>
              <a:ext uri="{FF2B5EF4-FFF2-40B4-BE49-F238E27FC236}">
                <a16:creationId xmlns:a16="http://schemas.microsoft.com/office/drawing/2014/main" id="{34FD6E3B-7E28-5039-735C-8DBD9522A46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2974320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9813-3E27-4A17-AE9F-E570520E744A}"/>
              </a:ext>
            </a:extLst>
          </p:cNvPr>
          <p:cNvSpPr>
            <a:spLocks noGrp="1"/>
          </p:cNvSpPr>
          <p:nvPr>
            <p:ph type="title"/>
          </p:nvPr>
        </p:nvSpPr>
        <p:spPr/>
        <p:txBody>
          <a:bodyPr/>
          <a:lstStyle/>
          <a:p>
            <a:pPr algn="ctr"/>
            <a:r>
              <a:rPr lang="en-US"/>
              <a:t>Iteration 1</a:t>
            </a:r>
            <a:endParaRPr lang="en-HK"/>
          </a:p>
        </p:txBody>
      </p:sp>
      <p:sp>
        <p:nvSpPr>
          <p:cNvPr id="4" name="Slide Number Placeholder 3">
            <a:extLst>
              <a:ext uri="{FF2B5EF4-FFF2-40B4-BE49-F238E27FC236}">
                <a16:creationId xmlns:a16="http://schemas.microsoft.com/office/drawing/2014/main" id="{052A2719-03E1-4150-89C1-4415A29FC758}"/>
              </a:ext>
            </a:extLst>
          </p:cNvPr>
          <p:cNvSpPr>
            <a:spLocks noGrp="1"/>
          </p:cNvSpPr>
          <p:nvPr>
            <p:ph type="sldNum" sz="quarter" idx="11"/>
          </p:nvPr>
        </p:nvSpPr>
        <p:spPr/>
        <p:txBody>
          <a:bodyPr/>
          <a:lstStyle/>
          <a:p>
            <a:pPr>
              <a:defRPr/>
            </a:pPr>
            <a:fld id="{D5EE1E99-A213-44F4-BB38-2AE742957139}" type="slidenum">
              <a:rPr lang="zh-CN" altLang="en-US" smtClean="0"/>
              <a:pPr>
                <a:defRPr/>
              </a:pPr>
              <a:t>80</a:t>
            </a:fld>
            <a:endParaRPr lang="en-US" altLang="zh-CN"/>
          </a:p>
        </p:txBody>
      </p:sp>
      <p:sp>
        <p:nvSpPr>
          <p:cNvPr id="7" name="Content Placeholder 6">
            <a:extLst>
              <a:ext uri="{FF2B5EF4-FFF2-40B4-BE49-F238E27FC236}">
                <a16:creationId xmlns:a16="http://schemas.microsoft.com/office/drawing/2014/main" id="{85021E03-7A6D-4F60-AEF0-32E85C9D6A44}"/>
              </a:ext>
            </a:extLst>
          </p:cNvPr>
          <p:cNvSpPr>
            <a:spLocks noGrp="1"/>
          </p:cNvSpPr>
          <p:nvPr>
            <p:ph idx="1"/>
          </p:nvPr>
        </p:nvSpPr>
        <p:spPr/>
        <p:txBody>
          <a:bodyPr/>
          <a:lstStyle/>
          <a:p>
            <a:endParaRPr lang="en-HK"/>
          </a:p>
        </p:txBody>
      </p:sp>
      <p:pic>
        <p:nvPicPr>
          <p:cNvPr id="9" name="Picture 8">
            <a:extLst>
              <a:ext uri="{FF2B5EF4-FFF2-40B4-BE49-F238E27FC236}">
                <a16:creationId xmlns:a16="http://schemas.microsoft.com/office/drawing/2014/main" id="{816E3D82-A5D6-401E-B8ED-4288E040FFB1}"/>
              </a:ext>
            </a:extLst>
          </p:cNvPr>
          <p:cNvPicPr>
            <a:picLocks noChangeAspect="1"/>
          </p:cNvPicPr>
          <p:nvPr/>
        </p:nvPicPr>
        <p:blipFill>
          <a:blip r:embed="rId2"/>
          <a:stretch>
            <a:fillRect/>
          </a:stretch>
        </p:blipFill>
        <p:spPr>
          <a:xfrm>
            <a:off x="774622" y="1600200"/>
            <a:ext cx="7988378" cy="4482243"/>
          </a:xfrm>
          <a:prstGeom prst="rect">
            <a:avLst/>
          </a:prstGeom>
        </p:spPr>
      </p:pic>
      <p:sp>
        <p:nvSpPr>
          <p:cNvPr id="3" name="Footer Placeholder 4">
            <a:extLst>
              <a:ext uri="{FF2B5EF4-FFF2-40B4-BE49-F238E27FC236}">
                <a16:creationId xmlns:a16="http://schemas.microsoft.com/office/drawing/2014/main" id="{65AE1FA0-996C-ABE4-2D6E-2F86297020F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170988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9813-3E27-4A17-AE9F-E570520E744A}"/>
              </a:ext>
            </a:extLst>
          </p:cNvPr>
          <p:cNvSpPr>
            <a:spLocks noGrp="1"/>
          </p:cNvSpPr>
          <p:nvPr>
            <p:ph type="title"/>
          </p:nvPr>
        </p:nvSpPr>
        <p:spPr/>
        <p:txBody>
          <a:bodyPr/>
          <a:lstStyle/>
          <a:p>
            <a:pPr algn="ctr"/>
            <a:r>
              <a:rPr lang="en-US"/>
              <a:t>Iteration 2</a:t>
            </a:r>
            <a:endParaRPr lang="en-HK"/>
          </a:p>
        </p:txBody>
      </p:sp>
      <p:sp>
        <p:nvSpPr>
          <p:cNvPr id="4" name="Slide Number Placeholder 3">
            <a:extLst>
              <a:ext uri="{FF2B5EF4-FFF2-40B4-BE49-F238E27FC236}">
                <a16:creationId xmlns:a16="http://schemas.microsoft.com/office/drawing/2014/main" id="{052A2719-03E1-4150-89C1-4415A29FC758}"/>
              </a:ext>
            </a:extLst>
          </p:cNvPr>
          <p:cNvSpPr>
            <a:spLocks noGrp="1"/>
          </p:cNvSpPr>
          <p:nvPr>
            <p:ph type="sldNum" sz="quarter" idx="11"/>
          </p:nvPr>
        </p:nvSpPr>
        <p:spPr/>
        <p:txBody>
          <a:bodyPr/>
          <a:lstStyle/>
          <a:p>
            <a:pPr>
              <a:defRPr/>
            </a:pPr>
            <a:fld id="{D5EE1E99-A213-44F4-BB38-2AE742957139}" type="slidenum">
              <a:rPr lang="zh-CN" altLang="en-US" smtClean="0"/>
              <a:pPr>
                <a:defRPr/>
              </a:pPr>
              <a:t>81</a:t>
            </a:fld>
            <a:endParaRPr lang="en-US" altLang="zh-CN"/>
          </a:p>
        </p:txBody>
      </p:sp>
      <p:sp>
        <p:nvSpPr>
          <p:cNvPr id="6" name="Content Placeholder 5">
            <a:extLst>
              <a:ext uri="{FF2B5EF4-FFF2-40B4-BE49-F238E27FC236}">
                <a16:creationId xmlns:a16="http://schemas.microsoft.com/office/drawing/2014/main" id="{B2C2705D-33E6-40C3-B67A-DB5B96E6A2CC}"/>
              </a:ext>
            </a:extLst>
          </p:cNvPr>
          <p:cNvSpPr>
            <a:spLocks noGrp="1"/>
          </p:cNvSpPr>
          <p:nvPr>
            <p:ph idx="1"/>
          </p:nvPr>
        </p:nvSpPr>
        <p:spPr/>
        <p:txBody>
          <a:bodyPr/>
          <a:lstStyle/>
          <a:p>
            <a:endParaRPr lang="en-HK"/>
          </a:p>
        </p:txBody>
      </p:sp>
      <p:pic>
        <p:nvPicPr>
          <p:cNvPr id="12" name="Picture 11">
            <a:extLst>
              <a:ext uri="{FF2B5EF4-FFF2-40B4-BE49-F238E27FC236}">
                <a16:creationId xmlns:a16="http://schemas.microsoft.com/office/drawing/2014/main" id="{955CFC01-2342-4575-B8AF-542D6BE27A74}"/>
              </a:ext>
            </a:extLst>
          </p:cNvPr>
          <p:cNvPicPr>
            <a:picLocks noChangeAspect="1"/>
          </p:cNvPicPr>
          <p:nvPr/>
        </p:nvPicPr>
        <p:blipFill>
          <a:blip r:embed="rId2"/>
          <a:stretch>
            <a:fillRect/>
          </a:stretch>
        </p:blipFill>
        <p:spPr>
          <a:xfrm>
            <a:off x="916270" y="1689542"/>
            <a:ext cx="7921060" cy="4414925"/>
          </a:xfrm>
          <a:prstGeom prst="rect">
            <a:avLst/>
          </a:prstGeom>
        </p:spPr>
      </p:pic>
      <p:sp>
        <p:nvSpPr>
          <p:cNvPr id="3" name="Footer Placeholder 4">
            <a:extLst>
              <a:ext uri="{FF2B5EF4-FFF2-40B4-BE49-F238E27FC236}">
                <a16:creationId xmlns:a16="http://schemas.microsoft.com/office/drawing/2014/main" id="{F75996B2-5905-3653-2FDD-16753751782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42622968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9813-3E27-4A17-AE9F-E570520E744A}"/>
              </a:ext>
            </a:extLst>
          </p:cNvPr>
          <p:cNvSpPr>
            <a:spLocks noGrp="1"/>
          </p:cNvSpPr>
          <p:nvPr>
            <p:ph type="title"/>
          </p:nvPr>
        </p:nvSpPr>
        <p:spPr/>
        <p:txBody>
          <a:bodyPr/>
          <a:lstStyle/>
          <a:p>
            <a:pPr algn="ctr"/>
            <a:r>
              <a:rPr lang="en-US"/>
              <a:t>Iteration 3</a:t>
            </a:r>
            <a:endParaRPr lang="en-HK"/>
          </a:p>
        </p:txBody>
      </p:sp>
      <p:sp>
        <p:nvSpPr>
          <p:cNvPr id="4" name="Slide Number Placeholder 3">
            <a:extLst>
              <a:ext uri="{FF2B5EF4-FFF2-40B4-BE49-F238E27FC236}">
                <a16:creationId xmlns:a16="http://schemas.microsoft.com/office/drawing/2014/main" id="{052A2719-03E1-4150-89C1-4415A29FC758}"/>
              </a:ext>
            </a:extLst>
          </p:cNvPr>
          <p:cNvSpPr>
            <a:spLocks noGrp="1"/>
          </p:cNvSpPr>
          <p:nvPr>
            <p:ph type="sldNum" sz="quarter" idx="11"/>
          </p:nvPr>
        </p:nvSpPr>
        <p:spPr/>
        <p:txBody>
          <a:bodyPr/>
          <a:lstStyle/>
          <a:p>
            <a:pPr>
              <a:defRPr/>
            </a:pPr>
            <a:fld id="{D5EE1E99-A213-44F4-BB38-2AE742957139}" type="slidenum">
              <a:rPr lang="zh-CN" altLang="en-US" smtClean="0"/>
              <a:pPr>
                <a:defRPr/>
              </a:pPr>
              <a:t>82</a:t>
            </a:fld>
            <a:endParaRPr lang="en-US" altLang="zh-CN"/>
          </a:p>
        </p:txBody>
      </p:sp>
      <p:sp>
        <p:nvSpPr>
          <p:cNvPr id="9" name="Content Placeholder 8">
            <a:extLst>
              <a:ext uri="{FF2B5EF4-FFF2-40B4-BE49-F238E27FC236}">
                <a16:creationId xmlns:a16="http://schemas.microsoft.com/office/drawing/2014/main" id="{7660B6EC-ED77-48E0-8975-6F32662FA224}"/>
              </a:ext>
            </a:extLst>
          </p:cNvPr>
          <p:cNvSpPr>
            <a:spLocks noGrp="1"/>
          </p:cNvSpPr>
          <p:nvPr>
            <p:ph idx="1"/>
          </p:nvPr>
        </p:nvSpPr>
        <p:spPr/>
        <p:txBody>
          <a:bodyPr/>
          <a:lstStyle/>
          <a:p>
            <a:endParaRPr lang="en-HK"/>
          </a:p>
        </p:txBody>
      </p:sp>
      <p:pic>
        <p:nvPicPr>
          <p:cNvPr id="10" name="Picture 9">
            <a:extLst>
              <a:ext uri="{FF2B5EF4-FFF2-40B4-BE49-F238E27FC236}">
                <a16:creationId xmlns:a16="http://schemas.microsoft.com/office/drawing/2014/main" id="{F0D27D8D-DF98-41E3-B778-02428311EDE0}"/>
              </a:ext>
            </a:extLst>
          </p:cNvPr>
          <p:cNvPicPr>
            <a:picLocks noChangeAspect="1"/>
          </p:cNvPicPr>
          <p:nvPr/>
        </p:nvPicPr>
        <p:blipFill>
          <a:blip r:embed="rId2"/>
          <a:stretch>
            <a:fillRect/>
          </a:stretch>
        </p:blipFill>
        <p:spPr>
          <a:xfrm>
            <a:off x="886818" y="1634067"/>
            <a:ext cx="7876182" cy="4521512"/>
          </a:xfrm>
          <a:prstGeom prst="rect">
            <a:avLst/>
          </a:prstGeom>
        </p:spPr>
      </p:pic>
      <p:sp>
        <p:nvSpPr>
          <p:cNvPr id="3" name="Footer Placeholder 4">
            <a:extLst>
              <a:ext uri="{FF2B5EF4-FFF2-40B4-BE49-F238E27FC236}">
                <a16:creationId xmlns:a16="http://schemas.microsoft.com/office/drawing/2014/main" id="{F1C7C7C3-92B3-E73F-4BA9-A80219F0E49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6451866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9813-3E27-4A17-AE9F-E570520E744A}"/>
              </a:ext>
            </a:extLst>
          </p:cNvPr>
          <p:cNvSpPr>
            <a:spLocks noGrp="1"/>
          </p:cNvSpPr>
          <p:nvPr>
            <p:ph type="title"/>
          </p:nvPr>
        </p:nvSpPr>
        <p:spPr/>
        <p:txBody>
          <a:bodyPr/>
          <a:lstStyle/>
          <a:p>
            <a:pPr algn="ctr"/>
            <a:r>
              <a:rPr lang="en-US"/>
              <a:t>Iteration 4</a:t>
            </a:r>
            <a:endParaRPr lang="en-HK"/>
          </a:p>
        </p:txBody>
      </p:sp>
      <p:sp>
        <p:nvSpPr>
          <p:cNvPr id="4" name="Slide Number Placeholder 3">
            <a:extLst>
              <a:ext uri="{FF2B5EF4-FFF2-40B4-BE49-F238E27FC236}">
                <a16:creationId xmlns:a16="http://schemas.microsoft.com/office/drawing/2014/main" id="{052A2719-03E1-4150-89C1-4415A29FC758}"/>
              </a:ext>
            </a:extLst>
          </p:cNvPr>
          <p:cNvSpPr>
            <a:spLocks noGrp="1"/>
          </p:cNvSpPr>
          <p:nvPr>
            <p:ph type="sldNum" sz="quarter" idx="11"/>
          </p:nvPr>
        </p:nvSpPr>
        <p:spPr/>
        <p:txBody>
          <a:bodyPr/>
          <a:lstStyle/>
          <a:p>
            <a:pPr>
              <a:defRPr/>
            </a:pPr>
            <a:fld id="{D5EE1E99-A213-44F4-BB38-2AE742957139}" type="slidenum">
              <a:rPr lang="zh-CN" altLang="en-US" smtClean="0"/>
              <a:pPr>
                <a:defRPr/>
              </a:pPr>
              <a:t>83</a:t>
            </a:fld>
            <a:endParaRPr lang="en-US" altLang="zh-CN"/>
          </a:p>
        </p:txBody>
      </p:sp>
      <p:sp>
        <p:nvSpPr>
          <p:cNvPr id="6" name="Content Placeholder 5">
            <a:extLst>
              <a:ext uri="{FF2B5EF4-FFF2-40B4-BE49-F238E27FC236}">
                <a16:creationId xmlns:a16="http://schemas.microsoft.com/office/drawing/2014/main" id="{365904AA-CC2D-4BBC-AEDF-D190BDF61BA9}"/>
              </a:ext>
            </a:extLst>
          </p:cNvPr>
          <p:cNvSpPr>
            <a:spLocks noGrp="1"/>
          </p:cNvSpPr>
          <p:nvPr>
            <p:ph idx="1"/>
          </p:nvPr>
        </p:nvSpPr>
        <p:spPr/>
        <p:txBody>
          <a:bodyPr/>
          <a:lstStyle/>
          <a:p>
            <a:endParaRPr lang="en-HK"/>
          </a:p>
        </p:txBody>
      </p:sp>
      <p:pic>
        <p:nvPicPr>
          <p:cNvPr id="7" name="Picture 6">
            <a:extLst>
              <a:ext uri="{FF2B5EF4-FFF2-40B4-BE49-F238E27FC236}">
                <a16:creationId xmlns:a16="http://schemas.microsoft.com/office/drawing/2014/main" id="{81370677-1307-4ECA-ACDB-7000CFD8F99C}"/>
              </a:ext>
            </a:extLst>
          </p:cNvPr>
          <p:cNvPicPr>
            <a:picLocks noChangeAspect="1"/>
          </p:cNvPicPr>
          <p:nvPr/>
        </p:nvPicPr>
        <p:blipFill>
          <a:blip r:embed="rId2"/>
          <a:stretch>
            <a:fillRect/>
          </a:stretch>
        </p:blipFill>
        <p:spPr>
          <a:xfrm>
            <a:off x="916270" y="1447800"/>
            <a:ext cx="7921060" cy="4403706"/>
          </a:xfrm>
          <a:prstGeom prst="rect">
            <a:avLst/>
          </a:prstGeom>
        </p:spPr>
      </p:pic>
      <p:sp>
        <p:nvSpPr>
          <p:cNvPr id="3" name="Footer Placeholder 4">
            <a:extLst>
              <a:ext uri="{FF2B5EF4-FFF2-40B4-BE49-F238E27FC236}">
                <a16:creationId xmlns:a16="http://schemas.microsoft.com/office/drawing/2014/main" id="{01506C7A-AAC1-BB96-ADBA-5248DCB4C29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405743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9813-3E27-4A17-AE9F-E570520E744A}"/>
              </a:ext>
            </a:extLst>
          </p:cNvPr>
          <p:cNvSpPr>
            <a:spLocks noGrp="1"/>
          </p:cNvSpPr>
          <p:nvPr>
            <p:ph type="title"/>
          </p:nvPr>
        </p:nvSpPr>
        <p:spPr/>
        <p:txBody>
          <a:bodyPr/>
          <a:lstStyle/>
          <a:p>
            <a:pPr algn="ctr"/>
            <a:r>
              <a:rPr lang="en-US"/>
              <a:t>Iteration 5</a:t>
            </a:r>
            <a:endParaRPr lang="en-HK"/>
          </a:p>
        </p:txBody>
      </p:sp>
      <p:sp>
        <p:nvSpPr>
          <p:cNvPr id="4" name="Slide Number Placeholder 3">
            <a:extLst>
              <a:ext uri="{FF2B5EF4-FFF2-40B4-BE49-F238E27FC236}">
                <a16:creationId xmlns:a16="http://schemas.microsoft.com/office/drawing/2014/main" id="{052A2719-03E1-4150-89C1-4415A29FC758}"/>
              </a:ext>
            </a:extLst>
          </p:cNvPr>
          <p:cNvSpPr>
            <a:spLocks noGrp="1"/>
          </p:cNvSpPr>
          <p:nvPr>
            <p:ph type="sldNum" sz="quarter" idx="11"/>
          </p:nvPr>
        </p:nvSpPr>
        <p:spPr/>
        <p:txBody>
          <a:bodyPr/>
          <a:lstStyle/>
          <a:p>
            <a:pPr>
              <a:defRPr/>
            </a:pPr>
            <a:fld id="{D5EE1E99-A213-44F4-BB38-2AE742957139}" type="slidenum">
              <a:rPr lang="zh-CN" altLang="en-US" smtClean="0"/>
              <a:pPr>
                <a:defRPr/>
              </a:pPr>
              <a:t>84</a:t>
            </a:fld>
            <a:endParaRPr lang="en-US" altLang="zh-CN"/>
          </a:p>
        </p:txBody>
      </p:sp>
      <p:sp>
        <p:nvSpPr>
          <p:cNvPr id="6" name="Content Placeholder 5">
            <a:extLst>
              <a:ext uri="{FF2B5EF4-FFF2-40B4-BE49-F238E27FC236}">
                <a16:creationId xmlns:a16="http://schemas.microsoft.com/office/drawing/2014/main" id="{365904AA-CC2D-4BBC-AEDF-D190BDF61BA9}"/>
              </a:ext>
            </a:extLst>
          </p:cNvPr>
          <p:cNvSpPr>
            <a:spLocks noGrp="1"/>
          </p:cNvSpPr>
          <p:nvPr>
            <p:ph idx="1"/>
          </p:nvPr>
        </p:nvSpPr>
        <p:spPr/>
        <p:txBody>
          <a:bodyPr/>
          <a:lstStyle/>
          <a:p>
            <a:endParaRPr lang="en-HK"/>
          </a:p>
        </p:txBody>
      </p:sp>
      <p:pic>
        <p:nvPicPr>
          <p:cNvPr id="5" name="Picture 4">
            <a:extLst>
              <a:ext uri="{FF2B5EF4-FFF2-40B4-BE49-F238E27FC236}">
                <a16:creationId xmlns:a16="http://schemas.microsoft.com/office/drawing/2014/main" id="{98BDA835-2B10-4255-9FA8-BC8540D1C308}"/>
              </a:ext>
            </a:extLst>
          </p:cNvPr>
          <p:cNvPicPr>
            <a:picLocks noChangeAspect="1"/>
          </p:cNvPicPr>
          <p:nvPr/>
        </p:nvPicPr>
        <p:blipFill>
          <a:blip r:embed="rId2"/>
          <a:stretch>
            <a:fillRect/>
          </a:stretch>
        </p:blipFill>
        <p:spPr>
          <a:xfrm>
            <a:off x="990600" y="1447800"/>
            <a:ext cx="7696667" cy="4414925"/>
          </a:xfrm>
          <a:prstGeom prst="rect">
            <a:avLst/>
          </a:prstGeom>
        </p:spPr>
      </p:pic>
      <p:sp>
        <p:nvSpPr>
          <p:cNvPr id="3" name="Footer Placeholder 4">
            <a:extLst>
              <a:ext uri="{FF2B5EF4-FFF2-40B4-BE49-F238E27FC236}">
                <a16:creationId xmlns:a16="http://schemas.microsoft.com/office/drawing/2014/main" id="{CAA4E60F-F848-12C9-39E9-B1D50792E59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6784358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807E-CA93-4210-BE28-87B25559F44E}"/>
              </a:ext>
            </a:extLst>
          </p:cNvPr>
          <p:cNvSpPr>
            <a:spLocks noGrp="1"/>
          </p:cNvSpPr>
          <p:nvPr>
            <p:ph type="title"/>
          </p:nvPr>
        </p:nvSpPr>
        <p:spPr/>
        <p:txBody>
          <a:bodyPr/>
          <a:lstStyle/>
          <a:p>
            <a:pPr algn="ctr"/>
            <a:r>
              <a:rPr lang="en-US"/>
              <a:t>Finally</a:t>
            </a:r>
            <a:endParaRPr lang="en-HK"/>
          </a:p>
        </p:txBody>
      </p:sp>
      <p:sp>
        <p:nvSpPr>
          <p:cNvPr id="3" name="Content Placeholder 2">
            <a:extLst>
              <a:ext uri="{FF2B5EF4-FFF2-40B4-BE49-F238E27FC236}">
                <a16:creationId xmlns:a16="http://schemas.microsoft.com/office/drawing/2014/main" id="{D6FDD9B8-2DAC-4699-B9BC-0725234AE9F7}"/>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62E2141E-8828-48A9-85E6-81A62AEF98C8}"/>
              </a:ext>
            </a:extLst>
          </p:cNvPr>
          <p:cNvSpPr>
            <a:spLocks noGrp="1"/>
          </p:cNvSpPr>
          <p:nvPr>
            <p:ph type="sldNum" sz="quarter" idx="11"/>
          </p:nvPr>
        </p:nvSpPr>
        <p:spPr/>
        <p:txBody>
          <a:bodyPr/>
          <a:lstStyle/>
          <a:p>
            <a:pPr>
              <a:defRPr/>
            </a:pPr>
            <a:fld id="{D5EE1E99-A213-44F4-BB38-2AE742957139}" type="slidenum">
              <a:rPr lang="zh-CN" altLang="en-US" smtClean="0"/>
              <a:pPr>
                <a:defRPr/>
              </a:pPr>
              <a:t>85</a:t>
            </a:fld>
            <a:endParaRPr lang="en-US" altLang="zh-CN"/>
          </a:p>
        </p:txBody>
      </p:sp>
      <p:pic>
        <p:nvPicPr>
          <p:cNvPr id="6" name="Picture 5">
            <a:extLst>
              <a:ext uri="{FF2B5EF4-FFF2-40B4-BE49-F238E27FC236}">
                <a16:creationId xmlns:a16="http://schemas.microsoft.com/office/drawing/2014/main" id="{9C18EB12-20BE-46CD-AB64-52F2C1AB6468}"/>
              </a:ext>
            </a:extLst>
          </p:cNvPr>
          <p:cNvPicPr>
            <a:picLocks noChangeAspect="1"/>
          </p:cNvPicPr>
          <p:nvPr/>
        </p:nvPicPr>
        <p:blipFill>
          <a:blip r:embed="rId2"/>
          <a:stretch>
            <a:fillRect/>
          </a:stretch>
        </p:blipFill>
        <p:spPr>
          <a:xfrm>
            <a:off x="1032571" y="2133600"/>
            <a:ext cx="7672037" cy="3276600"/>
          </a:xfrm>
          <a:prstGeom prst="rect">
            <a:avLst/>
          </a:prstGeom>
        </p:spPr>
      </p:pic>
      <p:sp>
        <p:nvSpPr>
          <p:cNvPr id="5" name="Footer Placeholder 4">
            <a:extLst>
              <a:ext uri="{FF2B5EF4-FFF2-40B4-BE49-F238E27FC236}">
                <a16:creationId xmlns:a16="http://schemas.microsoft.com/office/drawing/2014/main" id="{693FF40A-4AE1-29C8-C386-177EF3729A6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40868129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E8B2-798A-4409-AEA1-6996043A0814}"/>
              </a:ext>
            </a:extLst>
          </p:cNvPr>
          <p:cNvSpPr>
            <a:spLocks noGrp="1"/>
          </p:cNvSpPr>
          <p:nvPr>
            <p:ph type="title"/>
          </p:nvPr>
        </p:nvSpPr>
        <p:spPr/>
        <p:txBody>
          <a:bodyPr/>
          <a:lstStyle/>
          <a:p>
            <a:pPr algn="ctr"/>
            <a:r>
              <a:rPr lang="en-US"/>
              <a:t>Learning Trajectory</a:t>
            </a:r>
            <a:endParaRPr lang="en-HK"/>
          </a:p>
        </p:txBody>
      </p:sp>
      <p:sp>
        <p:nvSpPr>
          <p:cNvPr id="4" name="Slide Number Placeholder 3">
            <a:extLst>
              <a:ext uri="{FF2B5EF4-FFF2-40B4-BE49-F238E27FC236}">
                <a16:creationId xmlns:a16="http://schemas.microsoft.com/office/drawing/2014/main" id="{60CD05AC-7222-4E69-A58D-6F0BB655C34D}"/>
              </a:ext>
            </a:extLst>
          </p:cNvPr>
          <p:cNvSpPr>
            <a:spLocks noGrp="1"/>
          </p:cNvSpPr>
          <p:nvPr>
            <p:ph type="sldNum" sz="quarter" idx="11"/>
          </p:nvPr>
        </p:nvSpPr>
        <p:spPr/>
        <p:txBody>
          <a:bodyPr/>
          <a:lstStyle/>
          <a:p>
            <a:pPr>
              <a:defRPr/>
            </a:pPr>
            <a:fld id="{D5EE1E99-A213-44F4-BB38-2AE742957139}" type="slidenum">
              <a:rPr lang="zh-CN" altLang="en-US" smtClean="0"/>
              <a:pPr>
                <a:defRPr/>
              </a:pPr>
              <a:t>86</a:t>
            </a:fld>
            <a:endParaRPr lang="en-US" altLang="zh-CN"/>
          </a:p>
        </p:txBody>
      </p:sp>
      <p:pic>
        <p:nvPicPr>
          <p:cNvPr id="8" name="Content Placeholder 7">
            <a:extLst>
              <a:ext uri="{FF2B5EF4-FFF2-40B4-BE49-F238E27FC236}">
                <a16:creationId xmlns:a16="http://schemas.microsoft.com/office/drawing/2014/main" id="{913B7088-B06D-4283-9511-81B43E4B81F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08841" y="1534998"/>
            <a:ext cx="6356808" cy="4767606"/>
          </a:xfrm>
        </p:spPr>
      </p:pic>
      <p:sp>
        <p:nvSpPr>
          <p:cNvPr id="3" name="Footer Placeholder 4">
            <a:extLst>
              <a:ext uri="{FF2B5EF4-FFF2-40B4-BE49-F238E27FC236}">
                <a16:creationId xmlns:a16="http://schemas.microsoft.com/office/drawing/2014/main" id="{738A6874-1C52-419D-A7A9-DD9DBA3F90A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5464612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F2F9-CC6B-4AAC-BC50-4D8D9C39B476}"/>
              </a:ext>
            </a:extLst>
          </p:cNvPr>
          <p:cNvSpPr>
            <a:spLocks noGrp="1"/>
          </p:cNvSpPr>
          <p:nvPr>
            <p:ph type="title"/>
          </p:nvPr>
        </p:nvSpPr>
        <p:spPr/>
        <p:txBody>
          <a:bodyPr/>
          <a:lstStyle/>
          <a:p>
            <a:r>
              <a:rPr lang="en-US"/>
              <a:t>Trajectory</a:t>
            </a:r>
            <a:endParaRPr lang="en-HK"/>
          </a:p>
        </p:txBody>
      </p:sp>
      <p:sp>
        <p:nvSpPr>
          <p:cNvPr id="3" name="Content Placeholder 2">
            <a:extLst>
              <a:ext uri="{FF2B5EF4-FFF2-40B4-BE49-F238E27FC236}">
                <a16:creationId xmlns:a16="http://schemas.microsoft.com/office/drawing/2014/main" id="{533ED3E7-47B8-449F-8942-A7753B7C7DB6}"/>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7BDA8C55-24CC-46F9-B890-B5A2D79DB78E}"/>
              </a:ext>
            </a:extLst>
          </p:cNvPr>
          <p:cNvSpPr>
            <a:spLocks noGrp="1"/>
          </p:cNvSpPr>
          <p:nvPr>
            <p:ph type="sldNum" sz="quarter" idx="11"/>
          </p:nvPr>
        </p:nvSpPr>
        <p:spPr/>
        <p:txBody>
          <a:bodyPr/>
          <a:lstStyle/>
          <a:p>
            <a:pPr>
              <a:defRPr/>
            </a:pPr>
            <a:fld id="{D5EE1E99-A213-44F4-BB38-2AE742957139}" type="slidenum">
              <a:rPr lang="zh-CN" altLang="en-US" smtClean="0"/>
              <a:pPr>
                <a:defRPr/>
              </a:pPr>
              <a:t>87</a:t>
            </a:fld>
            <a:endParaRPr lang="en-US" altLang="zh-CN"/>
          </a:p>
        </p:txBody>
      </p:sp>
      <p:pic>
        <p:nvPicPr>
          <p:cNvPr id="6" name="Picture 5">
            <a:extLst>
              <a:ext uri="{FF2B5EF4-FFF2-40B4-BE49-F238E27FC236}">
                <a16:creationId xmlns:a16="http://schemas.microsoft.com/office/drawing/2014/main" id="{78AC4828-96E6-4DC5-8C41-226F9C368748}"/>
              </a:ext>
            </a:extLst>
          </p:cNvPr>
          <p:cNvPicPr>
            <a:picLocks noChangeAspect="1"/>
          </p:cNvPicPr>
          <p:nvPr/>
        </p:nvPicPr>
        <p:blipFill>
          <a:blip r:embed="rId2"/>
          <a:stretch>
            <a:fillRect/>
          </a:stretch>
        </p:blipFill>
        <p:spPr>
          <a:xfrm>
            <a:off x="1269565" y="379574"/>
            <a:ext cx="6883835" cy="5923030"/>
          </a:xfrm>
          <a:prstGeom prst="rect">
            <a:avLst/>
          </a:prstGeom>
        </p:spPr>
      </p:pic>
      <p:sp>
        <p:nvSpPr>
          <p:cNvPr id="5" name="Footer Placeholder 4">
            <a:extLst>
              <a:ext uri="{FF2B5EF4-FFF2-40B4-BE49-F238E27FC236}">
                <a16:creationId xmlns:a16="http://schemas.microsoft.com/office/drawing/2014/main" id="{F5695DED-CBC7-8361-F96B-06E2B6D9164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794670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p:cNvSpPr>
            <a:spLocks noGrp="1"/>
          </p:cNvSpPr>
          <p:nvPr>
            <p:ph type="title"/>
          </p:nvPr>
        </p:nvSpPr>
        <p:spPr/>
        <p:txBody>
          <a:bodyPr/>
          <a:lstStyle/>
          <a:p>
            <a:pPr algn="ctr"/>
            <a:r>
              <a:rPr lang="en-US" altLang="zh-CN">
                <a:ea typeface="SimSun" panose="02010600030101010101" pitchFamily="2" charset="-122"/>
              </a:rPr>
              <a:t>Two-Variable Logic Functions</a:t>
            </a:r>
          </a:p>
        </p:txBody>
      </p:sp>
      <p:pic>
        <p:nvPicPr>
          <p:cNvPr id="135172"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1905000"/>
            <a:ext cx="7848600" cy="3733800"/>
          </a:xfrm>
        </p:spPr>
      </p:pic>
      <p:sp>
        <p:nvSpPr>
          <p:cNvPr id="13517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2714327-8EDA-4AC2-B6B5-CFEFECD3A84B}" type="slidenum">
              <a:rPr lang="zh-CN" altLang="en-US" sz="1400" smtClean="0">
                <a:solidFill>
                  <a:schemeClr val="bg2"/>
                </a:solidFill>
                <a:latin typeface="Arial" panose="020B0604020202020204" pitchFamily="34" charset="0"/>
              </a:rPr>
              <a:pPr>
                <a:spcBef>
                  <a:spcPct val="50000"/>
                </a:spcBef>
                <a:buClrTx/>
                <a:buSzTx/>
                <a:buFontTx/>
                <a:buNone/>
              </a:pPr>
              <a:t>88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CBF0E86-E720-08A1-1374-2402C14D8C6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le 1"/>
          <p:cNvSpPr>
            <a:spLocks noGrp="1"/>
          </p:cNvSpPr>
          <p:nvPr>
            <p:ph type="title"/>
          </p:nvPr>
        </p:nvSpPr>
        <p:spPr/>
        <p:txBody>
          <a:bodyPr/>
          <a:lstStyle/>
          <a:p>
            <a:pPr algn="ctr"/>
            <a:r>
              <a:rPr lang="en-US" altLang="zh-CN">
                <a:ea typeface="SimSun" panose="02010600030101010101" pitchFamily="2" charset="-122"/>
              </a:rPr>
              <a:t>2D OR and AND </a:t>
            </a:r>
          </a:p>
        </p:txBody>
      </p:sp>
      <p:pic>
        <p:nvPicPr>
          <p:cNvPr id="13619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28775" y="2185988"/>
            <a:ext cx="6496050" cy="3400425"/>
          </a:xfrm>
          <a:noFill/>
        </p:spPr>
      </p:pic>
      <p:sp>
        <p:nvSpPr>
          <p:cNvPr id="13619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8AB0882-4466-4D30-85FE-90C34AB7469C}" type="slidenum">
              <a:rPr lang="zh-CN" altLang="en-US" sz="1400" smtClean="0">
                <a:solidFill>
                  <a:schemeClr val="bg2"/>
                </a:solidFill>
                <a:latin typeface="Arial" panose="020B0604020202020204" pitchFamily="34" charset="0"/>
              </a:rPr>
              <a:pPr>
                <a:spcBef>
                  <a:spcPct val="50000"/>
                </a:spcBef>
                <a:buClrTx/>
                <a:buSzTx/>
                <a:buFontTx/>
                <a:buNone/>
              </a:pPr>
              <a:t>89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CBD89478-E350-8427-9B23-817F5DA13224}"/>
              </a:ext>
            </a:extLst>
          </p:cNvPr>
          <p:cNvSpPr txBox="1"/>
          <p:nvPr/>
        </p:nvSpPr>
        <p:spPr>
          <a:xfrm>
            <a:off x="2293125" y="5586413"/>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41BB9842-76BD-0C6A-64B3-75A0658C4C2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p:cNvSpPr>
          <p:nvPr>
            <p:ph type="title"/>
          </p:nvPr>
        </p:nvSpPr>
        <p:spPr/>
        <p:txBody>
          <a:bodyPr/>
          <a:lstStyle/>
          <a:p>
            <a:pPr algn="ctr"/>
            <a:r>
              <a:rPr lang="en-US" altLang="zh-CN">
                <a:ea typeface="SimSun" panose="02010600030101010101" pitchFamily="2" charset="-122"/>
              </a:rPr>
              <a:t>3D Logic Function</a:t>
            </a:r>
          </a:p>
        </p:txBody>
      </p:sp>
      <p:pic>
        <p:nvPicPr>
          <p:cNvPr id="137220"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379538" y="1828800"/>
            <a:ext cx="6994525" cy="4114800"/>
          </a:xfrm>
        </p:spPr>
      </p:pic>
      <p:sp>
        <p:nvSpPr>
          <p:cNvPr id="13722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3D2C54D-8B14-4F75-997E-5BE0D12D75F4}" type="slidenum">
              <a:rPr lang="zh-CN" altLang="en-US" sz="1400" smtClean="0">
                <a:solidFill>
                  <a:schemeClr val="bg2"/>
                </a:solidFill>
                <a:latin typeface="Arial" panose="020B0604020202020204" pitchFamily="34" charset="0"/>
              </a:rPr>
              <a:pPr>
                <a:spcBef>
                  <a:spcPct val="50000"/>
                </a:spcBef>
                <a:buClrTx/>
                <a:buSzTx/>
                <a:buFontTx/>
                <a:buNone/>
              </a:pPr>
              <a:t>90</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0BCD9916-E596-4B0C-3692-4CA3FC1CBDD7}"/>
              </a:ext>
            </a:extLst>
          </p:cNvPr>
          <p:cNvSpPr txBox="1"/>
          <p:nvPr/>
        </p:nvSpPr>
        <p:spPr>
          <a:xfrm>
            <a:off x="2286001" y="5942111"/>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8864D16A-5DFD-A393-3864-40643659594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p:cNvSpPr>
            <a:spLocks noGrp="1"/>
          </p:cNvSpPr>
          <p:nvPr>
            <p:ph type="title"/>
          </p:nvPr>
        </p:nvSpPr>
        <p:spPr/>
        <p:txBody>
          <a:bodyPr/>
          <a:lstStyle/>
          <a:p>
            <a:pPr algn="ctr"/>
            <a:r>
              <a:rPr lang="en-US" altLang="zh-CN">
                <a:ea typeface="SimSun" panose="02010600030101010101" pitchFamily="2" charset="-122"/>
              </a:rPr>
              <a:t>OR Function</a:t>
            </a:r>
          </a:p>
        </p:txBody>
      </p:sp>
      <p:pic>
        <p:nvPicPr>
          <p:cNvPr id="138244" name="图片 2"/>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508125" y="1828800"/>
            <a:ext cx="6737350" cy="4114800"/>
          </a:xfrm>
        </p:spPr>
      </p:pic>
      <p:sp>
        <p:nvSpPr>
          <p:cNvPr id="13824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3F4F888-6818-49DA-862C-BC39985929F7}" type="slidenum">
              <a:rPr lang="zh-CN" altLang="en-US" sz="1400" smtClean="0">
                <a:solidFill>
                  <a:schemeClr val="bg2"/>
                </a:solidFill>
                <a:latin typeface="Arial" panose="020B0604020202020204" pitchFamily="34" charset="0"/>
              </a:rPr>
              <a:pPr>
                <a:spcBef>
                  <a:spcPct val="50000"/>
                </a:spcBef>
                <a:buClrTx/>
                <a:buSzTx/>
                <a:buFontTx/>
                <a:buNone/>
              </a:pPr>
              <a:t>91</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4DB1BBB5-1790-EC55-D642-FF2E8280B03B}"/>
              </a:ext>
            </a:extLst>
          </p:cNvPr>
          <p:cNvSpPr txBox="1"/>
          <p:nvPr/>
        </p:nvSpPr>
        <p:spPr>
          <a:xfrm>
            <a:off x="2386363" y="5904012"/>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600E3334-3728-82FE-DA80-C211784A82E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p:cNvSpPr>
            <a:spLocks noGrp="1"/>
          </p:cNvSpPr>
          <p:nvPr>
            <p:ph type="title"/>
          </p:nvPr>
        </p:nvSpPr>
        <p:spPr/>
        <p:txBody>
          <a:bodyPr/>
          <a:lstStyle/>
          <a:p>
            <a:pPr algn="ctr"/>
            <a:r>
              <a:rPr lang="en-US" altLang="zh-CN">
                <a:ea typeface="SimSun" panose="02010600030101010101" pitchFamily="2" charset="-122"/>
              </a:rPr>
              <a:t>Majority Function</a:t>
            </a:r>
          </a:p>
        </p:txBody>
      </p:sp>
      <p:pic>
        <p:nvPicPr>
          <p:cNvPr id="13926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2575" y="1828800"/>
            <a:ext cx="6648450" cy="4114800"/>
          </a:xfrm>
          <a:noFill/>
        </p:spPr>
      </p:pic>
      <p:sp>
        <p:nvSpPr>
          <p:cNvPr id="1392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5D75F10-D67F-4553-A4ED-A64EC4BD2BCF}" type="slidenum">
              <a:rPr lang="zh-CN" altLang="en-US" sz="1400" smtClean="0">
                <a:solidFill>
                  <a:schemeClr val="bg2"/>
                </a:solidFill>
                <a:latin typeface="Arial" panose="020B0604020202020204" pitchFamily="34" charset="0"/>
              </a:rPr>
              <a:pPr>
                <a:spcBef>
                  <a:spcPct val="50000"/>
                </a:spcBef>
                <a:buClrTx/>
                <a:buSzTx/>
                <a:buFontTx/>
                <a:buNone/>
              </a:pPr>
              <a:t>92</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8FA751C2-8744-F3F8-8A73-E21E4774F33F}"/>
              </a:ext>
            </a:extLst>
          </p:cNvPr>
          <p:cNvSpPr txBox="1"/>
          <p:nvPr/>
        </p:nvSpPr>
        <p:spPr>
          <a:xfrm>
            <a:off x="2293125" y="5940623"/>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73475D46-EBD4-972F-8F51-EDB00E06892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p:cNvSpPr>
            <a:spLocks noGrp="1"/>
          </p:cNvSpPr>
          <p:nvPr>
            <p:ph type="title"/>
          </p:nvPr>
        </p:nvSpPr>
        <p:spPr/>
        <p:txBody>
          <a:bodyPr/>
          <a:lstStyle/>
          <a:p>
            <a:pPr algn="ctr"/>
            <a:r>
              <a:rPr lang="en-US" altLang="zh-CN">
                <a:ea typeface="SimSun" panose="02010600030101010101" pitchFamily="2" charset="-122"/>
              </a:rPr>
              <a:t>Duality</a:t>
            </a:r>
          </a:p>
        </p:txBody>
      </p:sp>
      <p:pic>
        <p:nvPicPr>
          <p:cNvPr id="140292"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1990767"/>
            <a:ext cx="7620000" cy="3638550"/>
          </a:xfrm>
        </p:spPr>
      </p:pic>
      <p:sp>
        <p:nvSpPr>
          <p:cNvPr id="14029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2F13FFC-D458-4537-939B-D8F28BC4EDF0}" type="slidenum">
              <a:rPr lang="zh-CN" altLang="en-US" sz="1400" smtClean="0">
                <a:solidFill>
                  <a:schemeClr val="bg2"/>
                </a:solidFill>
                <a:latin typeface="Arial" panose="020B0604020202020204" pitchFamily="34" charset="0"/>
              </a:rPr>
              <a:pPr>
                <a:spcBef>
                  <a:spcPct val="50000"/>
                </a:spcBef>
                <a:buClrTx/>
                <a:buSzTx/>
                <a:buFontTx/>
                <a:buNone/>
              </a:pPr>
              <a:t>93</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779DED0-86A3-B3E9-9198-A4E825D8A909}"/>
              </a:ext>
            </a:extLst>
          </p:cNvPr>
          <p:cNvSpPr txBox="1"/>
          <p:nvPr/>
        </p:nvSpPr>
        <p:spPr>
          <a:xfrm>
            <a:off x="2293125" y="573525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4DEFCB57-36C2-56D8-1F2A-74B5E2D13A7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p:cNvSpPr>
            <a:spLocks noGrp="1"/>
          </p:cNvSpPr>
          <p:nvPr>
            <p:ph type="title"/>
          </p:nvPr>
        </p:nvSpPr>
        <p:spPr/>
        <p:txBody>
          <a:bodyPr/>
          <a:lstStyle/>
          <a:p>
            <a:pPr algn="ctr"/>
            <a:r>
              <a:rPr lang="en-US" altLang="zh-CN">
                <a:ea typeface="SimSun" panose="02010600030101010101" pitchFamily="2" charset="-122"/>
              </a:rPr>
              <a:t>2D Weight Space</a:t>
            </a:r>
          </a:p>
        </p:txBody>
      </p:sp>
      <p:pic>
        <p:nvPicPr>
          <p:cNvPr id="14131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81313" y="2033588"/>
            <a:ext cx="3990975" cy="3705225"/>
          </a:xfrm>
          <a:noFill/>
        </p:spPr>
      </p:pic>
      <p:sp>
        <p:nvSpPr>
          <p:cNvPr id="1413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C23084A-2DF4-4B6A-9962-7773C3DBA0FA}" type="slidenum">
              <a:rPr lang="zh-CN" altLang="en-US" sz="1400" smtClean="0">
                <a:solidFill>
                  <a:schemeClr val="bg2"/>
                </a:solidFill>
                <a:latin typeface="Arial" panose="020B0604020202020204" pitchFamily="34" charset="0"/>
              </a:rPr>
              <a:pPr>
                <a:spcBef>
                  <a:spcPct val="50000"/>
                </a:spcBef>
                <a:buClrTx/>
                <a:buSzTx/>
                <a:buFontTx/>
                <a:buNone/>
              </a:pPr>
              <a:t>94</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E40CB115-8583-EAF4-5382-DB71C2C04DC0}"/>
              </a:ext>
            </a:extLst>
          </p:cNvPr>
          <p:cNvSpPr txBox="1"/>
          <p:nvPr/>
        </p:nvSpPr>
        <p:spPr>
          <a:xfrm>
            <a:off x="2293125" y="5738813"/>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258D265D-36D0-C8AB-7805-C5C777E1700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p:cNvSpPr>
            <a:spLocks noGrp="1"/>
          </p:cNvSpPr>
          <p:nvPr>
            <p:ph type="title"/>
          </p:nvPr>
        </p:nvSpPr>
        <p:spPr/>
        <p:txBody>
          <a:bodyPr/>
          <a:lstStyle/>
          <a:p>
            <a:pPr algn="ctr"/>
            <a:r>
              <a:rPr lang="en-US" altLang="zh-CN">
                <a:ea typeface="SimSun" panose="02010600030101010101" pitchFamily="2" charset="-122"/>
              </a:rPr>
              <a:t>2D Weight Space</a:t>
            </a:r>
          </a:p>
        </p:txBody>
      </p:sp>
      <p:pic>
        <p:nvPicPr>
          <p:cNvPr id="142340"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1633835"/>
            <a:ext cx="4191000" cy="4343400"/>
          </a:xfrm>
        </p:spPr>
      </p:pic>
      <p:sp>
        <p:nvSpPr>
          <p:cNvPr id="14234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0E4FDFC-8DFE-4085-9D5F-FF66FBAB4DD6}" type="slidenum">
              <a:rPr lang="zh-CN" altLang="en-US" sz="1400" smtClean="0">
                <a:solidFill>
                  <a:schemeClr val="bg2"/>
                </a:solidFill>
                <a:latin typeface="Arial" panose="020B0604020202020204" pitchFamily="34" charset="0"/>
              </a:rPr>
              <a:pPr>
                <a:spcBef>
                  <a:spcPct val="50000"/>
                </a:spcBef>
                <a:buClrTx/>
                <a:buSzTx/>
                <a:buFontTx/>
                <a:buNone/>
              </a:pPr>
              <a:t>95</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FEBFC280-9B35-E213-105A-157A8703E91F}"/>
              </a:ext>
            </a:extLst>
          </p:cNvPr>
          <p:cNvSpPr txBox="1"/>
          <p:nvPr/>
        </p:nvSpPr>
        <p:spPr>
          <a:xfrm>
            <a:off x="2319455" y="6016823"/>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6F302E6C-E7FD-C531-D88A-8869F177EA3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p:cNvSpPr>
            <a:spLocks noGrp="1"/>
          </p:cNvSpPr>
          <p:nvPr>
            <p:ph type="title"/>
          </p:nvPr>
        </p:nvSpPr>
        <p:spPr/>
        <p:txBody>
          <a:bodyPr/>
          <a:lstStyle/>
          <a:p>
            <a:pPr algn="ctr"/>
            <a:r>
              <a:rPr lang="en-US" altLang="zh-CN">
                <a:ea typeface="SimSun" panose="02010600030101010101" pitchFamily="2" charset="-122"/>
              </a:rPr>
              <a:t>XOR Problem</a:t>
            </a:r>
          </a:p>
        </p:txBody>
      </p:sp>
      <p:pic>
        <p:nvPicPr>
          <p:cNvPr id="143364"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955800" y="2016125"/>
            <a:ext cx="5842000" cy="3740150"/>
          </a:xfrm>
        </p:spPr>
      </p:pic>
      <p:sp>
        <p:nvSpPr>
          <p:cNvPr id="1433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8C714E3-46F0-48A8-B757-AD49211ABF99}" type="slidenum">
              <a:rPr lang="zh-CN" altLang="en-US" sz="1400" smtClean="0">
                <a:solidFill>
                  <a:schemeClr val="bg2"/>
                </a:solidFill>
                <a:latin typeface="Arial" panose="020B0604020202020204" pitchFamily="34" charset="0"/>
              </a:rPr>
              <a:pPr>
                <a:spcBef>
                  <a:spcPct val="50000"/>
                </a:spcBef>
                <a:buClrTx/>
                <a:buSzTx/>
                <a:buFontTx/>
                <a:buNone/>
              </a:pPr>
              <a:t>96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FA54BF78-2FEF-B619-9270-C0F8A2F66E0B}"/>
              </a:ext>
            </a:extLst>
          </p:cNvPr>
          <p:cNvSpPr txBox="1"/>
          <p:nvPr/>
        </p:nvSpPr>
        <p:spPr>
          <a:xfrm>
            <a:off x="2293125" y="5756275"/>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B7080867-05F4-50B5-E66A-D9F263AD6F6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2"/>
          <p:cNvSpPr>
            <a:spLocks noGrp="1" noChangeArrowheads="1"/>
          </p:cNvSpPr>
          <p:nvPr>
            <p:ph type="title"/>
          </p:nvPr>
        </p:nvSpPr>
        <p:spPr/>
        <p:txBody>
          <a:bodyPr/>
          <a:lstStyle/>
          <a:p>
            <a:pPr algn="ctr"/>
            <a:r>
              <a:rPr lang="en-US" altLang="zh-CN">
                <a:ea typeface="SimSun" panose="02010600030101010101" pitchFamily="2" charset="-122"/>
              </a:rPr>
              <a:t>Limitations of Perceptrons</a:t>
            </a:r>
          </a:p>
        </p:txBody>
      </p:sp>
      <p:sp>
        <p:nvSpPr>
          <p:cNvPr id="144388" name="Rectangle 3"/>
          <p:cNvSpPr>
            <a:spLocks noGrp="1" noChangeArrowheads="1"/>
          </p:cNvSpPr>
          <p:nvPr>
            <p:ph type="body" idx="1"/>
          </p:nvPr>
        </p:nvSpPr>
        <p:spPr>
          <a:xfrm>
            <a:off x="990600" y="2209800"/>
            <a:ext cx="7543800" cy="3505200"/>
          </a:xfrm>
        </p:spPr>
        <p:txBody>
          <a:bodyPr/>
          <a:lstStyle/>
          <a:p>
            <a:pPr>
              <a:buSzPct val="40000"/>
              <a:buFont typeface="Monotype Sorts" pitchFamily="2" charset="2"/>
              <a:buChar char="l"/>
            </a:pPr>
            <a:r>
              <a:rPr lang="en-US" altLang="zh-CN" sz="3600">
                <a:ea typeface="SimSun" panose="02010600030101010101" pitchFamily="2" charset="-122"/>
              </a:rPr>
              <a:t>Only linearly separable data can be classified</a:t>
            </a:r>
          </a:p>
          <a:p>
            <a:pPr>
              <a:buSzPct val="40000"/>
              <a:buFont typeface="Monotype Sorts" pitchFamily="2" charset="2"/>
              <a:buChar char="l"/>
            </a:pPr>
            <a:r>
              <a:rPr lang="en-US" altLang="zh-CN" sz="3600">
                <a:ea typeface="SimSun" panose="02010600030101010101" pitchFamily="2" charset="-122"/>
              </a:rPr>
              <a:t>The convergence rate may be low for high-dimensional or large number of data.</a:t>
            </a:r>
            <a:r>
              <a:rPr lang="en-US" altLang="zh-CN">
                <a:ea typeface="SimSun" panose="02010600030101010101" pitchFamily="2" charset="-122"/>
              </a:rPr>
              <a:t> </a:t>
            </a:r>
          </a:p>
        </p:txBody>
      </p:sp>
      <p:sp>
        <p:nvSpPr>
          <p:cNvPr id="14438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C48528A-183F-4692-99E1-89CBA0C62A61}" type="slidenum">
              <a:rPr lang="zh-CN" altLang="en-US" sz="1400" smtClean="0">
                <a:solidFill>
                  <a:schemeClr val="bg2"/>
                </a:solidFill>
                <a:latin typeface="Arial" panose="020B0604020202020204" pitchFamily="34" charset="0"/>
              </a:rPr>
              <a:pPr>
                <a:spcBef>
                  <a:spcPct val="50000"/>
                </a:spcBef>
                <a:buClrTx/>
                <a:buSzTx/>
                <a:buFontTx/>
                <a:buNone/>
              </a:pPr>
              <a:t>97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2D1A449-EC1A-3573-49D8-204333270B8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2"/>
          <p:cNvSpPr>
            <a:spLocks noGrp="1" noChangeArrowheads="1"/>
          </p:cNvSpPr>
          <p:nvPr>
            <p:ph type="title"/>
          </p:nvPr>
        </p:nvSpPr>
        <p:spPr>
          <a:noFill/>
        </p:spPr>
        <p:txBody>
          <a:bodyPr/>
          <a:lstStyle/>
          <a:p>
            <a:pPr algn="ctr"/>
            <a:r>
              <a:rPr lang="en-US" altLang="zh-CN" sz="4000">
                <a:ea typeface="SimSun" panose="02010600030101010101" pitchFamily="2" charset="-122"/>
              </a:rPr>
              <a:t>Bipolar vs. Unipolar State Variables</a:t>
            </a:r>
            <a:endParaRPr lang="en-US" altLang="zh-CN">
              <a:ea typeface="SimSun" panose="02010600030101010101" pitchFamily="2" charset="-122"/>
            </a:endParaRPr>
          </a:p>
        </p:txBody>
      </p:sp>
      <p:sp>
        <p:nvSpPr>
          <p:cNvPr id="146436" name="Rectangle 3"/>
          <p:cNvSpPr>
            <a:spLocks noGrp="1" noChangeArrowheads="1"/>
          </p:cNvSpPr>
          <p:nvPr>
            <p:ph type="body" idx="1"/>
          </p:nvPr>
        </p:nvSpPr>
        <p:spPr>
          <a:noFill/>
        </p:spPr>
        <p:txBody>
          <a:bodyPr/>
          <a:lstStyle/>
          <a:p>
            <a:pPr>
              <a:buSzPct val="50000"/>
              <a:buFont typeface="Wingdings" panose="05000000000000000000" pitchFamily="2" charset="2"/>
              <a:buChar char="§"/>
            </a:pPr>
            <a:r>
              <a:rPr lang="en-US" altLang="zh-CN" sz="3600">
                <a:ea typeface="SimSun" panose="02010600030101010101" pitchFamily="2" charset="-122"/>
              </a:rPr>
              <a:t>Unipolar: </a:t>
            </a:r>
          </a:p>
          <a:p>
            <a:pPr>
              <a:buSzPct val="50000"/>
              <a:buFont typeface="Wingdings" panose="05000000000000000000" pitchFamily="2" charset="2"/>
              <a:buChar char="§"/>
            </a:pPr>
            <a:r>
              <a:rPr lang="en-US" altLang="zh-CN" sz="3600">
                <a:ea typeface="SimSun" panose="02010600030101010101" pitchFamily="2" charset="-122"/>
              </a:rPr>
              <a:t>Bipolar:</a:t>
            </a:r>
          </a:p>
          <a:p>
            <a:pPr>
              <a:buSzPct val="50000"/>
              <a:buFont typeface="Monotype Sorts" pitchFamily="2" charset="2"/>
              <a:buNone/>
            </a:pPr>
            <a:r>
              <a:rPr lang="en-US" altLang="zh-CN" sz="3600">
                <a:ea typeface="SimSun" panose="02010600030101010101" pitchFamily="2" charset="-122"/>
              </a:rPr>
              <a:t>Bipolar coding of state variables is better than unipolar (binary) one in terms of algebraic structure, region proportion in weight space,  etc.</a:t>
            </a:r>
            <a:endParaRPr lang="en-US" altLang="zh-CN">
              <a:ea typeface="SimSun" panose="02010600030101010101" pitchFamily="2" charset="-122"/>
            </a:endParaRPr>
          </a:p>
        </p:txBody>
      </p:sp>
      <p:graphicFrame>
        <p:nvGraphicFramePr>
          <p:cNvPr id="146437" name="Object 4"/>
          <p:cNvGraphicFramePr>
            <a:graphicFrameLocks noChangeAspect="1"/>
          </p:cNvGraphicFramePr>
          <p:nvPr/>
        </p:nvGraphicFramePr>
        <p:xfrm>
          <a:off x="3276600" y="1828800"/>
          <a:ext cx="1600200" cy="606425"/>
        </p:xfrm>
        <a:graphic>
          <a:graphicData uri="http://schemas.openxmlformats.org/presentationml/2006/ole">
            <mc:AlternateContent xmlns:mc="http://schemas.openxmlformats.org/markup-compatibility/2006">
              <mc:Choice xmlns:v="urn:schemas-microsoft-com:vml" Requires="v">
                <p:oleObj name="Equation" r:id="rId3" imgW="533169" imgH="203112" progId="Equation.3">
                  <p:embed/>
                </p:oleObj>
              </mc:Choice>
              <mc:Fallback>
                <p:oleObj name="Equation" r:id="rId3" imgW="533169" imgH="203112" progId="Equation.3">
                  <p:embed/>
                  <p:pic>
                    <p:nvPicPr>
                      <p:cNvPr id="1464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828800"/>
                        <a:ext cx="160020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6438" name="Object 5"/>
          <p:cNvGraphicFramePr>
            <a:graphicFrameLocks noChangeAspect="1"/>
          </p:cNvGraphicFramePr>
          <p:nvPr/>
        </p:nvGraphicFramePr>
        <p:xfrm>
          <a:off x="3276600" y="2514600"/>
          <a:ext cx="1981200" cy="655638"/>
        </p:xfrm>
        <a:graphic>
          <a:graphicData uri="http://schemas.openxmlformats.org/presentationml/2006/ole">
            <mc:AlternateContent xmlns:mc="http://schemas.openxmlformats.org/markup-compatibility/2006">
              <mc:Choice xmlns:v="urn:schemas-microsoft-com:vml" Requires="v">
                <p:oleObj name="Equation" r:id="rId5" imgW="609336" imgH="203112" progId="Equation.3">
                  <p:embed/>
                </p:oleObj>
              </mc:Choice>
              <mc:Fallback>
                <p:oleObj name="Equation" r:id="rId5" imgW="609336" imgH="203112" progId="Equation.3">
                  <p:embed/>
                  <p:pic>
                    <p:nvPicPr>
                      <p:cNvPr id="14643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2514600"/>
                        <a:ext cx="1981200" cy="65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643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075F59C-AFF6-4442-B2C3-D199817BB71B}" type="slidenum">
              <a:rPr lang="zh-CN" altLang="en-US" sz="1400" smtClean="0">
                <a:solidFill>
                  <a:schemeClr val="bg2"/>
                </a:solidFill>
                <a:latin typeface="Arial" panose="020B0604020202020204" pitchFamily="34" charset="0"/>
              </a:rPr>
              <a:pPr>
                <a:spcBef>
                  <a:spcPct val="50000"/>
                </a:spcBef>
                <a:buClrTx/>
                <a:buSzTx/>
                <a:buFontTx/>
                <a:buNone/>
              </a:pPr>
              <a:t>98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20E6ECA-103F-0911-1BE6-517CDE3C937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p:txBody>
          <a:bodyPr/>
          <a:lstStyle/>
          <a:p>
            <a:pPr algn="ctr"/>
            <a:r>
              <a:rPr lang="en-US" altLang="zh-CN">
                <a:ea typeface="SimSun" panose="02010600030101010101" pitchFamily="2" charset="-122"/>
              </a:rPr>
              <a:t>Monte Carlo Tests</a:t>
            </a:r>
          </a:p>
        </p:txBody>
      </p:sp>
      <p:pic>
        <p:nvPicPr>
          <p:cNvPr id="148484"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2224088"/>
            <a:ext cx="7772400" cy="3490912"/>
          </a:xfrm>
        </p:spPr>
      </p:pic>
      <p:sp>
        <p:nvSpPr>
          <p:cNvPr id="14848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7403FA7-44A9-4917-A0D6-84C03320439F}" type="slidenum">
              <a:rPr lang="zh-CN" altLang="en-US" sz="1400" smtClean="0">
                <a:solidFill>
                  <a:schemeClr val="bg2"/>
                </a:solidFill>
                <a:latin typeface="Arial" panose="020B0604020202020204" pitchFamily="34" charset="0"/>
              </a:rPr>
              <a:pPr>
                <a:spcBef>
                  <a:spcPct val="50000"/>
                </a:spcBef>
                <a:buClrTx/>
                <a:buSzTx/>
                <a:buFontTx/>
                <a:buNone/>
              </a:pPr>
              <a:t>99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3FD7E66-0100-B532-8030-ACEC52B2FE0C}"/>
              </a:ext>
            </a:extLst>
          </p:cNvPr>
          <p:cNvSpPr txBox="1"/>
          <p:nvPr/>
        </p:nvSpPr>
        <p:spPr>
          <a:xfrm>
            <a:off x="2293125" y="571500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3DAD64F5-16F0-EFF7-D7AD-2CE3EC0016D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pPr algn="ctr"/>
            <a:r>
              <a:rPr lang="en-US" altLang="zh-CN">
                <a:ea typeface="SimSun" panose="02010600030101010101" pitchFamily="2" charset="-122"/>
              </a:rPr>
              <a:t>ADALINE</a:t>
            </a:r>
          </a:p>
        </p:txBody>
      </p:sp>
      <p:sp>
        <p:nvSpPr>
          <p:cNvPr id="149508" name="Rectangle 3"/>
          <p:cNvSpPr>
            <a:spLocks noGrp="1" noChangeArrowheads="1"/>
          </p:cNvSpPr>
          <p:nvPr>
            <p:ph type="body" idx="1"/>
          </p:nvPr>
        </p:nvSpPr>
        <p:spPr/>
        <p:txBody>
          <a:bodyPr/>
          <a:lstStyle/>
          <a:p>
            <a:pPr>
              <a:buSzPct val="50000"/>
              <a:buFont typeface="Monotype Sorts" pitchFamily="2" charset="2"/>
              <a:buChar char="l"/>
            </a:pPr>
            <a:r>
              <a:rPr lang="en-US" altLang="zh-CN">
                <a:ea typeface="SimSun" panose="02010600030101010101" pitchFamily="2" charset="-122"/>
              </a:rPr>
              <a:t>A single adaptive layer of feedforward network of linear elements.</a:t>
            </a:r>
          </a:p>
          <a:p>
            <a:pPr>
              <a:buSzPct val="50000"/>
              <a:buFont typeface="Monotype Sorts" pitchFamily="2" charset="2"/>
              <a:buChar char="l"/>
            </a:pPr>
            <a:r>
              <a:rPr lang="en-US" altLang="zh-CN">
                <a:ea typeface="SimSun" panose="02010600030101010101" pitchFamily="2" charset="-122"/>
              </a:rPr>
              <a:t>Full name: Adaptive linear elements.</a:t>
            </a:r>
          </a:p>
          <a:p>
            <a:pPr>
              <a:buSzPct val="50000"/>
              <a:buFont typeface="Monotype Sorts" pitchFamily="2" charset="2"/>
              <a:buChar char="l"/>
            </a:pPr>
            <a:r>
              <a:rPr lang="en-US" altLang="zh-CN">
                <a:ea typeface="SimSun" panose="02010600030101010101" pitchFamily="2" charset="-122"/>
              </a:rPr>
              <a:t>Developed by Widrow and Hoff at Stanford University in early 60’s.</a:t>
            </a:r>
          </a:p>
          <a:p>
            <a:pPr>
              <a:buSzPct val="50000"/>
              <a:buFont typeface="Monotype Sorts" pitchFamily="2" charset="2"/>
              <a:buChar char="l"/>
            </a:pPr>
            <a:r>
              <a:rPr lang="en-US" altLang="zh-CN">
                <a:ea typeface="SimSun" panose="02010600030101010101" pitchFamily="2" charset="-122"/>
              </a:rPr>
              <a:t>Trained using a learning algorithm called Delta Rule or Least Mean Squares (LMS) Algorithm. </a:t>
            </a:r>
          </a:p>
        </p:txBody>
      </p:sp>
      <p:sp>
        <p:nvSpPr>
          <p:cNvPr id="1495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1AA899F-77D2-4ECF-A2D0-966950C1B83A}" type="slidenum">
              <a:rPr lang="zh-CN" altLang="en-US" sz="1400" smtClean="0">
                <a:solidFill>
                  <a:schemeClr val="bg2"/>
                </a:solidFill>
                <a:latin typeface="Arial" panose="020B0604020202020204" pitchFamily="34" charset="0"/>
              </a:rPr>
              <a:pPr>
                <a:spcBef>
                  <a:spcPct val="50000"/>
                </a:spcBef>
                <a:buClrTx/>
                <a:buSzTx/>
                <a:buFontTx/>
                <a:buNone/>
              </a:pPr>
              <a:t>100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822D46A-81A7-AAC2-FCFA-4C3E5858ADC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8"/>
          <p:cNvSpPr>
            <a:spLocks noGrp="1" noChangeArrowheads="1"/>
          </p:cNvSpPr>
          <p:nvPr>
            <p:ph type="title"/>
          </p:nvPr>
        </p:nvSpPr>
        <p:spPr>
          <a:noFill/>
        </p:spPr>
        <p:txBody>
          <a:bodyPr/>
          <a:lstStyle/>
          <a:p>
            <a:pPr algn="ctr"/>
            <a:r>
              <a:rPr lang="en-US" altLang="zh-CN" sz="4000">
                <a:ea typeface="SimSun" panose="02010600030101010101" pitchFamily="2" charset="-122"/>
              </a:rPr>
              <a:t>LMS Learning Algorithm</a:t>
            </a:r>
          </a:p>
        </p:txBody>
      </p:sp>
      <p:sp>
        <p:nvSpPr>
          <p:cNvPr id="151556" name="Rectangle 9"/>
          <p:cNvSpPr>
            <a:spLocks noGrp="1" noChangeArrowheads="1"/>
          </p:cNvSpPr>
          <p:nvPr>
            <p:ph type="body" idx="1"/>
          </p:nvPr>
        </p:nvSpPr>
        <p:spPr>
          <a:xfrm>
            <a:off x="990600" y="2057400"/>
            <a:ext cx="7772400" cy="3886200"/>
          </a:xfrm>
          <a:noFill/>
        </p:spPr>
        <p:txBody>
          <a:bodyPr/>
          <a:lstStyle/>
          <a:p>
            <a:pPr marL="609600" indent="-609600">
              <a:lnSpc>
                <a:spcPct val="90000"/>
              </a:lnSpc>
              <a:buSzPct val="85000"/>
              <a:buFont typeface="Monotype Sorts" pitchFamily="2" charset="2"/>
              <a:buAutoNum type="arabicParenR"/>
            </a:pPr>
            <a:r>
              <a:rPr lang="en-US" altLang="zh-CN">
                <a:ea typeface="SimSun" panose="02010600030101010101" pitchFamily="2" charset="-122"/>
              </a:rPr>
              <a:t>Initialize weights and threshold randomly.</a:t>
            </a:r>
          </a:p>
          <a:p>
            <a:pPr marL="609600" indent="-609600">
              <a:lnSpc>
                <a:spcPct val="90000"/>
              </a:lnSpc>
              <a:buSzPct val="85000"/>
              <a:buFont typeface="Monotype Sorts" pitchFamily="2" charset="2"/>
              <a:buAutoNum type="arabicParenR"/>
            </a:pPr>
            <a:r>
              <a:rPr lang="en-US" altLang="zh-CN">
                <a:ea typeface="SimSun" panose="02010600030101010101" pitchFamily="2" charset="-122"/>
              </a:rPr>
              <a:t>Calculate actual output of the ADALINE: </a:t>
            </a:r>
          </a:p>
          <a:p>
            <a:pPr marL="609600" indent="-609600">
              <a:lnSpc>
                <a:spcPct val="90000"/>
              </a:lnSpc>
              <a:buSzPct val="85000"/>
              <a:buFont typeface="Monotype Sorts" pitchFamily="2" charset="2"/>
              <a:buAutoNum type="arabicParenR"/>
            </a:pPr>
            <a:endParaRPr lang="en-US" altLang="zh-CN">
              <a:ea typeface="SimSun" panose="02010600030101010101" pitchFamily="2" charset="-122"/>
            </a:endParaRPr>
          </a:p>
          <a:p>
            <a:pPr marL="609600" indent="-609600">
              <a:lnSpc>
                <a:spcPct val="90000"/>
              </a:lnSpc>
              <a:buSzPct val="85000"/>
              <a:buFont typeface="Monotype Sorts" pitchFamily="2" charset="2"/>
              <a:buAutoNum type="arabicParenR"/>
            </a:pPr>
            <a:r>
              <a:rPr lang="en-US" altLang="zh-CN">
                <a:ea typeface="SimSun" panose="02010600030101010101" pitchFamily="2" charset="-122"/>
              </a:rPr>
              <a:t>Adapt weights:</a:t>
            </a:r>
          </a:p>
          <a:p>
            <a:pPr marL="609600" indent="-609600">
              <a:lnSpc>
                <a:spcPct val="90000"/>
              </a:lnSpc>
              <a:buSzPct val="85000"/>
              <a:buFont typeface="Monotype Sorts" pitchFamily="2" charset="2"/>
              <a:buAutoNum type="arabicParenR"/>
            </a:pPr>
            <a:endParaRPr lang="en-US" altLang="zh-CN">
              <a:ea typeface="SimSun" panose="02010600030101010101" pitchFamily="2" charset="-122"/>
            </a:endParaRPr>
          </a:p>
          <a:p>
            <a:pPr marL="609600" indent="-609600">
              <a:lnSpc>
                <a:spcPct val="90000"/>
              </a:lnSpc>
              <a:buSzPct val="85000"/>
              <a:buFont typeface="Monotype Sorts" pitchFamily="2" charset="2"/>
              <a:buAutoNum type="arabicParenR"/>
            </a:pPr>
            <a:endParaRPr lang="en-US" altLang="zh-CN">
              <a:ea typeface="SimSun" panose="02010600030101010101" pitchFamily="2" charset="-122"/>
            </a:endParaRPr>
          </a:p>
          <a:p>
            <a:pPr marL="609600" indent="-609600">
              <a:lnSpc>
                <a:spcPct val="90000"/>
              </a:lnSpc>
              <a:buSzPct val="85000"/>
              <a:buFont typeface="Monotype Sorts" pitchFamily="2" charset="2"/>
              <a:buAutoNum type="arabicParenR"/>
            </a:pPr>
            <a:r>
              <a:rPr lang="en-US" altLang="zh-CN">
                <a:ea typeface="SimSun" panose="02010600030101010101" pitchFamily="2" charset="-122"/>
              </a:rPr>
              <a:t>Repeat until </a:t>
            </a:r>
            <a:r>
              <a:rPr lang="en-US" altLang="zh-CN" i="1">
                <a:ea typeface="SimSun" panose="02010600030101010101" pitchFamily="2" charset="-122"/>
              </a:rPr>
              <a:t>w</a:t>
            </a:r>
            <a:r>
              <a:rPr lang="en-US" altLang="zh-CN">
                <a:ea typeface="SimSun" panose="02010600030101010101" pitchFamily="2" charset="-122"/>
              </a:rPr>
              <a:t> converges</a:t>
            </a:r>
          </a:p>
        </p:txBody>
      </p:sp>
      <p:graphicFrame>
        <p:nvGraphicFramePr>
          <p:cNvPr id="151557" name="Object 10"/>
          <p:cNvGraphicFramePr>
            <a:graphicFrameLocks noChangeAspect="1"/>
          </p:cNvGraphicFramePr>
          <p:nvPr/>
        </p:nvGraphicFramePr>
        <p:xfrm>
          <a:off x="1371600" y="2895600"/>
          <a:ext cx="7342188" cy="1066800"/>
        </p:xfrm>
        <a:graphic>
          <a:graphicData uri="http://schemas.openxmlformats.org/presentationml/2006/ole">
            <mc:AlternateContent xmlns:mc="http://schemas.openxmlformats.org/markup-compatibility/2006">
              <mc:Choice xmlns:v="urn:schemas-microsoft-com:vml" Requires="v">
                <p:oleObj name="公式" r:id="rId3" imgW="1536700" imgH="431800" progId="Equation.3">
                  <p:embed/>
                </p:oleObj>
              </mc:Choice>
              <mc:Fallback>
                <p:oleObj name="公式" r:id="rId3" imgW="1536700" imgH="431800" progId="Equation.3">
                  <p:embed/>
                  <p:pic>
                    <p:nvPicPr>
                      <p:cNvPr id="151557"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895600"/>
                        <a:ext cx="7342188"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58" name="Object 11"/>
          <p:cNvGraphicFramePr>
            <a:graphicFrameLocks noChangeAspect="1"/>
          </p:cNvGraphicFramePr>
          <p:nvPr/>
        </p:nvGraphicFramePr>
        <p:xfrm>
          <a:off x="1028700" y="4419600"/>
          <a:ext cx="7607300" cy="1103313"/>
        </p:xfrm>
        <a:graphic>
          <a:graphicData uri="http://schemas.openxmlformats.org/presentationml/2006/ole">
            <mc:AlternateContent xmlns:mc="http://schemas.openxmlformats.org/markup-compatibility/2006">
              <mc:Choice xmlns:v="urn:schemas-microsoft-com:vml" Requires="v">
                <p:oleObj name="公式" r:id="rId5" imgW="2476500" imgH="355600" progId="Equation.3">
                  <p:embed/>
                </p:oleObj>
              </mc:Choice>
              <mc:Fallback>
                <p:oleObj name="公式" r:id="rId5" imgW="2476500" imgH="355600" progId="Equation.3">
                  <p:embed/>
                  <p:pic>
                    <p:nvPicPr>
                      <p:cNvPr id="151558"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700" y="4419600"/>
                        <a:ext cx="7607300" cy="1103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5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46FB42E-CF18-4EFC-8E22-8C6229A6030B}" type="slidenum">
              <a:rPr lang="zh-CN" altLang="en-US" sz="1400" smtClean="0">
                <a:solidFill>
                  <a:schemeClr val="bg2"/>
                </a:solidFill>
                <a:latin typeface="Arial" panose="020B0604020202020204" pitchFamily="34" charset="0"/>
              </a:rPr>
              <a:pPr>
                <a:spcBef>
                  <a:spcPct val="50000"/>
                </a:spcBef>
                <a:buClrTx/>
                <a:buSzTx/>
                <a:buFontTx/>
                <a:buNone/>
              </a:pPr>
              <a:t>101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03821DD-C5C5-3B9E-DDAC-64A78060A5A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p:txBody>
          <a:bodyPr/>
          <a:lstStyle/>
          <a:p>
            <a:pPr algn="ctr"/>
            <a:r>
              <a:rPr lang="en-US" altLang="zh-CN" sz="3600">
                <a:ea typeface="SimSun" panose="02010600030101010101" pitchFamily="2" charset="-122"/>
              </a:rPr>
              <a:t>Gradient Descent Learning Algorithms</a:t>
            </a:r>
            <a:endParaRPr lang="en-US" altLang="zh-CN">
              <a:ea typeface="SimSun" panose="02010600030101010101" pitchFamily="2" charset="-122"/>
            </a:endParaRPr>
          </a:p>
        </p:txBody>
      </p:sp>
      <p:graphicFrame>
        <p:nvGraphicFramePr>
          <p:cNvPr id="153604" name="Object 4"/>
          <p:cNvGraphicFramePr>
            <a:graphicFrameLocks noChangeAspect="1"/>
          </p:cNvGraphicFramePr>
          <p:nvPr/>
        </p:nvGraphicFramePr>
        <p:xfrm>
          <a:off x="1350963" y="1698625"/>
          <a:ext cx="7354887" cy="3684588"/>
        </p:xfrm>
        <a:graphic>
          <a:graphicData uri="http://schemas.openxmlformats.org/presentationml/2006/ole">
            <mc:AlternateContent xmlns:mc="http://schemas.openxmlformats.org/markup-compatibility/2006">
              <mc:Choice xmlns:v="urn:schemas-microsoft-com:vml" Requires="v">
                <p:oleObj name="公式" r:id="rId3" imgW="2463800" imgH="1092200" progId="Equation.3">
                  <p:embed/>
                </p:oleObj>
              </mc:Choice>
              <mc:Fallback>
                <p:oleObj name="公式" r:id="rId3" imgW="2463800" imgH="1092200" progId="Equation.3">
                  <p:embed/>
                  <p:pic>
                    <p:nvPicPr>
                      <p:cNvPr id="1536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0963" y="1698625"/>
                        <a:ext cx="7354887" cy="3684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043B120-1BB2-41DE-B906-C3D5671FFD71}" type="slidenum">
              <a:rPr lang="zh-CN" altLang="en-US" sz="1400" smtClean="0">
                <a:solidFill>
                  <a:schemeClr val="bg2"/>
                </a:solidFill>
                <a:latin typeface="Arial" panose="020B0604020202020204" pitchFamily="34" charset="0"/>
              </a:rPr>
              <a:pPr>
                <a:spcBef>
                  <a:spcPct val="50000"/>
                </a:spcBef>
                <a:buClrTx/>
                <a:buSzTx/>
                <a:buFontTx/>
                <a:buNone/>
              </a:pPr>
              <a:t>102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4BBC3D0-69F4-8EA1-F20C-7211EAFBD6D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2"/>
          <p:cNvSpPr>
            <a:spLocks noGrp="1" noChangeArrowheads="1"/>
          </p:cNvSpPr>
          <p:nvPr>
            <p:ph type="title"/>
          </p:nvPr>
        </p:nvSpPr>
        <p:spPr/>
        <p:txBody>
          <a:bodyPr/>
          <a:lstStyle/>
          <a:p>
            <a:pPr algn="ctr"/>
            <a:r>
              <a:rPr lang="en-US" altLang="zh-CN">
                <a:ea typeface="SimSun" panose="02010600030101010101" pitchFamily="2" charset="-122"/>
              </a:rPr>
              <a:t>Training Modes</a:t>
            </a:r>
          </a:p>
        </p:txBody>
      </p:sp>
      <p:sp>
        <p:nvSpPr>
          <p:cNvPr id="155652" name="Rectangle 3"/>
          <p:cNvSpPr>
            <a:spLocks noGrp="1" noChangeArrowheads="1"/>
          </p:cNvSpPr>
          <p:nvPr>
            <p:ph type="body" idx="1"/>
          </p:nvPr>
        </p:nvSpPr>
        <p:spPr/>
        <p:txBody>
          <a:bodyPr/>
          <a:lstStyle/>
          <a:p>
            <a:r>
              <a:rPr lang="en-US" altLang="zh-CN">
                <a:ea typeface="SimSun" panose="02010600030101010101" pitchFamily="2" charset="-122"/>
              </a:rPr>
              <a:t>Series mode: input training sample pairs one by one orderly or randomly.</a:t>
            </a:r>
          </a:p>
          <a:p>
            <a:r>
              <a:rPr lang="en-US" altLang="zh-CN">
                <a:ea typeface="SimSun" panose="02010600030101010101" pitchFamily="2" charset="-122"/>
              </a:rPr>
              <a:t>Batch mode: input training sample pairs in the whole training set at each iteration.</a:t>
            </a:r>
          </a:p>
          <a:p>
            <a:r>
              <a:rPr lang="en-US" altLang="zh-CN">
                <a:ea typeface="SimSun" panose="02010600030101010101" pitchFamily="2" charset="-122"/>
              </a:rPr>
              <a:t>Perceptron learning: either sequential or batch mode.</a:t>
            </a:r>
          </a:p>
          <a:p>
            <a:r>
              <a:rPr lang="en-US" altLang="zh-CN">
                <a:ea typeface="SimSun" panose="02010600030101010101" pitchFamily="2" charset="-122"/>
              </a:rPr>
              <a:t>ADALINE training: batch mode only.</a:t>
            </a:r>
          </a:p>
        </p:txBody>
      </p:sp>
      <p:sp>
        <p:nvSpPr>
          <p:cNvPr id="1556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B54C0AF-D603-408F-AB06-5BE876B8CDCF}" type="slidenum">
              <a:rPr lang="zh-CN" altLang="en-US" sz="1400" smtClean="0">
                <a:solidFill>
                  <a:schemeClr val="bg2"/>
                </a:solidFill>
                <a:latin typeface="Arial" panose="020B0604020202020204" pitchFamily="34" charset="0"/>
              </a:rPr>
              <a:pPr>
                <a:spcBef>
                  <a:spcPct val="50000"/>
                </a:spcBef>
                <a:buClrTx/>
                <a:buSzTx/>
                <a:buFontTx/>
                <a:buNone/>
              </a:pPr>
              <a:t>103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8FD8343-4C20-DA7D-D01D-22BB503E618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title"/>
          </p:nvPr>
        </p:nvSpPr>
        <p:spPr/>
        <p:txBody>
          <a:bodyPr/>
          <a:lstStyle/>
          <a:p>
            <a:pPr algn="ctr"/>
            <a:r>
              <a:rPr lang="en-US" altLang="zh-CN">
                <a:ea typeface="SimSun" panose="02010600030101010101" pitchFamily="2" charset="-122"/>
              </a:rPr>
              <a:t>Perceptron vs. Adaline</a:t>
            </a:r>
          </a:p>
        </p:txBody>
      </p:sp>
      <p:sp>
        <p:nvSpPr>
          <p:cNvPr id="157700" name="Rectangle 3"/>
          <p:cNvSpPr>
            <a:spLocks noGrp="1" noChangeArrowheads="1"/>
          </p:cNvSpPr>
          <p:nvPr>
            <p:ph type="body" idx="1"/>
          </p:nvPr>
        </p:nvSpPr>
        <p:spPr/>
        <p:txBody>
          <a:bodyPr/>
          <a:lstStyle/>
          <a:p>
            <a:pPr>
              <a:lnSpc>
                <a:spcPct val="90000"/>
              </a:lnSpc>
            </a:pPr>
            <a:r>
              <a:rPr lang="en-US" altLang="zh-CN">
                <a:ea typeface="SimSun" panose="02010600030101010101" pitchFamily="2" charset="-122"/>
              </a:rPr>
              <a:t>Architecture: Perceptron uses bipolar or unipolar hardlimiter activation function, Adaline uses linear activation function.</a:t>
            </a:r>
          </a:p>
          <a:p>
            <a:pPr>
              <a:lnSpc>
                <a:spcPct val="90000"/>
              </a:lnSpc>
            </a:pPr>
            <a:r>
              <a:rPr lang="en-US" altLang="zh-CN">
                <a:ea typeface="SimSun" panose="02010600030101010101" pitchFamily="2" charset="-122"/>
              </a:rPr>
              <a:t>Learning rule: Perceptron learning algorithm is not gradient-descent and can operate in either sequential or batch training mode, whereas Adaline learning (LMS) algorithm is gradient descent, but can only operate in batch mode.</a:t>
            </a:r>
          </a:p>
        </p:txBody>
      </p:sp>
      <p:sp>
        <p:nvSpPr>
          <p:cNvPr id="1577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496CE04-CB70-4449-849F-DB3B04EC618F}" type="slidenum">
              <a:rPr lang="zh-CN" altLang="en-US" sz="1400" smtClean="0">
                <a:solidFill>
                  <a:schemeClr val="bg2"/>
                </a:solidFill>
                <a:latin typeface="Arial" panose="020B0604020202020204" pitchFamily="34" charset="0"/>
              </a:rPr>
              <a:pPr>
                <a:spcBef>
                  <a:spcPct val="50000"/>
                </a:spcBef>
                <a:buClrTx/>
                <a:buSzTx/>
                <a:buFontTx/>
                <a:buNone/>
              </a:pPr>
              <a:t>104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CC2C8F7-0F93-DE64-B651-D4C3D81D112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t>An Example</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105</a:t>
            </a:fld>
            <a:endParaRPr lang="en-US" altLang="zh-CN"/>
          </a:p>
        </p:txBody>
      </p:sp>
      <p:sp>
        <p:nvSpPr>
          <p:cNvPr id="5" name="Content Placeholder 4">
            <a:extLst>
              <a:ext uri="{FF2B5EF4-FFF2-40B4-BE49-F238E27FC236}">
                <a16:creationId xmlns:a16="http://schemas.microsoft.com/office/drawing/2014/main" id="{0D1BFEC1-CA19-4B8A-ADDF-E1AC1A940865}"/>
              </a:ext>
            </a:extLst>
          </p:cNvPr>
          <p:cNvSpPr>
            <a:spLocks noGrp="1"/>
          </p:cNvSpPr>
          <p:nvPr>
            <p:ph idx="1"/>
          </p:nvPr>
        </p:nvSpPr>
        <p:spPr/>
        <p:txBody>
          <a:bodyPr/>
          <a:lstStyle/>
          <a:p>
            <a:r>
              <a:rPr lang="en-US"/>
              <a:t>Consider the XOR problem in the </a:t>
            </a:r>
            <a:r>
              <a:rPr lang="en-US" err="1"/>
              <a:t>bipolor</a:t>
            </a:r>
            <a:r>
              <a:rPr lang="en-US"/>
              <a:t> coding</a:t>
            </a:r>
            <a:endParaRPr lang="en-HK"/>
          </a:p>
        </p:txBody>
      </p:sp>
      <p:pic>
        <p:nvPicPr>
          <p:cNvPr id="8" name="Picture 7">
            <a:extLst>
              <a:ext uri="{FF2B5EF4-FFF2-40B4-BE49-F238E27FC236}">
                <a16:creationId xmlns:a16="http://schemas.microsoft.com/office/drawing/2014/main" id="{632BD334-71CD-433A-8890-08920BADD6CC}"/>
              </a:ext>
            </a:extLst>
          </p:cNvPr>
          <p:cNvPicPr>
            <a:picLocks noChangeAspect="1"/>
          </p:cNvPicPr>
          <p:nvPr/>
        </p:nvPicPr>
        <p:blipFill>
          <a:blip r:embed="rId2"/>
          <a:stretch>
            <a:fillRect/>
          </a:stretch>
        </p:blipFill>
        <p:spPr>
          <a:xfrm>
            <a:off x="2819400" y="2482116"/>
            <a:ext cx="5100725" cy="3707017"/>
          </a:xfrm>
          <a:prstGeom prst="rect">
            <a:avLst/>
          </a:prstGeom>
        </p:spPr>
      </p:pic>
      <p:sp>
        <p:nvSpPr>
          <p:cNvPr id="3" name="Footer Placeholder 4">
            <a:extLst>
              <a:ext uri="{FF2B5EF4-FFF2-40B4-BE49-F238E27FC236}">
                <a16:creationId xmlns:a16="http://schemas.microsoft.com/office/drawing/2014/main" id="{AF88CC30-CD94-24BA-DE4B-51074173B8A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861992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t>An Example (cont’d)</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106</a:t>
            </a:fld>
            <a:endParaRPr lang="en-US" altLang="zh-CN"/>
          </a:p>
        </p:txBody>
      </p:sp>
      <p:pic>
        <p:nvPicPr>
          <p:cNvPr id="10" name="Content Placeholder 9">
            <a:extLst>
              <a:ext uri="{FF2B5EF4-FFF2-40B4-BE49-F238E27FC236}">
                <a16:creationId xmlns:a16="http://schemas.microsoft.com/office/drawing/2014/main" id="{7FBBEAE2-361A-4EF0-A886-AAA185EE879A}"/>
              </a:ext>
            </a:extLst>
          </p:cNvPr>
          <p:cNvPicPr>
            <a:picLocks noGrp="1" noChangeAspect="1"/>
          </p:cNvPicPr>
          <p:nvPr>
            <p:ph idx="1"/>
          </p:nvPr>
        </p:nvPicPr>
        <p:blipFill>
          <a:blip r:embed="rId2"/>
          <a:stretch>
            <a:fillRect/>
          </a:stretch>
        </p:blipFill>
        <p:spPr>
          <a:xfrm>
            <a:off x="948267" y="2514600"/>
            <a:ext cx="7772400" cy="2099845"/>
          </a:xfrm>
          <a:prstGeom prst="rect">
            <a:avLst/>
          </a:prstGeom>
        </p:spPr>
      </p:pic>
      <p:sp>
        <p:nvSpPr>
          <p:cNvPr id="3" name="Footer Placeholder 4">
            <a:extLst>
              <a:ext uri="{FF2B5EF4-FFF2-40B4-BE49-F238E27FC236}">
                <a16:creationId xmlns:a16="http://schemas.microsoft.com/office/drawing/2014/main" id="{2E985357-2BB3-6294-1A06-1E7276C5F3D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8551319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t>An Example (cont’d)</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107</a:t>
            </a:fld>
            <a:endParaRPr lang="en-US" altLang="zh-CN"/>
          </a:p>
        </p:txBody>
      </p:sp>
      <p:sp>
        <p:nvSpPr>
          <p:cNvPr id="6" name="Content Placeholder 5">
            <a:extLst>
              <a:ext uri="{FF2B5EF4-FFF2-40B4-BE49-F238E27FC236}">
                <a16:creationId xmlns:a16="http://schemas.microsoft.com/office/drawing/2014/main" id="{159CC075-DFB1-4CDE-8F45-941DAD18FE37}"/>
              </a:ext>
            </a:extLst>
          </p:cNvPr>
          <p:cNvSpPr>
            <a:spLocks noGrp="1"/>
          </p:cNvSpPr>
          <p:nvPr>
            <p:ph idx="1"/>
          </p:nvPr>
        </p:nvSpPr>
        <p:spPr/>
        <p:txBody>
          <a:bodyPr/>
          <a:lstStyle/>
          <a:p>
            <a:endParaRPr lang="en-HK"/>
          </a:p>
        </p:txBody>
      </p:sp>
      <p:pic>
        <p:nvPicPr>
          <p:cNvPr id="7" name="Picture 6">
            <a:extLst>
              <a:ext uri="{FF2B5EF4-FFF2-40B4-BE49-F238E27FC236}">
                <a16:creationId xmlns:a16="http://schemas.microsoft.com/office/drawing/2014/main" id="{5138B71B-0A72-4BE3-B347-C1CA3B08625C}"/>
              </a:ext>
            </a:extLst>
          </p:cNvPr>
          <p:cNvPicPr>
            <a:picLocks noChangeAspect="1"/>
          </p:cNvPicPr>
          <p:nvPr/>
        </p:nvPicPr>
        <p:blipFill>
          <a:blip r:embed="rId2"/>
          <a:stretch>
            <a:fillRect/>
          </a:stretch>
        </p:blipFill>
        <p:spPr>
          <a:xfrm>
            <a:off x="990600" y="1940478"/>
            <a:ext cx="7848600" cy="1038608"/>
          </a:xfrm>
          <a:prstGeom prst="rect">
            <a:avLst/>
          </a:prstGeom>
        </p:spPr>
      </p:pic>
      <p:pic>
        <p:nvPicPr>
          <p:cNvPr id="8" name="Picture 7">
            <a:extLst>
              <a:ext uri="{FF2B5EF4-FFF2-40B4-BE49-F238E27FC236}">
                <a16:creationId xmlns:a16="http://schemas.microsoft.com/office/drawing/2014/main" id="{A73A8C19-4A0F-4547-BA68-1CE4C17B5A8F}"/>
              </a:ext>
            </a:extLst>
          </p:cNvPr>
          <p:cNvPicPr>
            <a:picLocks noChangeAspect="1"/>
          </p:cNvPicPr>
          <p:nvPr/>
        </p:nvPicPr>
        <p:blipFill>
          <a:blip r:embed="rId3"/>
          <a:stretch>
            <a:fillRect/>
          </a:stretch>
        </p:blipFill>
        <p:spPr>
          <a:xfrm>
            <a:off x="990600" y="3449178"/>
            <a:ext cx="7772400" cy="2058197"/>
          </a:xfrm>
          <a:prstGeom prst="rect">
            <a:avLst/>
          </a:prstGeom>
        </p:spPr>
      </p:pic>
      <p:sp>
        <p:nvSpPr>
          <p:cNvPr id="3" name="Footer Placeholder 4">
            <a:extLst>
              <a:ext uri="{FF2B5EF4-FFF2-40B4-BE49-F238E27FC236}">
                <a16:creationId xmlns:a16="http://schemas.microsoft.com/office/drawing/2014/main" id="{77855D7B-3017-9459-A1A0-241FB68DE08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35578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t>An Example  (cont’d)</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108</a:t>
            </a:fld>
            <a:endParaRPr lang="en-US" altLang="zh-CN"/>
          </a:p>
        </p:txBody>
      </p:sp>
      <p:pic>
        <p:nvPicPr>
          <p:cNvPr id="8" name="Content Placeholder 7">
            <a:extLst>
              <a:ext uri="{FF2B5EF4-FFF2-40B4-BE49-F238E27FC236}">
                <a16:creationId xmlns:a16="http://schemas.microsoft.com/office/drawing/2014/main" id="{94B34FE7-C806-494F-89E3-BD6BD1A2A162}"/>
              </a:ext>
            </a:extLst>
          </p:cNvPr>
          <p:cNvPicPr>
            <a:picLocks noGrp="1" noChangeAspect="1"/>
          </p:cNvPicPr>
          <p:nvPr>
            <p:ph idx="1"/>
          </p:nvPr>
        </p:nvPicPr>
        <p:blipFill>
          <a:blip r:embed="rId2"/>
          <a:stretch>
            <a:fillRect/>
          </a:stretch>
        </p:blipFill>
        <p:spPr>
          <a:xfrm>
            <a:off x="956733" y="1760664"/>
            <a:ext cx="7772400" cy="3336672"/>
          </a:xfrm>
          <a:prstGeom prst="rect">
            <a:avLst/>
          </a:prstGeom>
        </p:spPr>
      </p:pic>
      <p:sp>
        <p:nvSpPr>
          <p:cNvPr id="3" name="Footer Placeholder 4">
            <a:extLst>
              <a:ext uri="{FF2B5EF4-FFF2-40B4-BE49-F238E27FC236}">
                <a16:creationId xmlns:a16="http://schemas.microsoft.com/office/drawing/2014/main" id="{2D7A33BA-53E6-D627-FF8D-0BF091D1076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2507429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a:t>An Example  (cont’d)</a:t>
            </a:r>
            <a:endParaRPr lang="en-US"/>
          </a:p>
        </p:txBody>
      </p:sp>
      <p:sp>
        <p:nvSpPr>
          <p:cNvPr id="4" name="Slide Number Placeholder 3"/>
          <p:cNvSpPr>
            <a:spLocks noGrp="1"/>
          </p:cNvSpPr>
          <p:nvPr>
            <p:ph type="sldNum" sz="quarter" idx="11"/>
          </p:nvPr>
        </p:nvSpPr>
        <p:spPr/>
        <p:txBody>
          <a:bodyPr/>
          <a:lstStyle/>
          <a:p>
            <a:pPr>
              <a:defRPr/>
            </a:pPr>
            <a:fld id="{D5EE1E99-A213-44F4-BB38-2AE742957139}" type="slidenum">
              <a:rPr lang="zh-CN" altLang="en-US" smtClean="0"/>
              <a:pPr>
                <a:defRPr/>
              </a:pPr>
              <a:t>109</a:t>
            </a:fld>
            <a:endParaRPr lang="en-US" altLang="zh-CN"/>
          </a:p>
        </p:txBody>
      </p:sp>
      <p:sp>
        <p:nvSpPr>
          <p:cNvPr id="6" name="Content Placeholder 5">
            <a:extLst>
              <a:ext uri="{FF2B5EF4-FFF2-40B4-BE49-F238E27FC236}">
                <a16:creationId xmlns:a16="http://schemas.microsoft.com/office/drawing/2014/main" id="{251D07FB-9C8B-4891-BC2E-00A82A5DEF0E}"/>
              </a:ext>
            </a:extLst>
          </p:cNvPr>
          <p:cNvSpPr>
            <a:spLocks noGrp="1"/>
          </p:cNvSpPr>
          <p:nvPr>
            <p:ph idx="1"/>
          </p:nvPr>
        </p:nvSpPr>
        <p:spPr/>
        <p:txBody>
          <a:bodyPr/>
          <a:lstStyle/>
          <a:p>
            <a:endParaRPr lang="en-HK"/>
          </a:p>
        </p:txBody>
      </p:sp>
      <p:pic>
        <p:nvPicPr>
          <p:cNvPr id="7" name="Picture 6">
            <a:extLst>
              <a:ext uri="{FF2B5EF4-FFF2-40B4-BE49-F238E27FC236}">
                <a16:creationId xmlns:a16="http://schemas.microsoft.com/office/drawing/2014/main" id="{0D67242A-B771-4B4D-9BA2-A668FA20A2BB}"/>
              </a:ext>
            </a:extLst>
          </p:cNvPr>
          <p:cNvPicPr>
            <a:picLocks noChangeAspect="1"/>
          </p:cNvPicPr>
          <p:nvPr/>
        </p:nvPicPr>
        <p:blipFill>
          <a:blip r:embed="rId2"/>
          <a:stretch>
            <a:fillRect/>
          </a:stretch>
        </p:blipFill>
        <p:spPr>
          <a:xfrm>
            <a:off x="990600" y="2438400"/>
            <a:ext cx="7609669" cy="2494280"/>
          </a:xfrm>
          <a:prstGeom prst="rect">
            <a:avLst/>
          </a:prstGeom>
        </p:spPr>
      </p:pic>
      <p:sp>
        <p:nvSpPr>
          <p:cNvPr id="3" name="Footer Placeholder 4">
            <a:extLst>
              <a:ext uri="{FF2B5EF4-FFF2-40B4-BE49-F238E27FC236}">
                <a16:creationId xmlns:a16="http://schemas.microsoft.com/office/drawing/2014/main" id="{877B81C9-190F-9469-A4B4-3BD09C261DF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05434596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2"/>
          <p:cNvSpPr>
            <a:spLocks noGrp="1" noChangeArrowheads="1"/>
          </p:cNvSpPr>
          <p:nvPr>
            <p:ph type="title"/>
          </p:nvPr>
        </p:nvSpPr>
        <p:spPr/>
        <p:txBody>
          <a:bodyPr/>
          <a:lstStyle/>
          <a:p>
            <a:pPr algn="ctr"/>
            <a:r>
              <a:rPr lang="en-US" altLang="zh-CN" sz="4000">
                <a:ea typeface="SimSun" panose="02010600030101010101" pitchFamily="2" charset="-122"/>
              </a:rPr>
              <a:t>Weight Space Regions </a:t>
            </a:r>
            <a:br>
              <a:rPr lang="en-US" altLang="zh-CN" sz="4000">
                <a:ea typeface="SimSun" panose="02010600030101010101" pitchFamily="2" charset="-122"/>
              </a:rPr>
            </a:br>
            <a:r>
              <a:rPr lang="en-US" altLang="zh-CN" sz="4000">
                <a:ea typeface="SimSun" panose="02010600030101010101" pitchFamily="2" charset="-122"/>
              </a:rPr>
              <a:t>Separated by Hyperplanes</a:t>
            </a:r>
            <a:endParaRPr lang="en-US" altLang="zh-CN">
              <a:ea typeface="SimSun" panose="02010600030101010101" pitchFamily="2" charset="-122"/>
            </a:endParaRPr>
          </a:p>
        </p:txBody>
      </p:sp>
      <p:sp>
        <p:nvSpPr>
          <p:cNvPr id="159748" name="Rectangle 3"/>
          <p:cNvSpPr>
            <a:spLocks noGrp="1" noChangeArrowheads="1"/>
          </p:cNvSpPr>
          <p:nvPr>
            <p:ph type="body" idx="1"/>
          </p:nvPr>
        </p:nvSpPr>
        <p:spPr/>
        <p:txBody>
          <a:bodyPr/>
          <a:lstStyle/>
          <a:p>
            <a:pPr>
              <a:buSzPct val="50000"/>
              <a:buFont typeface="Monotype Sorts" pitchFamily="2" charset="2"/>
              <a:buChar char="l"/>
            </a:pPr>
            <a:r>
              <a:rPr lang="en-US" altLang="zh-CN">
                <a:ea typeface="SimSun" panose="02010600030101010101" pitchFamily="2" charset="-122"/>
              </a:rPr>
              <a:t>Each plane is defined by one training sample.</a:t>
            </a:r>
          </a:p>
          <a:p>
            <a:pPr>
              <a:buSzPct val="50000"/>
              <a:buFont typeface="Monotype Sorts" pitchFamily="2" charset="2"/>
              <a:buChar char="l"/>
            </a:pPr>
            <a:r>
              <a:rPr lang="en-US" altLang="zh-CN">
                <a:ea typeface="SimSun" panose="02010600030101010101" pitchFamily="2" charset="-122"/>
              </a:rPr>
              <a:t>One plane separates two (2) half-space.</a:t>
            </a:r>
          </a:p>
          <a:p>
            <a:pPr>
              <a:buSzPct val="50000"/>
              <a:buFont typeface="Monotype Sorts" pitchFamily="2" charset="2"/>
              <a:buChar char="l"/>
            </a:pPr>
            <a:r>
              <a:rPr lang="en-US" altLang="zh-CN">
                <a:ea typeface="SimSun" panose="02010600030101010101" pitchFamily="2" charset="-122"/>
              </a:rPr>
              <a:t>Two planes separate up to four (4) regions.</a:t>
            </a:r>
          </a:p>
          <a:p>
            <a:pPr>
              <a:buSzPct val="50000"/>
              <a:buFont typeface="Monotype Sorts" pitchFamily="2" charset="2"/>
              <a:buChar char="l"/>
            </a:pPr>
            <a:r>
              <a:rPr lang="en-US" altLang="zh-CN">
                <a:ea typeface="SimSun" panose="02010600030101010101" pitchFamily="2" charset="-122"/>
              </a:rPr>
              <a:t>Three planes separate up to eight (8) regions.</a:t>
            </a:r>
          </a:p>
          <a:p>
            <a:pPr>
              <a:buSzPct val="50000"/>
              <a:buFont typeface="Monotype Sorts" pitchFamily="2" charset="2"/>
              <a:buChar char="l"/>
            </a:pPr>
            <a:r>
              <a:rPr lang="en-US" altLang="zh-CN">
                <a:ea typeface="SimSun" panose="02010600030101010101" pitchFamily="2" charset="-122"/>
              </a:rPr>
              <a:t>However, four planes separate up to fourteen (14) regions only.</a:t>
            </a:r>
          </a:p>
        </p:txBody>
      </p:sp>
      <p:sp>
        <p:nvSpPr>
          <p:cNvPr id="15974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C4BE057-BB76-438F-8262-252E16B893A3}" type="slidenum">
              <a:rPr lang="zh-CN" altLang="en-US" sz="1400" smtClean="0">
                <a:solidFill>
                  <a:schemeClr val="bg2"/>
                </a:solidFill>
                <a:latin typeface="Arial" panose="020B0604020202020204" pitchFamily="34" charset="0"/>
              </a:rPr>
              <a:pPr>
                <a:spcBef>
                  <a:spcPct val="50000"/>
                </a:spcBef>
                <a:buClrTx/>
                <a:buSzTx/>
                <a:buFontTx/>
                <a:buNone/>
              </a:pPr>
              <a:t>110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FE10949-D38E-7815-9FF4-C86C362A263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Rectangle 2"/>
          <p:cNvSpPr>
            <a:spLocks noGrp="1" noChangeArrowheads="1"/>
          </p:cNvSpPr>
          <p:nvPr>
            <p:ph type="title"/>
          </p:nvPr>
        </p:nvSpPr>
        <p:spPr/>
        <p:txBody>
          <a:bodyPr/>
          <a:lstStyle/>
          <a:p>
            <a:pPr algn="ctr"/>
            <a:r>
              <a:rPr lang="en-US" altLang="zh-CN" sz="4000">
                <a:ea typeface="SimSun" panose="02010600030101010101" pitchFamily="2" charset="-122"/>
              </a:rPr>
              <a:t>Number of Weight Space Regions</a:t>
            </a:r>
            <a:endParaRPr lang="en-US" altLang="zh-CN">
              <a:ea typeface="SimSun" panose="02010600030101010101" pitchFamily="2" charset="-122"/>
            </a:endParaRPr>
          </a:p>
        </p:txBody>
      </p:sp>
      <p:sp>
        <p:nvSpPr>
          <p:cNvPr id="161796"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The number of different regions in weight space defined by </a:t>
            </a:r>
            <a:r>
              <a:rPr lang="en-US" altLang="zh-CN" i="1">
                <a:ea typeface="SimSun" panose="02010600030101010101" pitchFamily="2" charset="-122"/>
              </a:rPr>
              <a:t>m</a:t>
            </a:r>
            <a:r>
              <a:rPr lang="en-US" altLang="zh-CN">
                <a:ea typeface="SimSun" panose="02010600030101010101" pitchFamily="2" charset="-122"/>
              </a:rPr>
              <a:t> separating hyperplanes in </a:t>
            </a:r>
            <a:r>
              <a:rPr lang="en-US" altLang="zh-CN" i="1">
                <a:ea typeface="SimSun" panose="02010600030101010101" pitchFamily="2" charset="-122"/>
              </a:rPr>
              <a:t>n</a:t>
            </a:r>
            <a:r>
              <a:rPr lang="en-US" altLang="zh-CN">
                <a:ea typeface="SimSun" panose="02010600030101010101" pitchFamily="2" charset="-122"/>
              </a:rPr>
              <a:t>-dimensional weight space is a polynomial of degree </a:t>
            </a:r>
            <a:r>
              <a:rPr lang="en-US" altLang="zh-CN" i="1">
                <a:ea typeface="SimSun" panose="02010600030101010101" pitchFamily="2" charset="-122"/>
              </a:rPr>
              <a:t>n</a:t>
            </a:r>
            <a:r>
              <a:rPr lang="en-US" altLang="zh-CN">
                <a:ea typeface="SimSun" panose="02010600030101010101" pitchFamily="2" charset="-122"/>
              </a:rPr>
              <a:t>-1 on </a:t>
            </a:r>
            <a:r>
              <a:rPr lang="en-US" altLang="zh-CN" i="1">
                <a:ea typeface="SimSun" panose="02010600030101010101" pitchFamily="2" charset="-122"/>
              </a:rPr>
              <a:t>m</a:t>
            </a:r>
            <a:r>
              <a:rPr lang="en-US" altLang="zh-CN">
                <a:ea typeface="SimSun" panose="02010600030101010101" pitchFamily="2" charset="-122"/>
              </a:rPr>
              <a:t>:</a:t>
            </a:r>
          </a:p>
          <a:p>
            <a:pPr>
              <a:buFont typeface="Monotype Sorts" pitchFamily="2" charset="2"/>
              <a:buNone/>
            </a:pPr>
            <a:endParaRPr lang="zh-CN" altLang="en-US">
              <a:ea typeface="SimSun" panose="02010600030101010101" pitchFamily="2" charset="-122"/>
            </a:endParaRPr>
          </a:p>
        </p:txBody>
      </p:sp>
      <p:graphicFrame>
        <p:nvGraphicFramePr>
          <p:cNvPr id="161797" name="Object 4"/>
          <p:cNvGraphicFramePr>
            <a:graphicFrameLocks noChangeAspect="1"/>
          </p:cNvGraphicFramePr>
          <p:nvPr/>
        </p:nvGraphicFramePr>
        <p:xfrm>
          <a:off x="1066800" y="4114800"/>
          <a:ext cx="7472363" cy="1520825"/>
        </p:xfrm>
        <a:graphic>
          <a:graphicData uri="http://schemas.openxmlformats.org/presentationml/2006/ole">
            <mc:AlternateContent xmlns:mc="http://schemas.openxmlformats.org/markup-compatibility/2006">
              <mc:Choice xmlns:v="urn:schemas-microsoft-com:vml" Requires="v">
                <p:oleObj name="Equation" r:id="rId3" imgW="1803400" imgH="457200" progId="Equation.3">
                  <p:embed/>
                </p:oleObj>
              </mc:Choice>
              <mc:Fallback>
                <p:oleObj name="Equation" r:id="rId3" imgW="1803400" imgH="457200" progId="Equation.3">
                  <p:embed/>
                  <p:pic>
                    <p:nvPicPr>
                      <p:cNvPr id="1617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114800"/>
                        <a:ext cx="7472363" cy="152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79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EB2EA50-E7EA-4AF4-9CDC-0BD77AC37431}" type="slidenum">
              <a:rPr lang="zh-CN" altLang="en-US" sz="1400" smtClean="0">
                <a:solidFill>
                  <a:schemeClr val="bg2"/>
                </a:solidFill>
                <a:latin typeface="Arial" panose="020B0604020202020204" pitchFamily="34" charset="0"/>
              </a:rPr>
              <a:pPr>
                <a:spcBef>
                  <a:spcPct val="50000"/>
                </a:spcBef>
                <a:buClrTx/>
                <a:buSzTx/>
                <a:buFontTx/>
                <a:buNone/>
              </a:pPr>
              <a:t>111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36E8648-90DA-802F-855A-EC6E7699CDB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itle 1"/>
          <p:cNvSpPr>
            <a:spLocks noGrp="1"/>
          </p:cNvSpPr>
          <p:nvPr>
            <p:ph type="title"/>
          </p:nvPr>
        </p:nvSpPr>
        <p:spPr>
          <a:xfrm>
            <a:off x="990600" y="457200"/>
            <a:ext cx="7848600" cy="1143000"/>
          </a:xfrm>
        </p:spPr>
        <p:txBody>
          <a:bodyPr/>
          <a:lstStyle/>
          <a:p>
            <a:r>
              <a:rPr lang="en-US" altLang="zh-CN">
                <a:ea typeface="SimSun" panose="02010600030101010101" pitchFamily="2" charset="-122"/>
              </a:rPr>
              <a:t>Number of Weight Space Regions</a:t>
            </a:r>
          </a:p>
        </p:txBody>
      </p:sp>
      <p:pic>
        <p:nvPicPr>
          <p:cNvPr id="163844"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2133600"/>
            <a:ext cx="7772400" cy="3505200"/>
          </a:xfrm>
        </p:spPr>
      </p:pic>
      <p:sp>
        <p:nvSpPr>
          <p:cNvPr id="16384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8620AF7-5420-4BA3-9F86-5F71F6BCA31B}" type="slidenum">
              <a:rPr lang="zh-CN" altLang="en-US" sz="1400" smtClean="0">
                <a:solidFill>
                  <a:schemeClr val="bg2"/>
                </a:solidFill>
                <a:latin typeface="Arial" panose="020B0604020202020204" pitchFamily="34" charset="0"/>
              </a:rPr>
              <a:pPr>
                <a:spcBef>
                  <a:spcPct val="50000"/>
                </a:spcBef>
                <a:buClrTx/>
                <a:buSzTx/>
                <a:buFontTx/>
                <a:buNone/>
              </a:pPr>
              <a:t>112</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915BF179-B2CE-A898-3258-4DB7A7A6F183}"/>
              </a:ext>
            </a:extLst>
          </p:cNvPr>
          <p:cNvSpPr txBox="1"/>
          <p:nvPr/>
        </p:nvSpPr>
        <p:spPr>
          <a:xfrm>
            <a:off x="2331225" y="563880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FFF210D8-B750-DD40-BFEF-EDB4FED52C6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2"/>
          <p:cNvSpPr>
            <a:spLocks noGrp="1" noChangeArrowheads="1"/>
          </p:cNvSpPr>
          <p:nvPr>
            <p:ph type="title"/>
          </p:nvPr>
        </p:nvSpPr>
        <p:spPr>
          <a:xfrm>
            <a:off x="685800" y="457200"/>
            <a:ext cx="8077200" cy="1143000"/>
          </a:xfrm>
        </p:spPr>
        <p:txBody>
          <a:bodyPr/>
          <a:lstStyle/>
          <a:p>
            <a:pPr algn="ctr"/>
            <a:r>
              <a:rPr lang="en-US" altLang="zh-CN" sz="4000">
                <a:ea typeface="SimSun" panose="02010600030101010101" pitchFamily="2" charset="-122"/>
              </a:rPr>
              <a:t>Number of Logic Functions vs. Number of Threshold Functions</a:t>
            </a:r>
            <a:endParaRPr lang="en-US" altLang="zh-CN">
              <a:ea typeface="SimSun" panose="02010600030101010101" pitchFamily="2" charset="-122"/>
            </a:endParaRPr>
          </a:p>
        </p:txBody>
      </p:sp>
      <p:sp>
        <p:nvSpPr>
          <p:cNvPr id="164868" name="Rectangle 3"/>
          <p:cNvSpPr>
            <a:spLocks noGrp="1" noChangeArrowheads="1"/>
          </p:cNvSpPr>
          <p:nvPr>
            <p:ph type="body" idx="1"/>
          </p:nvPr>
        </p:nvSpPr>
        <p:spPr/>
        <p:txBody>
          <a:bodyPr/>
          <a:lstStyle/>
          <a:p>
            <a:pPr>
              <a:buSzPct val="50000"/>
              <a:buFont typeface="Monotype Sorts" pitchFamily="2" charset="2"/>
              <a:buChar char="l"/>
            </a:pPr>
            <a:r>
              <a:rPr lang="en-US" altLang="zh-CN">
                <a:ea typeface="SimSun" panose="02010600030101010101" pitchFamily="2" charset="-122"/>
              </a:rPr>
              <a:t>The number of threshold functions defined by hyperplanes is a function of 2 </a:t>
            </a:r>
            <a:r>
              <a:rPr lang="en-US" altLang="zh-CN" i="1" baseline="30000">
                <a:ea typeface="SimSun" panose="02010600030101010101" pitchFamily="2" charset="-122"/>
              </a:rPr>
              <a:t>n</a:t>
            </a:r>
            <a:r>
              <a:rPr lang="en-US" altLang="zh-CN" baseline="30000">
                <a:ea typeface="SimSun" panose="02010600030101010101" pitchFamily="2" charset="-122"/>
              </a:rPr>
              <a:t>(</a:t>
            </a:r>
            <a:r>
              <a:rPr lang="en-US" altLang="zh-CN" i="1" baseline="30000">
                <a:ea typeface="SimSun" panose="02010600030101010101" pitchFamily="2" charset="-122"/>
              </a:rPr>
              <a:t>n-</a:t>
            </a:r>
            <a:r>
              <a:rPr lang="en-US" altLang="zh-CN" baseline="30000">
                <a:ea typeface="SimSun" panose="02010600030101010101" pitchFamily="2" charset="-122"/>
              </a:rPr>
              <a:t>1) </a:t>
            </a:r>
            <a:r>
              <a:rPr lang="en-US" altLang="zh-CN">
                <a:ea typeface="SimSun" panose="02010600030101010101" pitchFamily="2" charset="-122"/>
              </a:rPr>
              <a:t>whereas that of logical functions is       .</a:t>
            </a:r>
          </a:p>
          <a:p>
            <a:pPr>
              <a:buSzPct val="50000"/>
              <a:buFont typeface="Monotype Sorts" pitchFamily="2" charset="2"/>
              <a:buChar char="l"/>
            </a:pPr>
            <a:r>
              <a:rPr lang="en-US" altLang="zh-CN">
                <a:ea typeface="SimSun" panose="02010600030101010101" pitchFamily="2" charset="-122"/>
              </a:rPr>
              <a:t>The learnbability problem: when</a:t>
            </a:r>
            <a:r>
              <a:rPr lang="en-US" altLang="zh-CN" i="1">
                <a:ea typeface="SimSun" panose="02010600030101010101" pitchFamily="2" charset="-122"/>
              </a:rPr>
              <a:t> n</a:t>
            </a:r>
            <a:r>
              <a:rPr lang="en-US" altLang="zh-CN">
                <a:ea typeface="SimSun" panose="02010600030101010101" pitchFamily="2" charset="-122"/>
              </a:rPr>
              <a:t> is large, there is not enough classification regions in weight space to represent all logical functions.</a:t>
            </a:r>
          </a:p>
          <a:p>
            <a:pPr>
              <a:buSzPct val="50000"/>
              <a:buFont typeface="Monotype Sorts" pitchFamily="2" charset="2"/>
              <a:buNone/>
            </a:pPr>
            <a:endParaRPr lang="en-US" altLang="zh-CN">
              <a:ea typeface="SimSun" panose="02010600030101010101" pitchFamily="2" charset="-122"/>
            </a:endParaRPr>
          </a:p>
        </p:txBody>
      </p:sp>
      <p:graphicFrame>
        <p:nvGraphicFramePr>
          <p:cNvPr id="164869" name="Object 4"/>
          <p:cNvGraphicFramePr>
            <a:graphicFrameLocks noChangeAspect="1"/>
          </p:cNvGraphicFramePr>
          <p:nvPr/>
        </p:nvGraphicFramePr>
        <p:xfrm>
          <a:off x="7239000" y="2786063"/>
          <a:ext cx="685800" cy="642937"/>
        </p:xfrm>
        <a:graphic>
          <a:graphicData uri="http://schemas.openxmlformats.org/presentationml/2006/ole">
            <mc:AlternateContent xmlns:mc="http://schemas.openxmlformats.org/markup-compatibility/2006">
              <mc:Choice xmlns:v="urn:schemas-microsoft-com:vml" Requires="v">
                <p:oleObj name="Equation" r:id="rId3" imgW="228501" imgH="215806" progId="Equation.3">
                  <p:embed/>
                </p:oleObj>
              </mc:Choice>
              <mc:Fallback>
                <p:oleObj name="Equation" r:id="rId3" imgW="228501" imgH="215806" progId="Equation.3">
                  <p:embed/>
                  <p:pic>
                    <p:nvPicPr>
                      <p:cNvPr id="16486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2786063"/>
                        <a:ext cx="6858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87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F23C64C-C55B-4641-ADB6-2695CF371DA1}" type="slidenum">
              <a:rPr lang="zh-CN" altLang="en-US" sz="1400" smtClean="0">
                <a:solidFill>
                  <a:schemeClr val="bg2"/>
                </a:solidFill>
                <a:latin typeface="Arial" panose="020B0604020202020204" pitchFamily="34" charset="0"/>
              </a:rPr>
              <a:pPr>
                <a:spcBef>
                  <a:spcPct val="50000"/>
                </a:spcBef>
                <a:buClrTx/>
                <a:buSzTx/>
                <a:buFontTx/>
                <a:buNone/>
              </a:pPr>
              <a:t>113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D6BF188-8E2C-A300-D153-3EC800CAC47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2"/>
          <p:cNvSpPr>
            <a:spLocks noGrp="1" noChangeArrowheads="1"/>
          </p:cNvSpPr>
          <p:nvPr>
            <p:ph type="title"/>
          </p:nvPr>
        </p:nvSpPr>
        <p:spPr/>
        <p:txBody>
          <a:bodyPr/>
          <a:lstStyle/>
          <a:p>
            <a:pPr algn="ctr"/>
            <a:r>
              <a:rPr lang="en-US" altLang="zh-CN">
                <a:ea typeface="SimSun" panose="02010600030101010101" pitchFamily="2" charset="-122"/>
              </a:rPr>
              <a:t>Learnability Problems</a:t>
            </a:r>
          </a:p>
        </p:txBody>
      </p:sp>
      <p:sp>
        <p:nvSpPr>
          <p:cNvPr id="166916" name="Rectangle 3"/>
          <p:cNvSpPr>
            <a:spLocks noGrp="1" noChangeArrowheads="1"/>
          </p:cNvSpPr>
          <p:nvPr>
            <p:ph type="body" idx="1"/>
          </p:nvPr>
        </p:nvSpPr>
        <p:spPr>
          <a:xfrm>
            <a:off x="914400" y="1676400"/>
            <a:ext cx="7924800" cy="4343400"/>
          </a:xfrm>
        </p:spPr>
        <p:txBody>
          <a:bodyPr/>
          <a:lstStyle/>
          <a:p>
            <a:pPr>
              <a:buFont typeface="Wingdings" panose="05000000000000000000" pitchFamily="2" charset="2"/>
              <a:buChar char="§"/>
            </a:pPr>
            <a:r>
              <a:rPr lang="en-US" altLang="zh-CN" sz="3000">
                <a:ea typeface="SimSun" panose="02010600030101010101" pitchFamily="2" charset="-122"/>
              </a:rPr>
              <a:t>Solution existence in the weight space? Neither Perceptron nor Adaline can classify patterns with nonlinear distributions such as XOR. But two-layer Perceptron can classify XOR data.</a:t>
            </a:r>
          </a:p>
          <a:p>
            <a:pPr>
              <a:buFont typeface="Wingdings" panose="05000000000000000000" pitchFamily="2" charset="2"/>
              <a:buChar char="§"/>
            </a:pPr>
            <a:r>
              <a:rPr lang="en-US" altLang="zh-CN" sz="3000">
                <a:ea typeface="SimSun" panose="02010600030101010101" pitchFamily="2" charset="-122"/>
              </a:rPr>
              <a:t>How to find the solution even though it exists in the weight space? It is known that multilayer Perceptron can classify arbitrary shape of data classes. But how to design learning algorithms to determine the weights?</a:t>
            </a:r>
          </a:p>
        </p:txBody>
      </p:sp>
      <p:sp>
        <p:nvSpPr>
          <p:cNvPr id="1669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BA76531-162A-45D5-BF48-6A27DEEE02FE}" type="slidenum">
              <a:rPr lang="zh-CN" altLang="en-US" sz="1400" smtClean="0">
                <a:solidFill>
                  <a:schemeClr val="bg2"/>
                </a:solidFill>
                <a:latin typeface="Arial" panose="020B0604020202020204" pitchFamily="34" charset="0"/>
              </a:rPr>
              <a:pPr>
                <a:spcBef>
                  <a:spcPct val="50000"/>
                </a:spcBef>
                <a:buClrTx/>
                <a:buSzTx/>
                <a:buFontTx/>
                <a:buNone/>
              </a:pPr>
              <a:t>114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A97284B-6999-C08C-A902-FC5A5254E8D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2"/>
          <p:cNvSpPr>
            <a:spLocks noGrp="1" noChangeArrowheads="1"/>
          </p:cNvSpPr>
          <p:nvPr>
            <p:ph type="title"/>
          </p:nvPr>
        </p:nvSpPr>
        <p:spPr/>
        <p:txBody>
          <a:bodyPr/>
          <a:lstStyle/>
          <a:p>
            <a:pPr algn="ctr"/>
            <a:r>
              <a:rPr lang="en-US" altLang="zh-CN">
                <a:ea typeface="SimSun" panose="02010600030101010101" pitchFamily="2" charset="-122"/>
              </a:rPr>
              <a:t>Multilayer Feedforward Network</a:t>
            </a:r>
          </a:p>
        </p:txBody>
      </p:sp>
      <p:pic>
        <p:nvPicPr>
          <p:cNvPr id="168964" name="Picture 5" descr="ffnet"/>
          <p:cNvPicPr>
            <a:picLocks noChangeAspect="1" noChangeArrowheads="1"/>
          </p:cNvPicPr>
          <p:nvPr/>
        </p:nvPicPr>
        <p:blipFill rotWithShape="1">
          <a:blip r:embed="rId3">
            <a:extLst>
              <a:ext uri="{28A0092B-C50C-407E-A947-70E740481C1C}">
                <a14:useLocalDpi xmlns:a14="http://schemas.microsoft.com/office/drawing/2010/main" val="0"/>
              </a:ext>
            </a:extLst>
          </a:blip>
          <a:srcRect t="19596" r="7551"/>
          <a:stretch>
            <a:fillRect/>
          </a:stretch>
        </p:blipFill>
        <p:spPr bwMode="auto">
          <a:xfrm>
            <a:off x="1565817" y="1940313"/>
            <a:ext cx="6621966" cy="3553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F8D5DB7-C644-46C8-84B6-35F394C196A5}" type="slidenum">
              <a:rPr lang="zh-CN" altLang="en-US" sz="1400" smtClean="0">
                <a:solidFill>
                  <a:schemeClr val="bg2"/>
                </a:solidFill>
                <a:latin typeface="Arial" panose="020B0604020202020204" pitchFamily="34" charset="0"/>
              </a:rPr>
              <a:pPr>
                <a:spcBef>
                  <a:spcPct val="50000"/>
                </a:spcBef>
                <a:buClrTx/>
                <a:buSzTx/>
                <a:buFontTx/>
                <a:buNone/>
              </a:pPr>
              <a:t>115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C6845AB-0026-8F05-8774-169E29D083F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itle 1"/>
          <p:cNvSpPr>
            <a:spLocks noGrp="1"/>
          </p:cNvSpPr>
          <p:nvPr>
            <p:ph type="title"/>
          </p:nvPr>
        </p:nvSpPr>
        <p:spPr/>
        <p:txBody>
          <a:bodyPr/>
          <a:lstStyle/>
          <a:p>
            <a:pPr algn="ctr"/>
            <a:r>
              <a:rPr lang="en-US" altLang="zh-CN">
                <a:ea typeface="SimSun" panose="02010600030101010101" pitchFamily="2" charset="-122"/>
              </a:rPr>
              <a:t>Multilayer Feedforward Network</a:t>
            </a:r>
          </a:p>
        </p:txBody>
      </p:sp>
      <p:pic>
        <p:nvPicPr>
          <p:cNvPr id="1710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828800"/>
            <a:ext cx="7650163"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FAA46A2-701C-4142-95E6-D451C8BAB7F5}" type="slidenum">
              <a:rPr lang="zh-CN" altLang="en-US" sz="1400" smtClean="0">
                <a:solidFill>
                  <a:schemeClr val="bg2"/>
                </a:solidFill>
                <a:latin typeface="Arial" panose="020B0604020202020204" pitchFamily="34" charset="0"/>
              </a:rPr>
              <a:pPr>
                <a:spcBef>
                  <a:spcPct val="50000"/>
                </a:spcBef>
                <a:buClrTx/>
                <a:buSzTx/>
                <a:buFontTx/>
                <a:buNone/>
              </a:pPr>
              <a:t>116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EE4491B5-664D-7BB7-4F70-017EDEBE7234}"/>
              </a:ext>
            </a:extLst>
          </p:cNvPr>
          <p:cNvSpPr txBox="1"/>
          <p:nvPr/>
        </p:nvSpPr>
        <p:spPr>
          <a:xfrm>
            <a:off x="2293125" y="5789712"/>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38C427FB-E8C9-FD76-52F2-A3F571EFA5A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itle 1"/>
          <p:cNvSpPr>
            <a:spLocks noGrp="1"/>
          </p:cNvSpPr>
          <p:nvPr>
            <p:ph type="title"/>
          </p:nvPr>
        </p:nvSpPr>
        <p:spPr/>
        <p:txBody>
          <a:bodyPr/>
          <a:lstStyle/>
          <a:p>
            <a:pPr algn="ctr"/>
            <a:r>
              <a:rPr lang="en-US" altLang="zh-CN">
                <a:ea typeface="SimSun" panose="02010600030101010101" pitchFamily="2" charset="-122"/>
              </a:rPr>
              <a:t>XOR Problem Solved</a:t>
            </a:r>
          </a:p>
        </p:txBody>
      </p:sp>
      <p:pic>
        <p:nvPicPr>
          <p:cNvPr id="17203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2209800"/>
            <a:ext cx="7932738" cy="3309938"/>
          </a:xfrm>
          <a:noFill/>
        </p:spPr>
      </p:pic>
      <p:sp>
        <p:nvSpPr>
          <p:cNvPr id="17203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AC1B298-F5EB-4A9F-8EA6-EFE3ED62D019}" type="slidenum">
              <a:rPr lang="zh-CN" altLang="en-US" sz="1400" smtClean="0">
                <a:solidFill>
                  <a:schemeClr val="bg2"/>
                </a:solidFill>
                <a:latin typeface="Arial" panose="020B0604020202020204" pitchFamily="34" charset="0"/>
              </a:rPr>
              <a:pPr>
                <a:spcBef>
                  <a:spcPct val="50000"/>
                </a:spcBef>
                <a:buClrTx/>
                <a:buSzTx/>
                <a:buFontTx/>
                <a:buNone/>
              </a:pPr>
              <a:t>117</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CE96DDAB-A743-B0BF-C778-011B66A92DD8}"/>
              </a:ext>
            </a:extLst>
          </p:cNvPr>
          <p:cNvSpPr txBox="1"/>
          <p:nvPr/>
        </p:nvSpPr>
        <p:spPr>
          <a:xfrm>
            <a:off x="2274850" y="5514975"/>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6A34A736-09B4-3008-5F1A-D3E08AF95DB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itle 1"/>
          <p:cNvSpPr>
            <a:spLocks noGrp="1"/>
          </p:cNvSpPr>
          <p:nvPr>
            <p:ph type="title"/>
          </p:nvPr>
        </p:nvSpPr>
        <p:spPr/>
        <p:txBody>
          <a:bodyPr/>
          <a:lstStyle/>
          <a:p>
            <a:pPr algn="ctr"/>
            <a:r>
              <a:rPr lang="en-US" altLang="zh-CN">
                <a:ea typeface="SimSun" panose="02010600030101010101" pitchFamily="2" charset="-122"/>
              </a:rPr>
              <a:t>Alternative Networks</a:t>
            </a:r>
          </a:p>
        </p:txBody>
      </p:sp>
      <p:pic>
        <p:nvPicPr>
          <p:cNvPr id="173060"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517" y="1739653"/>
            <a:ext cx="7339593" cy="4216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4B5F7DD-7172-40D6-84D5-7584F9046AB0}" type="slidenum">
              <a:rPr lang="zh-CN" altLang="en-US" sz="1400" smtClean="0">
                <a:solidFill>
                  <a:schemeClr val="bg2"/>
                </a:solidFill>
                <a:latin typeface="Arial" panose="020B0604020202020204" pitchFamily="34" charset="0"/>
              </a:rPr>
              <a:pPr>
                <a:spcBef>
                  <a:spcPct val="50000"/>
                </a:spcBef>
                <a:buClrTx/>
                <a:buSzTx/>
                <a:buFontTx/>
                <a:buNone/>
              </a:pPr>
              <a:t>118</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3C0CF9E8-EA79-8243-4B3B-5A5E632A9272}"/>
              </a:ext>
            </a:extLst>
          </p:cNvPr>
          <p:cNvSpPr txBox="1"/>
          <p:nvPr/>
        </p:nvSpPr>
        <p:spPr>
          <a:xfrm>
            <a:off x="2293125" y="594211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7C1E13C8-6931-1736-1295-F242C3FA19A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p:cNvSpPr>
            <a:spLocks noGrp="1"/>
          </p:cNvSpPr>
          <p:nvPr>
            <p:ph type="title"/>
          </p:nvPr>
        </p:nvSpPr>
        <p:spPr/>
        <p:txBody>
          <a:bodyPr/>
          <a:lstStyle/>
          <a:p>
            <a:pPr algn="ctr"/>
            <a:r>
              <a:rPr lang="en-US" altLang="zh-CN">
                <a:ea typeface="SimSun" panose="02010600030101010101" pitchFamily="2" charset="-122"/>
              </a:rPr>
              <a:t>Learning Process</a:t>
            </a:r>
          </a:p>
        </p:txBody>
      </p:sp>
      <p:pic>
        <p:nvPicPr>
          <p:cNvPr id="17408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00200" y="1756569"/>
            <a:ext cx="6553200" cy="4183062"/>
          </a:xfrm>
          <a:noFill/>
        </p:spPr>
      </p:pic>
      <p:sp>
        <p:nvSpPr>
          <p:cNvPr id="17408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19389E7-7847-4821-885E-16EC8ABCC111}" type="slidenum">
              <a:rPr lang="zh-CN" altLang="en-US" sz="1400" smtClean="0">
                <a:solidFill>
                  <a:schemeClr val="bg2"/>
                </a:solidFill>
                <a:latin typeface="Arial" panose="020B0604020202020204" pitchFamily="34" charset="0"/>
              </a:rPr>
              <a:pPr>
                <a:spcBef>
                  <a:spcPct val="50000"/>
                </a:spcBef>
                <a:buClrTx/>
                <a:buSzTx/>
                <a:buFontTx/>
                <a:buNone/>
              </a:pPr>
              <a:t>119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458117F6-96E9-1474-2A30-DB91E70D78F2}"/>
              </a:ext>
            </a:extLst>
          </p:cNvPr>
          <p:cNvSpPr txBox="1"/>
          <p:nvPr/>
        </p:nvSpPr>
        <p:spPr>
          <a:xfrm>
            <a:off x="2369325" y="602520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359E0B3E-8323-A1C2-994C-6F251C122D5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p:cNvSpPr>
            <a:spLocks noGrp="1"/>
          </p:cNvSpPr>
          <p:nvPr>
            <p:ph type="title"/>
          </p:nvPr>
        </p:nvSpPr>
        <p:spPr/>
        <p:txBody>
          <a:bodyPr/>
          <a:lstStyle/>
          <a:p>
            <a:pPr algn="ctr"/>
            <a:r>
              <a:rPr lang="en-US" altLang="zh-CN">
                <a:ea typeface="SimSun" panose="02010600030101010101" pitchFamily="2" charset="-122"/>
              </a:rPr>
              <a:t>Alternative Network</a:t>
            </a:r>
          </a:p>
        </p:txBody>
      </p:sp>
      <p:pic>
        <p:nvPicPr>
          <p:cNvPr id="175108"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1828800"/>
            <a:ext cx="7696200" cy="3733800"/>
          </a:xfrm>
        </p:spPr>
      </p:pic>
      <p:sp>
        <p:nvSpPr>
          <p:cNvPr id="1751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4C016DC-9EE1-4516-81A0-D9450A1DB5D5}" type="slidenum">
              <a:rPr lang="zh-CN" altLang="en-US" sz="1400" smtClean="0">
                <a:solidFill>
                  <a:schemeClr val="bg2"/>
                </a:solidFill>
                <a:latin typeface="Arial" panose="020B0604020202020204" pitchFamily="34" charset="0"/>
              </a:rPr>
              <a:pPr>
                <a:spcBef>
                  <a:spcPct val="50000"/>
                </a:spcBef>
                <a:buClrTx/>
                <a:buSzTx/>
                <a:buFontTx/>
                <a:buNone/>
              </a:pPr>
              <a:t>120</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A76A47A7-DC9A-FBBF-1ABE-8C8C92A3A7A3}"/>
              </a:ext>
            </a:extLst>
          </p:cNvPr>
          <p:cNvSpPr txBox="1"/>
          <p:nvPr/>
        </p:nvSpPr>
        <p:spPr>
          <a:xfrm>
            <a:off x="2293125" y="556260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80064BA8-79F1-71B6-DDEF-A9BAA67861C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标题 1"/>
          <p:cNvSpPr>
            <a:spLocks noGrp="1"/>
          </p:cNvSpPr>
          <p:nvPr>
            <p:ph type="title"/>
          </p:nvPr>
        </p:nvSpPr>
        <p:spPr/>
        <p:txBody>
          <a:bodyPr/>
          <a:lstStyle/>
          <a:p>
            <a:pPr algn="ctr"/>
            <a:r>
              <a:rPr lang="en-US" altLang="zh-CN">
                <a:ea typeface="SimSun" panose="02010600030101010101" pitchFamily="2" charset="-122"/>
              </a:rPr>
              <a:t>Two-layer Separation</a:t>
            </a:r>
          </a:p>
        </p:txBody>
      </p:sp>
      <p:pic>
        <p:nvPicPr>
          <p:cNvPr id="176132"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071688" y="1828800"/>
            <a:ext cx="5610225" cy="4114800"/>
          </a:xfrm>
        </p:spPr>
      </p:pic>
      <p:sp>
        <p:nvSpPr>
          <p:cNvPr id="1761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CC57F50-8656-412F-832F-0F6AC8597B7B}" type="slidenum">
              <a:rPr lang="zh-CN" altLang="en-US" sz="1400" smtClean="0">
                <a:solidFill>
                  <a:schemeClr val="bg2"/>
                </a:solidFill>
                <a:latin typeface="Arial" panose="020B0604020202020204" pitchFamily="34" charset="0"/>
              </a:rPr>
              <a:pPr>
                <a:spcBef>
                  <a:spcPct val="50000"/>
                </a:spcBef>
                <a:buClrTx/>
                <a:buSzTx/>
                <a:buFontTx/>
                <a:buNone/>
              </a:pPr>
              <a:t>121</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0417EE8-C447-F03E-45AC-7FE67B6CDF82}"/>
              </a:ext>
            </a:extLst>
          </p:cNvPr>
          <p:cNvSpPr txBox="1"/>
          <p:nvPr/>
        </p:nvSpPr>
        <p:spPr>
          <a:xfrm>
            <a:off x="2293125" y="594360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DA7B192B-0BC7-93F2-A62F-19734702685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p:cNvSpPr>
            <a:spLocks noGrp="1"/>
          </p:cNvSpPr>
          <p:nvPr>
            <p:ph type="title"/>
          </p:nvPr>
        </p:nvSpPr>
        <p:spPr/>
        <p:txBody>
          <a:bodyPr/>
          <a:lstStyle/>
          <a:p>
            <a:pPr algn="ctr"/>
            <a:r>
              <a:rPr lang="en-US" altLang="zh-CN">
                <a:ea typeface="SimSun" panose="02010600030101010101" pitchFamily="2" charset="-122"/>
              </a:rPr>
              <a:t>Two-layer Separation</a:t>
            </a:r>
          </a:p>
        </p:txBody>
      </p:sp>
      <p:pic>
        <p:nvPicPr>
          <p:cNvPr id="177156" name="内容占位符 7"/>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0" y="1752600"/>
            <a:ext cx="5029200" cy="4343400"/>
          </a:xfrm>
        </p:spPr>
      </p:pic>
      <p:sp>
        <p:nvSpPr>
          <p:cNvPr id="1771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DC65FC8-5B4C-4738-BBA0-23334CBFD6BE}" type="slidenum">
              <a:rPr lang="zh-CN" altLang="en-US" sz="1400" smtClean="0">
                <a:solidFill>
                  <a:schemeClr val="bg2"/>
                </a:solidFill>
                <a:latin typeface="Arial" panose="020B0604020202020204" pitchFamily="34" charset="0"/>
              </a:rPr>
              <a:pPr>
                <a:spcBef>
                  <a:spcPct val="50000"/>
                </a:spcBef>
                <a:buClrTx/>
                <a:buSzTx/>
                <a:buFontTx/>
                <a:buNone/>
              </a:pPr>
              <a:t>122</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6CFC8E11-E8F9-39A0-9AC4-A65B5C6D0A73}"/>
              </a:ext>
            </a:extLst>
          </p:cNvPr>
          <p:cNvSpPr txBox="1"/>
          <p:nvPr/>
        </p:nvSpPr>
        <p:spPr>
          <a:xfrm>
            <a:off x="2216925" y="609600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1065C07B-C289-77A4-D0C9-515C498A52D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2"/>
          <p:cNvSpPr>
            <a:spLocks noGrp="1" noChangeArrowheads="1"/>
          </p:cNvSpPr>
          <p:nvPr>
            <p:ph type="title"/>
          </p:nvPr>
        </p:nvSpPr>
        <p:spPr/>
        <p:txBody>
          <a:bodyPr/>
          <a:lstStyle/>
          <a:p>
            <a:pPr algn="ctr"/>
            <a:r>
              <a:rPr lang="en-US" altLang="zh-CN">
                <a:ea typeface="SimSun" panose="02010600030101010101" pitchFamily="2" charset="-122"/>
              </a:rPr>
              <a:t>Backpropagation Algorithm</a:t>
            </a:r>
          </a:p>
        </p:txBody>
      </p:sp>
      <p:sp>
        <p:nvSpPr>
          <p:cNvPr id="178180" name="Rectangle 3"/>
          <p:cNvSpPr>
            <a:spLocks noGrp="1" noChangeArrowheads="1"/>
          </p:cNvSpPr>
          <p:nvPr>
            <p:ph type="body" idx="1"/>
          </p:nvPr>
        </p:nvSpPr>
        <p:spPr>
          <a:xfrm>
            <a:off x="838200" y="1600200"/>
            <a:ext cx="8305800" cy="4191000"/>
          </a:xfrm>
        </p:spPr>
        <p:txBody>
          <a:bodyPr/>
          <a:lstStyle/>
          <a:p>
            <a:pPr>
              <a:lnSpc>
                <a:spcPct val="90000"/>
              </a:lnSpc>
              <a:buSzPct val="55000"/>
              <a:buFont typeface="Wingdings" panose="05000000000000000000" pitchFamily="2" charset="2"/>
              <a:buChar char="Ø"/>
            </a:pPr>
            <a:r>
              <a:rPr lang="en-US" altLang="zh-CN" sz="2800" dirty="0">
                <a:ea typeface="SimSun" panose="02010600030101010101" pitchFamily="2" charset="-122"/>
              </a:rPr>
              <a:t>Also known as generalized delta rule.</a:t>
            </a:r>
          </a:p>
          <a:p>
            <a:pPr>
              <a:lnSpc>
                <a:spcPct val="90000"/>
              </a:lnSpc>
              <a:buSzPct val="55000"/>
              <a:buFont typeface="Wingdings" panose="05000000000000000000" pitchFamily="2" charset="2"/>
              <a:buChar char="Ø"/>
            </a:pPr>
            <a:r>
              <a:rPr lang="en-US" altLang="zh-CN" sz="2800" dirty="0">
                <a:ea typeface="SimSun" panose="02010600030101010101" pitchFamily="2" charset="-122"/>
              </a:rPr>
              <a:t>Invented and reinvented by many researchers, popularized by the PDP group at UC San Diego in 1986.</a:t>
            </a:r>
          </a:p>
          <a:p>
            <a:pPr>
              <a:lnSpc>
                <a:spcPct val="90000"/>
              </a:lnSpc>
              <a:buSzPct val="55000"/>
              <a:buFont typeface="Wingdings" panose="05000000000000000000" pitchFamily="2" charset="2"/>
              <a:buChar char="Ø"/>
            </a:pPr>
            <a:r>
              <a:rPr lang="en-US" altLang="zh-CN" sz="2800" dirty="0">
                <a:ea typeface="SimSun" panose="02010600030101010101" pitchFamily="2" charset="-122"/>
              </a:rPr>
              <a:t>A recursive gradient-descent learning algorithm for multilayer feedforward networks of sigmoid activation function.</a:t>
            </a:r>
          </a:p>
          <a:p>
            <a:pPr>
              <a:lnSpc>
                <a:spcPct val="90000"/>
              </a:lnSpc>
              <a:buSzPct val="55000"/>
              <a:buFont typeface="Wingdings" panose="05000000000000000000" pitchFamily="2" charset="2"/>
              <a:buChar char="Ø"/>
            </a:pPr>
            <a:r>
              <a:rPr lang="en-US" altLang="zh-CN" sz="2800" dirty="0">
                <a:ea typeface="SimSun" panose="02010600030101010101" pitchFamily="2" charset="-122"/>
              </a:rPr>
              <a:t>Compute errors backward from the output layer to input layer.</a:t>
            </a:r>
          </a:p>
          <a:p>
            <a:pPr>
              <a:lnSpc>
                <a:spcPct val="90000"/>
              </a:lnSpc>
              <a:buSzPct val="55000"/>
              <a:buFont typeface="Wingdings" panose="05000000000000000000" pitchFamily="2" charset="2"/>
              <a:buChar char="Ø"/>
            </a:pPr>
            <a:r>
              <a:rPr lang="en-US" altLang="zh-CN" sz="2800" dirty="0" err="1">
                <a:ea typeface="SimSun" panose="02010600030101010101" pitchFamily="2" charset="-122"/>
              </a:rPr>
              <a:t>Minimze</a:t>
            </a:r>
            <a:r>
              <a:rPr lang="en-US" altLang="zh-CN" sz="2800" dirty="0">
                <a:ea typeface="SimSun" panose="02010600030101010101" pitchFamily="2" charset="-122"/>
              </a:rPr>
              <a:t> the mean squares error function.</a:t>
            </a:r>
            <a:endParaRPr lang="en-US" altLang="zh-CN" dirty="0">
              <a:ea typeface="SimSun" panose="02010600030101010101" pitchFamily="2" charset="-122"/>
            </a:endParaRPr>
          </a:p>
          <a:p>
            <a:pPr>
              <a:lnSpc>
                <a:spcPct val="90000"/>
              </a:lnSpc>
              <a:buSzPct val="55000"/>
              <a:buFont typeface="Monotype Sorts" pitchFamily="2" charset="2"/>
              <a:buChar char="l"/>
            </a:pPr>
            <a:endParaRPr lang="en-US" altLang="zh-CN" dirty="0">
              <a:ea typeface="SimSun" panose="02010600030101010101" pitchFamily="2" charset="-122"/>
            </a:endParaRPr>
          </a:p>
        </p:txBody>
      </p:sp>
      <p:sp>
        <p:nvSpPr>
          <p:cNvPr id="17818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D83A32E-AFF7-4331-B62C-B936D99EF6F9}" type="slidenum">
              <a:rPr lang="zh-CN" altLang="en-US" sz="1400" smtClean="0">
                <a:solidFill>
                  <a:schemeClr val="bg2"/>
                </a:solidFill>
                <a:latin typeface="Arial" panose="020B0604020202020204" pitchFamily="34" charset="0"/>
              </a:rPr>
              <a:pPr>
                <a:spcBef>
                  <a:spcPct val="50000"/>
                </a:spcBef>
                <a:buClrTx/>
                <a:buSzTx/>
                <a:buFontTx/>
                <a:buNone/>
              </a:pPr>
              <a:t>123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B2289E4-3F6D-E0EE-849A-F7A08AFE466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
          <p:cNvSpPr>
            <a:spLocks noGrp="1"/>
          </p:cNvSpPr>
          <p:nvPr>
            <p:ph type="title"/>
          </p:nvPr>
        </p:nvSpPr>
        <p:spPr/>
        <p:txBody>
          <a:bodyPr/>
          <a:lstStyle/>
          <a:p>
            <a:pPr algn="ctr"/>
            <a:r>
              <a:rPr lang="en-US" altLang="zh-CN">
                <a:ea typeface="SimSun" panose="02010600030101010101" pitchFamily="2" charset="-122"/>
              </a:rPr>
              <a:t>Sigmoid Activation Functions</a:t>
            </a:r>
          </a:p>
        </p:txBody>
      </p:sp>
      <p:pic>
        <p:nvPicPr>
          <p:cNvPr id="180228"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676400" y="1920875"/>
            <a:ext cx="6400800" cy="3930650"/>
          </a:xfrm>
        </p:spPr>
      </p:pic>
      <p:sp>
        <p:nvSpPr>
          <p:cNvPr id="1802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D33A8A-6454-4BC5-A91A-6CD4758041B9}" type="slidenum">
              <a:rPr lang="zh-CN" altLang="en-US" sz="1400" smtClean="0">
                <a:solidFill>
                  <a:schemeClr val="bg2"/>
                </a:solidFill>
                <a:latin typeface="Arial" panose="020B0604020202020204" pitchFamily="34" charset="0"/>
              </a:rPr>
              <a:pPr>
                <a:spcBef>
                  <a:spcPct val="50000"/>
                </a:spcBef>
                <a:buClrTx/>
                <a:buSzTx/>
                <a:buFontTx/>
                <a:buNone/>
              </a:pPr>
              <a:t>124</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7F4653B6-4D5E-735D-0433-2653FF2868EF}"/>
              </a:ext>
            </a:extLst>
          </p:cNvPr>
          <p:cNvSpPr txBox="1"/>
          <p:nvPr/>
        </p:nvSpPr>
        <p:spPr>
          <a:xfrm>
            <a:off x="2300250" y="581987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8BD94D2B-68F7-3413-869F-EC99B62B277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2"/>
          <p:cNvSpPr>
            <a:spLocks noGrp="1" noChangeArrowheads="1"/>
          </p:cNvSpPr>
          <p:nvPr>
            <p:ph type="title"/>
          </p:nvPr>
        </p:nvSpPr>
        <p:spPr/>
        <p:txBody>
          <a:bodyPr/>
          <a:lstStyle/>
          <a:p>
            <a:pPr algn="ctr">
              <a:buSzPct val="55000"/>
            </a:pPr>
            <a:r>
              <a:rPr lang="en-US" altLang="zh-CN">
                <a:ea typeface="SimSun" panose="02010600030101010101" pitchFamily="2" charset="-122"/>
              </a:rPr>
              <a:t>Sigmoid Activation Functions</a:t>
            </a:r>
          </a:p>
        </p:txBody>
      </p:sp>
      <p:sp>
        <p:nvSpPr>
          <p:cNvPr id="181252" name="Rectangle 3"/>
          <p:cNvSpPr>
            <a:spLocks noGrp="1" noChangeArrowheads="1"/>
          </p:cNvSpPr>
          <p:nvPr>
            <p:ph type="body" idx="1"/>
          </p:nvPr>
        </p:nvSpPr>
        <p:spPr/>
        <p:txBody>
          <a:bodyPr/>
          <a:lstStyle/>
          <a:p>
            <a:pPr>
              <a:buSzPct val="60000"/>
              <a:buFont typeface="Monotype Sorts" pitchFamily="2" charset="2"/>
              <a:buChar char="l"/>
            </a:pPr>
            <a:r>
              <a:rPr lang="en-US" altLang="zh-CN">
                <a:ea typeface="SimSun" panose="02010600030101010101" pitchFamily="2" charset="-122"/>
              </a:rPr>
              <a:t>Unipolar:</a:t>
            </a: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r>
              <a:rPr lang="en-US" altLang="zh-CN">
                <a:ea typeface="SimSun" panose="02010600030101010101" pitchFamily="2" charset="-122"/>
              </a:rPr>
              <a:t>Bipolar: </a:t>
            </a:r>
          </a:p>
        </p:txBody>
      </p:sp>
      <p:graphicFrame>
        <p:nvGraphicFramePr>
          <p:cNvPr id="181253" name="Object 4"/>
          <p:cNvGraphicFramePr>
            <a:graphicFrameLocks noChangeAspect="1"/>
          </p:cNvGraphicFramePr>
          <p:nvPr/>
        </p:nvGraphicFramePr>
        <p:xfrm>
          <a:off x="1447800" y="2819400"/>
          <a:ext cx="6781800" cy="2057400"/>
        </p:xfrm>
        <a:graphic>
          <a:graphicData uri="http://schemas.openxmlformats.org/presentationml/2006/ole">
            <mc:AlternateContent xmlns:mc="http://schemas.openxmlformats.org/markup-compatibility/2006">
              <mc:Choice xmlns:v="urn:schemas-microsoft-com:vml" Requires="v">
                <p:oleObj name="Equation" r:id="rId3" imgW="2654300" imgH="863600" progId="Equation.3">
                  <p:embed/>
                </p:oleObj>
              </mc:Choice>
              <mc:Fallback>
                <p:oleObj name="Equation" r:id="rId3" imgW="2654300" imgH="863600" progId="Equation.3">
                  <p:embed/>
                  <p:pic>
                    <p:nvPicPr>
                      <p:cNvPr id="18125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819400"/>
                        <a:ext cx="67818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4" name="Object 5"/>
          <p:cNvGraphicFramePr>
            <a:graphicFrameLocks noChangeAspect="1"/>
          </p:cNvGraphicFramePr>
          <p:nvPr/>
        </p:nvGraphicFramePr>
        <p:xfrm>
          <a:off x="3429000" y="1771650"/>
          <a:ext cx="2819400" cy="989013"/>
        </p:xfrm>
        <a:graphic>
          <a:graphicData uri="http://schemas.openxmlformats.org/presentationml/2006/ole">
            <mc:AlternateContent xmlns:mc="http://schemas.openxmlformats.org/markup-compatibility/2006">
              <mc:Choice xmlns:v="urn:schemas-microsoft-com:vml" Requires="v">
                <p:oleObj name="Equation" r:id="rId5" imgW="1193800" imgH="419100" progId="Equation.3">
                  <p:embed/>
                </p:oleObj>
              </mc:Choice>
              <mc:Fallback>
                <p:oleObj name="Equation" r:id="rId5" imgW="1193800" imgH="419100" progId="Equation.3">
                  <p:embed/>
                  <p:pic>
                    <p:nvPicPr>
                      <p:cNvPr id="18125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1771650"/>
                        <a:ext cx="2819400" cy="98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5" name="Object 6"/>
          <p:cNvGraphicFramePr>
            <a:graphicFrameLocks noChangeAspect="1"/>
          </p:cNvGraphicFramePr>
          <p:nvPr/>
        </p:nvGraphicFramePr>
        <p:xfrm>
          <a:off x="3124200" y="5105400"/>
          <a:ext cx="4572000" cy="1069975"/>
        </p:xfrm>
        <a:graphic>
          <a:graphicData uri="http://schemas.openxmlformats.org/presentationml/2006/ole">
            <mc:AlternateContent xmlns:mc="http://schemas.openxmlformats.org/markup-compatibility/2006">
              <mc:Choice xmlns:v="urn:schemas-microsoft-com:vml" Requires="v">
                <p:oleObj name="Equation" r:id="rId7" imgW="1790700" imgH="419100" progId="Equation.3">
                  <p:embed/>
                </p:oleObj>
              </mc:Choice>
              <mc:Fallback>
                <p:oleObj name="Equation" r:id="rId7" imgW="1790700" imgH="419100" progId="Equation.3">
                  <p:embed/>
                  <p:pic>
                    <p:nvPicPr>
                      <p:cNvPr id="18125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5105400"/>
                        <a:ext cx="4572000"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125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B1FE785-C415-4EC4-9316-DDFC93758154}" type="slidenum">
              <a:rPr lang="zh-CN" altLang="en-US" sz="1400" smtClean="0">
                <a:solidFill>
                  <a:schemeClr val="bg2"/>
                </a:solidFill>
                <a:latin typeface="Arial" panose="020B0604020202020204" pitchFamily="34" charset="0"/>
              </a:rPr>
              <a:pPr>
                <a:spcBef>
                  <a:spcPct val="50000"/>
                </a:spcBef>
                <a:buClrTx/>
                <a:buSzTx/>
                <a:buFontTx/>
                <a:buNone/>
              </a:pPr>
              <a:t>125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805681C-DD4D-944A-4928-7FE91CADAC7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p:cNvSpPr>
            <a:spLocks noGrp="1"/>
          </p:cNvSpPr>
          <p:nvPr>
            <p:ph type="title"/>
          </p:nvPr>
        </p:nvSpPr>
        <p:spPr/>
        <p:txBody>
          <a:bodyPr/>
          <a:lstStyle/>
          <a:p>
            <a:pPr algn="ctr"/>
            <a:r>
              <a:rPr lang="en-US" altLang="zh-CN">
                <a:ea typeface="SimSun" panose="02010600030101010101" pitchFamily="2" charset="-122"/>
              </a:rPr>
              <a:t>Related Activation Functions</a:t>
            </a:r>
          </a:p>
        </p:txBody>
      </p:sp>
      <p:pic>
        <p:nvPicPr>
          <p:cNvPr id="183300"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883935" y="1676400"/>
            <a:ext cx="5970859" cy="4146352"/>
          </a:xfrm>
        </p:spPr>
      </p:pic>
      <p:sp>
        <p:nvSpPr>
          <p:cNvPr id="1833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607BDB3-BDFD-46B3-93EA-CA7C880A1959}" type="slidenum">
              <a:rPr lang="zh-CN" altLang="en-US" sz="1400" smtClean="0">
                <a:solidFill>
                  <a:schemeClr val="bg2"/>
                </a:solidFill>
                <a:latin typeface="Arial" panose="020B0604020202020204" pitchFamily="34" charset="0"/>
              </a:rPr>
              <a:pPr>
                <a:spcBef>
                  <a:spcPct val="50000"/>
                </a:spcBef>
                <a:buClrTx/>
                <a:buSzTx/>
                <a:buFontTx/>
                <a:buNone/>
              </a:pPr>
              <a:t>126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812C7506-A866-34C7-29CB-69FE0C6F0935}"/>
              </a:ext>
            </a:extLst>
          </p:cNvPr>
          <p:cNvSpPr txBox="1"/>
          <p:nvPr/>
        </p:nvSpPr>
        <p:spPr>
          <a:xfrm>
            <a:off x="2553631" y="5822752"/>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A078AC1D-88E8-D887-E61F-6B804A07561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DF999-080E-4168-9A1F-A9D414024678}"/>
              </a:ext>
            </a:extLst>
          </p:cNvPr>
          <p:cNvSpPr>
            <a:spLocks noGrp="1"/>
          </p:cNvSpPr>
          <p:nvPr>
            <p:ph type="title"/>
          </p:nvPr>
        </p:nvSpPr>
        <p:spPr/>
        <p:txBody>
          <a:bodyPr/>
          <a:lstStyle/>
          <a:p>
            <a:pPr algn="ctr"/>
            <a:r>
              <a:rPr lang="en-US" altLang="zh-CN">
                <a:ea typeface="SimSun" panose="02010600030101010101" pitchFamily="2" charset="-122"/>
              </a:rPr>
              <a:t>Backpropagation Algorithm</a:t>
            </a:r>
            <a:endParaRPr lang="en-HK"/>
          </a:p>
        </p:txBody>
      </p:sp>
      <p:pic>
        <p:nvPicPr>
          <p:cNvPr id="6" name="Content Placeholder 5">
            <a:extLst>
              <a:ext uri="{FF2B5EF4-FFF2-40B4-BE49-F238E27FC236}">
                <a16:creationId xmlns:a16="http://schemas.microsoft.com/office/drawing/2014/main" id="{80663D21-2F17-42E4-A656-24EA1FFBCA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8000" y="1627302"/>
            <a:ext cx="6197600" cy="4648200"/>
          </a:xfrm>
        </p:spPr>
      </p:pic>
      <p:sp>
        <p:nvSpPr>
          <p:cNvPr id="4" name="Slide Number Placeholder 3">
            <a:extLst>
              <a:ext uri="{FF2B5EF4-FFF2-40B4-BE49-F238E27FC236}">
                <a16:creationId xmlns:a16="http://schemas.microsoft.com/office/drawing/2014/main" id="{1EC08670-C6C3-4CA6-A3DC-8F5A8DD2913A}"/>
              </a:ext>
            </a:extLst>
          </p:cNvPr>
          <p:cNvSpPr>
            <a:spLocks noGrp="1"/>
          </p:cNvSpPr>
          <p:nvPr>
            <p:ph type="sldNum" sz="quarter" idx="11"/>
          </p:nvPr>
        </p:nvSpPr>
        <p:spPr/>
        <p:txBody>
          <a:bodyPr/>
          <a:lstStyle/>
          <a:p>
            <a:pPr>
              <a:defRPr/>
            </a:pPr>
            <a:fld id="{D5EE1E99-A213-44F4-BB38-2AE742957139}" type="slidenum">
              <a:rPr lang="zh-CN" altLang="en-US" smtClean="0"/>
              <a:pPr>
                <a:defRPr/>
              </a:pPr>
              <a:t>127</a:t>
            </a:fld>
            <a:endParaRPr lang="en-US" altLang="zh-CN"/>
          </a:p>
        </p:txBody>
      </p:sp>
      <p:sp>
        <p:nvSpPr>
          <p:cNvPr id="3" name="Footer Placeholder 4">
            <a:extLst>
              <a:ext uri="{FF2B5EF4-FFF2-40B4-BE49-F238E27FC236}">
                <a16:creationId xmlns:a16="http://schemas.microsoft.com/office/drawing/2014/main" id="{DB1EAED6-8FFA-F02B-0558-74EEDBF6FC8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9956382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2"/>
          <p:cNvSpPr>
            <a:spLocks noGrp="1" noChangeArrowheads="1"/>
          </p:cNvSpPr>
          <p:nvPr>
            <p:ph type="title"/>
          </p:nvPr>
        </p:nvSpPr>
        <p:spPr/>
        <p:txBody>
          <a:bodyPr/>
          <a:lstStyle/>
          <a:p>
            <a:pPr algn="ctr"/>
            <a:r>
              <a:rPr lang="en-US" altLang="zh-CN">
                <a:ea typeface="SimSun" panose="02010600030101010101" pitchFamily="2" charset="-122"/>
              </a:rPr>
              <a:t>Backpropagation Algorithm (</a:t>
            </a:r>
            <a:r>
              <a:rPr lang="en-US" altLang="zh-CN" sz="4000">
                <a:ea typeface="SimSun" panose="02010600030101010101" pitchFamily="2" charset="-122"/>
              </a:rPr>
              <a:t>cont’d)</a:t>
            </a:r>
            <a:endParaRPr lang="en-US" altLang="zh-CN">
              <a:ea typeface="SimSun" panose="02010600030101010101" pitchFamily="2" charset="-122"/>
            </a:endParaRPr>
          </a:p>
        </p:txBody>
      </p:sp>
      <p:sp>
        <p:nvSpPr>
          <p:cNvPr id="184324"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Error function:</a:t>
            </a:r>
          </a:p>
          <a:p>
            <a:pPr>
              <a:buFont typeface="Monotype Sorts" pitchFamily="2" charset="2"/>
              <a:buNone/>
            </a:pPr>
            <a:endParaRPr lang="en-US" altLang="zh-CN">
              <a:ea typeface="SimSun" panose="02010600030101010101" pitchFamily="2" charset="-122"/>
            </a:endParaRPr>
          </a:p>
          <a:p>
            <a:pPr>
              <a:buFont typeface="Monotype Sorts" pitchFamily="2" charset="2"/>
              <a:buNone/>
            </a:pPr>
            <a:endParaRPr lang="en-US" altLang="zh-CN">
              <a:ea typeface="SimSun" panose="02010600030101010101" pitchFamily="2" charset="-122"/>
            </a:endParaRPr>
          </a:p>
          <a:p>
            <a:pPr>
              <a:buFont typeface="Monotype Sorts" pitchFamily="2" charset="2"/>
              <a:buNone/>
            </a:pPr>
            <a:endParaRPr lang="en-US" altLang="zh-CN">
              <a:ea typeface="SimSun" panose="02010600030101010101" pitchFamily="2" charset="-122"/>
            </a:endParaRPr>
          </a:p>
          <a:p>
            <a:pPr>
              <a:buFont typeface="Monotype Sorts" pitchFamily="2" charset="2"/>
              <a:buNone/>
            </a:pPr>
            <a:r>
              <a:rPr lang="en-US" altLang="zh-CN">
                <a:ea typeface="SimSun" panose="02010600030101010101" pitchFamily="2" charset="-122"/>
              </a:rPr>
              <a:t>General formula:</a:t>
            </a:r>
          </a:p>
          <a:p>
            <a:pPr>
              <a:lnSpc>
                <a:spcPct val="150000"/>
              </a:lnSpc>
              <a:buFont typeface="Monotype Sorts" pitchFamily="2" charset="2"/>
              <a:buNone/>
            </a:pPr>
            <a:endParaRPr lang="en-US" altLang="zh-CN">
              <a:ea typeface="SimSun" panose="02010600030101010101" pitchFamily="2" charset="-122"/>
            </a:endParaRPr>
          </a:p>
          <a:p>
            <a:pPr>
              <a:lnSpc>
                <a:spcPct val="150000"/>
              </a:lnSpc>
              <a:buFont typeface="Monotype Sorts" pitchFamily="2" charset="2"/>
              <a:buNone/>
            </a:pPr>
            <a:endParaRPr lang="zh-CN" altLang="en-US">
              <a:ea typeface="SimSun" panose="02010600030101010101" pitchFamily="2" charset="-122"/>
            </a:endParaRPr>
          </a:p>
        </p:txBody>
      </p:sp>
      <p:graphicFrame>
        <p:nvGraphicFramePr>
          <p:cNvPr id="184325" name="Object 4"/>
          <p:cNvGraphicFramePr>
            <a:graphicFrameLocks noChangeAspect="1"/>
          </p:cNvGraphicFramePr>
          <p:nvPr/>
        </p:nvGraphicFramePr>
        <p:xfrm>
          <a:off x="2438400" y="2336800"/>
          <a:ext cx="5486400" cy="1268413"/>
        </p:xfrm>
        <a:graphic>
          <a:graphicData uri="http://schemas.openxmlformats.org/presentationml/2006/ole">
            <mc:AlternateContent xmlns:mc="http://schemas.openxmlformats.org/markup-compatibility/2006">
              <mc:Choice xmlns:v="urn:schemas-microsoft-com:vml" Requires="v">
                <p:oleObj name="公式" r:id="rId3" imgW="1916868" imgH="444307" progId="Equation.3">
                  <p:embed/>
                </p:oleObj>
              </mc:Choice>
              <mc:Fallback>
                <p:oleObj name="公式" r:id="rId3" imgW="1916868" imgH="444307" progId="Equation.3">
                  <p:embed/>
                  <p:pic>
                    <p:nvPicPr>
                      <p:cNvPr id="1843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336800"/>
                        <a:ext cx="5486400" cy="1268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26" name="Object 5"/>
          <p:cNvGraphicFramePr>
            <a:graphicFrameLocks noChangeAspect="1"/>
          </p:cNvGraphicFramePr>
          <p:nvPr/>
        </p:nvGraphicFramePr>
        <p:xfrm>
          <a:off x="1143000" y="4495800"/>
          <a:ext cx="7599363" cy="1600200"/>
        </p:xfrm>
        <a:graphic>
          <a:graphicData uri="http://schemas.openxmlformats.org/presentationml/2006/ole">
            <mc:AlternateContent xmlns:mc="http://schemas.openxmlformats.org/markup-compatibility/2006">
              <mc:Choice xmlns:v="urn:schemas-microsoft-com:vml" Requires="v">
                <p:oleObj name="Equation" r:id="rId5" imgW="2959100" imgH="469900" progId="Equation.3">
                  <p:embed/>
                </p:oleObj>
              </mc:Choice>
              <mc:Fallback>
                <p:oleObj name="Equation" r:id="rId5" imgW="2959100" imgH="469900" progId="Equation.3">
                  <p:embed/>
                  <p:pic>
                    <p:nvPicPr>
                      <p:cNvPr id="1843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4495800"/>
                        <a:ext cx="7599363"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2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B07F8DD-0E47-4FA3-A551-E9BAECEED83A}" type="slidenum">
              <a:rPr lang="zh-CN" altLang="en-US" sz="1400" smtClean="0">
                <a:solidFill>
                  <a:schemeClr val="bg2"/>
                </a:solidFill>
                <a:latin typeface="Arial" panose="020B0604020202020204" pitchFamily="34" charset="0"/>
              </a:rPr>
              <a:pPr>
                <a:spcBef>
                  <a:spcPct val="50000"/>
                </a:spcBef>
                <a:buClrTx/>
                <a:buSzTx/>
                <a:buFontTx/>
                <a:buNone/>
              </a:pPr>
              <a:t>128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ABA88FA-33EF-9F28-47A6-BF686E10D05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4" grpId="0" uiExpand="1"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2"/>
          <p:cNvSpPr>
            <a:spLocks noGrp="1" noChangeArrowheads="1"/>
          </p:cNvSpPr>
          <p:nvPr>
            <p:ph type="title"/>
          </p:nvPr>
        </p:nvSpPr>
        <p:spPr/>
        <p:txBody>
          <a:bodyPr/>
          <a:lstStyle/>
          <a:p>
            <a:pPr algn="ctr"/>
            <a:r>
              <a:rPr lang="en-US" altLang="zh-CN">
                <a:ea typeface="SimSun" panose="02010600030101010101" pitchFamily="2" charset="-122"/>
              </a:rPr>
              <a:t>Backpropagation Algorithm (</a:t>
            </a:r>
            <a:r>
              <a:rPr lang="en-US" altLang="zh-CN" sz="4000">
                <a:ea typeface="SimSun" panose="02010600030101010101" pitchFamily="2" charset="-122"/>
              </a:rPr>
              <a:t>cont’d)</a:t>
            </a:r>
          </a:p>
        </p:txBody>
      </p:sp>
      <p:sp>
        <p:nvSpPr>
          <p:cNvPr id="186372"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Output layer </a:t>
            </a:r>
            <a:r>
              <a:rPr lang="en-US" altLang="zh-CN" i="1">
                <a:ea typeface="SimSun" panose="02010600030101010101" pitchFamily="2" charset="-122"/>
              </a:rPr>
              <a:t>l</a:t>
            </a:r>
            <a:r>
              <a:rPr lang="en-US" altLang="zh-CN">
                <a:ea typeface="SimSun" panose="02010600030101010101" pitchFamily="2" charset="-122"/>
              </a:rPr>
              <a:t>:</a:t>
            </a:r>
          </a:p>
          <a:p>
            <a:pPr>
              <a:buFont typeface="Monotype Sorts" pitchFamily="2" charset="2"/>
              <a:buNone/>
            </a:pPr>
            <a:endParaRPr lang="en-US" altLang="zh-CN">
              <a:ea typeface="SimSun" panose="02010600030101010101" pitchFamily="2" charset="-122"/>
            </a:endParaRPr>
          </a:p>
          <a:p>
            <a:pPr>
              <a:buFont typeface="Monotype Sorts" pitchFamily="2" charset="2"/>
              <a:buNone/>
            </a:pPr>
            <a:endParaRPr lang="en-US" altLang="zh-CN">
              <a:ea typeface="SimSun" panose="02010600030101010101" pitchFamily="2" charset="-122"/>
            </a:endParaRPr>
          </a:p>
          <a:p>
            <a:pPr>
              <a:buFont typeface="Monotype Sorts" pitchFamily="2" charset="2"/>
              <a:buNone/>
            </a:pPr>
            <a:endParaRPr lang="en-US" altLang="zh-CN">
              <a:ea typeface="SimSun" panose="02010600030101010101" pitchFamily="2" charset="-122"/>
            </a:endParaRPr>
          </a:p>
          <a:p>
            <a:pPr>
              <a:buFont typeface="Monotype Sorts" pitchFamily="2" charset="2"/>
              <a:buNone/>
            </a:pPr>
            <a:endParaRPr lang="en-US" altLang="zh-CN">
              <a:ea typeface="SimSun" panose="02010600030101010101" pitchFamily="2" charset="-122"/>
            </a:endParaRPr>
          </a:p>
          <a:p>
            <a:pPr>
              <a:buFont typeface="Monotype Sorts" pitchFamily="2" charset="2"/>
              <a:buNone/>
            </a:pPr>
            <a:r>
              <a:rPr lang="en-US" altLang="zh-CN">
                <a:ea typeface="SimSun" panose="02010600030101010101" pitchFamily="2" charset="-122"/>
              </a:rPr>
              <a:t>where</a:t>
            </a:r>
          </a:p>
        </p:txBody>
      </p:sp>
      <p:graphicFrame>
        <p:nvGraphicFramePr>
          <p:cNvPr id="186373" name="Object 4"/>
          <p:cNvGraphicFramePr>
            <a:graphicFrameLocks noChangeAspect="1"/>
          </p:cNvGraphicFramePr>
          <p:nvPr/>
        </p:nvGraphicFramePr>
        <p:xfrm>
          <a:off x="1828800" y="2667000"/>
          <a:ext cx="6096000" cy="1811338"/>
        </p:xfrm>
        <a:graphic>
          <a:graphicData uri="http://schemas.openxmlformats.org/presentationml/2006/ole">
            <mc:AlternateContent xmlns:mc="http://schemas.openxmlformats.org/markup-compatibility/2006">
              <mc:Choice xmlns:v="urn:schemas-microsoft-com:vml" Requires="v">
                <p:oleObj name="Equation" r:id="rId3" imgW="2120900" imgH="736600" progId="Equation.3">
                  <p:embed/>
                </p:oleObj>
              </mc:Choice>
              <mc:Fallback>
                <p:oleObj name="Equation" r:id="rId3" imgW="2120900" imgH="736600" progId="Equation.3">
                  <p:embed/>
                  <p:pic>
                    <p:nvPicPr>
                      <p:cNvPr id="18637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67000"/>
                        <a:ext cx="6096000" cy="181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74" name="Object 5"/>
          <p:cNvGraphicFramePr>
            <a:graphicFrameLocks noChangeAspect="1"/>
          </p:cNvGraphicFramePr>
          <p:nvPr/>
        </p:nvGraphicFramePr>
        <p:xfrm>
          <a:off x="2286000" y="4572000"/>
          <a:ext cx="5638800" cy="1223963"/>
        </p:xfrm>
        <a:graphic>
          <a:graphicData uri="http://schemas.openxmlformats.org/presentationml/2006/ole">
            <mc:AlternateContent xmlns:mc="http://schemas.openxmlformats.org/markup-compatibility/2006">
              <mc:Choice xmlns:v="urn:schemas-microsoft-com:vml" Requires="v">
                <p:oleObj name="Equation" r:id="rId5" imgW="2108200" imgH="457200" progId="Equation.3">
                  <p:embed/>
                </p:oleObj>
              </mc:Choice>
              <mc:Fallback>
                <p:oleObj name="Equation" r:id="rId5" imgW="2108200" imgH="457200" progId="Equation.3">
                  <p:embed/>
                  <p:pic>
                    <p:nvPicPr>
                      <p:cNvPr id="18637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4572000"/>
                        <a:ext cx="5638800"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7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EC822CF-65B3-40C7-8086-15AD6D2519F3}" type="slidenum">
              <a:rPr lang="zh-CN" altLang="en-US" sz="1400" smtClean="0">
                <a:solidFill>
                  <a:schemeClr val="bg2"/>
                </a:solidFill>
                <a:latin typeface="Arial" panose="020B0604020202020204" pitchFamily="34" charset="0"/>
              </a:rPr>
              <a:pPr>
                <a:spcBef>
                  <a:spcPct val="50000"/>
                </a:spcBef>
                <a:buClrTx/>
                <a:buSzTx/>
                <a:buFontTx/>
                <a:buNone/>
              </a:pPr>
              <a:t>129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CFCB311-CAEC-2191-7116-AC131047A97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637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uiExpand="1"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Hidden layer </a:t>
            </a:r>
            <a:r>
              <a:rPr lang="en-US" altLang="zh-CN" i="1">
                <a:ea typeface="SimSun" panose="02010600030101010101" pitchFamily="2" charset="-122"/>
              </a:rPr>
              <a:t>l</a:t>
            </a:r>
            <a:r>
              <a:rPr lang="en-US" altLang="zh-CN">
                <a:ea typeface="SimSun" panose="02010600030101010101" pitchFamily="2" charset="-122"/>
              </a:rPr>
              <a:t>-1:</a:t>
            </a:r>
          </a:p>
        </p:txBody>
      </p:sp>
      <p:sp>
        <p:nvSpPr>
          <p:cNvPr id="188420" name="Rectangle 4"/>
          <p:cNvSpPr>
            <a:spLocks noChangeArrowheads="1"/>
          </p:cNvSpPr>
          <p:nvPr/>
        </p:nvSpPr>
        <p:spPr bwMode="auto">
          <a:xfrm>
            <a:off x="9906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4400">
                <a:solidFill>
                  <a:schemeClr val="tx2"/>
                </a:solidFill>
                <a:ea typeface="SimSun" panose="02010600030101010101" pitchFamily="2" charset="-122"/>
              </a:rPr>
              <a:t>Backpropagation Algorithm (</a:t>
            </a:r>
            <a:r>
              <a:rPr lang="en-US" altLang="zh-CN" sz="4000">
                <a:solidFill>
                  <a:schemeClr val="tx2"/>
                </a:solidFill>
                <a:ea typeface="SimSun" panose="02010600030101010101" pitchFamily="2" charset="-122"/>
              </a:rPr>
              <a:t>cont’d)</a:t>
            </a:r>
          </a:p>
        </p:txBody>
      </p:sp>
      <p:graphicFrame>
        <p:nvGraphicFramePr>
          <p:cNvPr id="188421" name="Object 6"/>
          <p:cNvGraphicFramePr>
            <a:graphicFrameLocks noChangeAspect="1"/>
          </p:cNvGraphicFramePr>
          <p:nvPr/>
        </p:nvGraphicFramePr>
        <p:xfrm>
          <a:off x="928688" y="2484438"/>
          <a:ext cx="7742237" cy="3562350"/>
        </p:xfrm>
        <a:graphic>
          <a:graphicData uri="http://schemas.openxmlformats.org/presentationml/2006/ole">
            <mc:AlternateContent xmlns:mc="http://schemas.openxmlformats.org/markup-compatibility/2006">
              <mc:Choice xmlns:v="urn:schemas-microsoft-com:vml" Requires="v">
                <p:oleObj name="Equation" r:id="rId3" imgW="3200400" imgH="1447800" progId="Equation.3">
                  <p:embed/>
                </p:oleObj>
              </mc:Choice>
              <mc:Fallback>
                <p:oleObj name="Equation" r:id="rId3" imgW="3200400" imgH="1447800" progId="Equation.3">
                  <p:embed/>
                  <p:pic>
                    <p:nvPicPr>
                      <p:cNvPr id="188421"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2484438"/>
                        <a:ext cx="7742237" cy="356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2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4470CDC-316C-4202-9721-9B635298C671}" type="slidenum">
              <a:rPr lang="zh-CN" altLang="en-US" sz="1400" smtClean="0">
                <a:solidFill>
                  <a:schemeClr val="bg2"/>
                </a:solidFill>
                <a:latin typeface="Arial" panose="020B0604020202020204" pitchFamily="34" charset="0"/>
              </a:rPr>
              <a:pPr>
                <a:spcBef>
                  <a:spcPct val="50000"/>
                </a:spcBef>
                <a:buClrTx/>
                <a:buSzTx/>
                <a:buFontTx/>
                <a:buNone/>
              </a:pPr>
              <a:t>130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12B509D-C3C7-851D-5420-70DC2C61C32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Rectangle 5"/>
          <p:cNvSpPr>
            <a:spLocks noGrp="1" noChangeArrowheads="1"/>
          </p:cNvSpPr>
          <p:nvPr>
            <p:ph type="body" idx="1"/>
          </p:nvPr>
        </p:nvSpPr>
        <p:spPr>
          <a:noFill/>
        </p:spPr>
        <p:txBody>
          <a:bodyPr/>
          <a:lstStyle/>
          <a:p>
            <a:pPr>
              <a:buFont typeface="Monotype Sorts" pitchFamily="2" charset="2"/>
              <a:buNone/>
            </a:pPr>
            <a:r>
              <a:rPr lang="en-US" altLang="zh-CN">
                <a:ea typeface="SimSun" panose="02010600030101010101" pitchFamily="2" charset="-122"/>
              </a:rPr>
              <a:t>Input layer 1:</a:t>
            </a:r>
          </a:p>
        </p:txBody>
      </p:sp>
      <p:sp>
        <p:nvSpPr>
          <p:cNvPr id="190468" name="Rectangle 6"/>
          <p:cNvSpPr>
            <a:spLocks noChangeArrowheads="1"/>
          </p:cNvSpPr>
          <p:nvPr/>
        </p:nvSpPr>
        <p:spPr bwMode="auto">
          <a:xfrm>
            <a:off x="9906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4400">
                <a:solidFill>
                  <a:schemeClr val="tx2"/>
                </a:solidFill>
                <a:ea typeface="SimSun" panose="02010600030101010101" pitchFamily="2" charset="-122"/>
              </a:rPr>
              <a:t>Backpropagation Algorithm (</a:t>
            </a:r>
            <a:r>
              <a:rPr lang="en-US" altLang="zh-CN" sz="4000">
                <a:solidFill>
                  <a:schemeClr val="tx2"/>
                </a:solidFill>
                <a:ea typeface="SimSun" panose="02010600030101010101" pitchFamily="2" charset="-122"/>
              </a:rPr>
              <a:t>cont’d)</a:t>
            </a:r>
          </a:p>
        </p:txBody>
      </p:sp>
      <p:graphicFrame>
        <p:nvGraphicFramePr>
          <p:cNvPr id="190469" name="Object 7"/>
          <p:cNvGraphicFramePr>
            <a:graphicFrameLocks noChangeAspect="1"/>
          </p:cNvGraphicFramePr>
          <p:nvPr>
            <p:extLst>
              <p:ext uri="{D42A27DB-BD31-4B8C-83A1-F6EECF244321}">
                <p14:modId xmlns:p14="http://schemas.microsoft.com/office/powerpoint/2010/main" val="2434261749"/>
              </p:ext>
            </p:extLst>
          </p:nvPr>
        </p:nvGraphicFramePr>
        <p:xfrm>
          <a:off x="1669344" y="2526418"/>
          <a:ext cx="6146800" cy="3411538"/>
        </p:xfrm>
        <a:graphic>
          <a:graphicData uri="http://schemas.openxmlformats.org/presentationml/2006/ole">
            <mc:AlternateContent xmlns:mc="http://schemas.openxmlformats.org/markup-compatibility/2006">
              <mc:Choice xmlns:v="urn:schemas-microsoft-com:vml" Requires="v">
                <p:oleObj name="Equation" r:id="rId3" imgW="1536700" imgH="838200" progId="Equation.3">
                  <p:embed/>
                </p:oleObj>
              </mc:Choice>
              <mc:Fallback>
                <p:oleObj name="Equation" r:id="rId3" imgW="1536700" imgH="838200" progId="Equation.3">
                  <p:embed/>
                  <p:pic>
                    <p:nvPicPr>
                      <p:cNvPr id="19046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9344" y="2526418"/>
                        <a:ext cx="6146800" cy="341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7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B67F473-1021-42CA-8E5C-0D9B22A64295}" type="slidenum">
              <a:rPr lang="zh-CN" altLang="en-US" sz="1400" smtClean="0">
                <a:solidFill>
                  <a:schemeClr val="bg2"/>
                </a:solidFill>
                <a:latin typeface="Arial" panose="020B0604020202020204" pitchFamily="34" charset="0"/>
              </a:rPr>
              <a:pPr>
                <a:spcBef>
                  <a:spcPct val="50000"/>
                </a:spcBef>
                <a:buClrTx/>
                <a:buSzTx/>
                <a:buFontTx/>
                <a:buNone/>
              </a:pPr>
              <a:t>131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3EF226E-9F46-6C59-349B-85A9B9F439B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Rectangle 2"/>
          <p:cNvSpPr>
            <a:spLocks noGrp="1" noChangeArrowheads="1"/>
          </p:cNvSpPr>
          <p:nvPr>
            <p:ph type="title"/>
          </p:nvPr>
        </p:nvSpPr>
        <p:spPr/>
        <p:txBody>
          <a:bodyPr/>
          <a:lstStyle/>
          <a:p>
            <a:pPr algn="ctr"/>
            <a:r>
              <a:rPr lang="en-US" altLang="zh-CN">
                <a:ea typeface="SimSun" panose="02010600030101010101" pitchFamily="2" charset="-122"/>
              </a:rPr>
              <a:t>Backpropagation Algorithm (</a:t>
            </a:r>
            <a:r>
              <a:rPr lang="en-US" altLang="zh-CN" sz="4000">
                <a:ea typeface="SimSun" panose="02010600030101010101" pitchFamily="2" charset="-122"/>
              </a:rPr>
              <a:t>cont’d)</a:t>
            </a:r>
          </a:p>
        </p:txBody>
      </p:sp>
      <p:sp>
        <p:nvSpPr>
          <p:cNvPr id="192516" name="Rectangle 3"/>
          <p:cNvSpPr>
            <a:spLocks noGrp="1" noChangeArrowheads="1"/>
          </p:cNvSpPr>
          <p:nvPr>
            <p:ph type="body" idx="1"/>
          </p:nvPr>
        </p:nvSpPr>
        <p:spPr/>
        <p:txBody>
          <a:bodyPr/>
          <a:lstStyle/>
          <a:p>
            <a:pPr marL="609600" indent="-609600">
              <a:buSzPct val="85000"/>
              <a:buFont typeface="Monotype Sorts" pitchFamily="2" charset="2"/>
              <a:buAutoNum type="arabicParenR"/>
            </a:pPr>
            <a:r>
              <a:rPr lang="en-US" altLang="zh-CN">
                <a:ea typeface="SimSun" panose="02010600030101010101" pitchFamily="2" charset="-122"/>
              </a:rPr>
              <a:t>Initialize weights and threshold randomly.</a:t>
            </a:r>
          </a:p>
          <a:p>
            <a:pPr marL="609600" indent="-609600">
              <a:buSzPct val="85000"/>
              <a:buFont typeface="Monotype Sorts" pitchFamily="2" charset="2"/>
              <a:buAutoNum type="arabicParenR"/>
            </a:pPr>
            <a:r>
              <a:rPr lang="en-US" altLang="zh-CN">
                <a:ea typeface="SimSun" panose="02010600030101010101" pitchFamily="2" charset="-122"/>
              </a:rPr>
              <a:t>Calculate actual output of the MLP: </a:t>
            </a:r>
          </a:p>
          <a:p>
            <a:pPr marL="609600" indent="-609600">
              <a:buSzPct val="85000"/>
              <a:buFont typeface="Monotype Sorts" pitchFamily="2" charset="2"/>
              <a:buAutoNum type="arabicParenR"/>
            </a:pPr>
            <a:r>
              <a:rPr lang="en-US" altLang="zh-CN">
                <a:ea typeface="SimSun" panose="02010600030101010101" pitchFamily="2" charset="-122"/>
              </a:rPr>
              <a:t>Adapt weights for all layers:</a:t>
            </a:r>
          </a:p>
          <a:p>
            <a:pPr marL="609600" indent="-609600">
              <a:buSzPct val="85000"/>
              <a:buFont typeface="Monotype Sorts" pitchFamily="2" charset="2"/>
              <a:buAutoNum type="arabicParenR"/>
            </a:pPr>
            <a:endParaRPr lang="en-US" altLang="zh-CN">
              <a:ea typeface="SimSun" panose="02010600030101010101" pitchFamily="2" charset="-122"/>
            </a:endParaRPr>
          </a:p>
          <a:p>
            <a:pPr marL="609600" indent="-609600">
              <a:buSzPct val="85000"/>
              <a:buFont typeface="Monotype Sorts" pitchFamily="2" charset="2"/>
              <a:buAutoNum type="arabicParenR"/>
            </a:pPr>
            <a:endParaRPr lang="en-US" altLang="zh-CN">
              <a:ea typeface="SimSun" panose="02010600030101010101" pitchFamily="2" charset="-122"/>
            </a:endParaRPr>
          </a:p>
          <a:p>
            <a:pPr marL="609600" indent="-609600">
              <a:buSzPct val="85000"/>
              <a:buFont typeface="Monotype Sorts" pitchFamily="2" charset="2"/>
              <a:buAutoNum type="arabicParenR"/>
            </a:pPr>
            <a:r>
              <a:rPr lang="en-US" altLang="zh-CN">
                <a:ea typeface="SimSun" panose="02010600030101010101" pitchFamily="2" charset="-122"/>
              </a:rPr>
              <a:t>Repeat until </a:t>
            </a:r>
            <a:r>
              <a:rPr lang="en-US" altLang="zh-CN" i="1">
                <a:ea typeface="SimSun" panose="02010600030101010101" pitchFamily="2" charset="-122"/>
              </a:rPr>
              <a:t>w</a:t>
            </a:r>
            <a:r>
              <a:rPr lang="en-US" altLang="zh-CN">
                <a:ea typeface="SimSun" panose="02010600030101010101" pitchFamily="2" charset="-122"/>
              </a:rPr>
              <a:t> converges</a:t>
            </a:r>
          </a:p>
          <a:p>
            <a:pPr marL="609600" indent="-609600">
              <a:buFont typeface="Monotype Sorts" pitchFamily="2" charset="2"/>
              <a:buNone/>
            </a:pPr>
            <a:endParaRPr lang="zh-CN" altLang="en-US">
              <a:ea typeface="SimSun" panose="02010600030101010101" pitchFamily="2" charset="-122"/>
            </a:endParaRPr>
          </a:p>
        </p:txBody>
      </p:sp>
      <p:graphicFrame>
        <p:nvGraphicFramePr>
          <p:cNvPr id="192517" name="Object 4"/>
          <p:cNvGraphicFramePr>
            <a:graphicFrameLocks noChangeAspect="1"/>
          </p:cNvGraphicFramePr>
          <p:nvPr/>
        </p:nvGraphicFramePr>
        <p:xfrm>
          <a:off x="2819400" y="3505200"/>
          <a:ext cx="5029200" cy="1387475"/>
        </p:xfrm>
        <a:graphic>
          <a:graphicData uri="http://schemas.openxmlformats.org/presentationml/2006/ole">
            <mc:AlternateContent xmlns:mc="http://schemas.openxmlformats.org/markup-compatibility/2006">
              <mc:Choice xmlns:v="urn:schemas-microsoft-com:vml" Requires="v">
                <p:oleObj name="Equation" r:id="rId3" imgW="1701800" imgH="469900" progId="Equation.3">
                  <p:embed/>
                </p:oleObj>
              </mc:Choice>
              <mc:Fallback>
                <p:oleObj name="Equation" r:id="rId3" imgW="1701800" imgH="469900" progId="Equation.3">
                  <p:embed/>
                  <p:pic>
                    <p:nvPicPr>
                      <p:cNvPr id="19251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505200"/>
                        <a:ext cx="5029200" cy="1387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1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8C486A6-1746-4BEF-8E2E-F4D9D49FA683}" type="slidenum">
              <a:rPr lang="zh-CN" altLang="en-US" sz="1400" smtClean="0">
                <a:solidFill>
                  <a:schemeClr val="bg2"/>
                </a:solidFill>
                <a:latin typeface="Arial" panose="020B0604020202020204" pitchFamily="34" charset="0"/>
              </a:rPr>
              <a:pPr>
                <a:spcBef>
                  <a:spcPct val="50000"/>
                </a:spcBef>
                <a:buClrTx/>
                <a:buSzTx/>
                <a:buFontTx/>
                <a:buNone/>
              </a:pPr>
              <a:t>132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4F944BC-9E37-447A-9E0A-18A323C7A5D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5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5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25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25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标题 1"/>
          <p:cNvSpPr>
            <a:spLocks noGrp="1"/>
          </p:cNvSpPr>
          <p:nvPr>
            <p:ph type="title"/>
          </p:nvPr>
        </p:nvSpPr>
        <p:spPr/>
        <p:txBody>
          <a:bodyPr/>
          <a:lstStyle/>
          <a:p>
            <a:pPr algn="ctr"/>
            <a:r>
              <a:rPr lang="en-US" altLang="zh-CN">
                <a:ea typeface="SimSun" panose="02010600030101010101" pitchFamily="2" charset="-122"/>
              </a:rPr>
              <a:t>Local Minima</a:t>
            </a:r>
          </a:p>
        </p:txBody>
      </p:sp>
      <p:pic>
        <p:nvPicPr>
          <p:cNvPr id="194564" name="内容占位符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955800" y="1933575"/>
            <a:ext cx="5842000" cy="3905250"/>
          </a:xfrm>
        </p:spPr>
      </p:pic>
      <p:sp>
        <p:nvSpPr>
          <p:cNvPr id="1945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C30791D-E389-497A-8453-D190C63F3A6D}" type="slidenum">
              <a:rPr lang="zh-CN" altLang="en-US" sz="1400" smtClean="0">
                <a:solidFill>
                  <a:schemeClr val="bg2"/>
                </a:solidFill>
                <a:latin typeface="Arial" panose="020B0604020202020204" pitchFamily="34" charset="0"/>
              </a:rPr>
              <a:pPr>
                <a:spcBef>
                  <a:spcPct val="50000"/>
                </a:spcBef>
                <a:buClrTx/>
                <a:buSzTx/>
                <a:buFontTx/>
                <a:buNone/>
              </a:pPr>
              <a:t>133</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5F45672D-BE9D-F9D2-4F7E-0281E6387BB8}"/>
              </a:ext>
            </a:extLst>
          </p:cNvPr>
          <p:cNvSpPr txBox="1"/>
          <p:nvPr/>
        </p:nvSpPr>
        <p:spPr>
          <a:xfrm>
            <a:off x="2286001" y="581352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EE91A109-4E4D-93CF-EA3B-A034F1B6FC5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2"/>
          <p:cNvSpPr>
            <a:spLocks noGrp="1" noChangeArrowheads="1"/>
          </p:cNvSpPr>
          <p:nvPr>
            <p:ph type="title"/>
          </p:nvPr>
        </p:nvSpPr>
        <p:spPr/>
        <p:txBody>
          <a:bodyPr/>
          <a:lstStyle/>
          <a:p>
            <a:pPr algn="ctr"/>
            <a:r>
              <a:rPr lang="en-US" altLang="zh-CN">
                <a:ea typeface="SimSun" panose="02010600030101010101" pitchFamily="2" charset="-122"/>
              </a:rPr>
              <a:t>Momentum Term</a:t>
            </a:r>
          </a:p>
        </p:txBody>
      </p:sp>
      <p:sp>
        <p:nvSpPr>
          <p:cNvPr id="195588"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To avoid local oscillation, a momentum term is sometimes added:</a:t>
            </a:r>
          </a:p>
          <a:p>
            <a:pPr>
              <a:buFont typeface="Monotype Sorts" pitchFamily="2" charset="2"/>
              <a:buNone/>
            </a:pPr>
            <a:endParaRPr lang="zh-CN" altLang="en-US">
              <a:ea typeface="SimSun" panose="02010600030101010101" pitchFamily="2" charset="-122"/>
            </a:endParaRPr>
          </a:p>
        </p:txBody>
      </p:sp>
      <p:graphicFrame>
        <p:nvGraphicFramePr>
          <p:cNvPr id="195589" name="Object 0"/>
          <p:cNvGraphicFramePr>
            <a:graphicFrameLocks noChangeAspect="1"/>
          </p:cNvGraphicFramePr>
          <p:nvPr/>
        </p:nvGraphicFramePr>
        <p:xfrm>
          <a:off x="1371600" y="3048000"/>
          <a:ext cx="6965950" cy="2384425"/>
        </p:xfrm>
        <a:graphic>
          <a:graphicData uri="http://schemas.openxmlformats.org/presentationml/2006/ole">
            <mc:AlternateContent xmlns:mc="http://schemas.openxmlformats.org/markup-compatibility/2006">
              <mc:Choice xmlns:v="urn:schemas-microsoft-com:vml" Requires="v">
                <p:oleObj name="Equation" r:id="rId3" imgW="1892300" imgH="647700" progId="Equation.3">
                  <p:embed/>
                </p:oleObj>
              </mc:Choice>
              <mc:Fallback>
                <p:oleObj name="Equation" r:id="rId3" imgW="1892300" imgH="647700" progId="Equation.3">
                  <p:embed/>
                  <p:pic>
                    <p:nvPicPr>
                      <p:cNvPr id="195589"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048000"/>
                        <a:ext cx="6965950" cy="238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9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2C94500-ED7A-4343-9CDF-39BB5D4C96AC}" type="slidenum">
              <a:rPr lang="zh-CN" altLang="en-US" sz="1400" smtClean="0">
                <a:solidFill>
                  <a:schemeClr val="bg2"/>
                </a:solidFill>
                <a:latin typeface="Arial" panose="020B0604020202020204" pitchFamily="34" charset="0"/>
              </a:rPr>
              <a:pPr>
                <a:spcBef>
                  <a:spcPct val="50000"/>
                </a:spcBef>
                <a:buClrTx/>
                <a:buSzTx/>
                <a:buFontTx/>
                <a:buNone/>
              </a:pPr>
              <a:t>134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3CC76E2-DFE6-E06D-A6A5-928E68EF9FA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2"/>
          <p:cNvSpPr>
            <a:spLocks noGrp="1" noChangeArrowheads="1"/>
          </p:cNvSpPr>
          <p:nvPr>
            <p:ph type="title"/>
          </p:nvPr>
        </p:nvSpPr>
        <p:spPr/>
        <p:txBody>
          <a:bodyPr/>
          <a:lstStyle/>
          <a:p>
            <a:pPr algn="ctr"/>
            <a:r>
              <a:rPr lang="en-US" altLang="zh-CN">
                <a:ea typeface="SimSun" panose="02010600030101010101" pitchFamily="2" charset="-122"/>
              </a:rPr>
              <a:t>Kolmogorov Theorem</a:t>
            </a:r>
          </a:p>
        </p:txBody>
      </p:sp>
      <p:sp>
        <p:nvSpPr>
          <p:cNvPr id="197636" name="Rectangle 3"/>
          <p:cNvSpPr>
            <a:spLocks noGrp="1" noChangeArrowheads="1"/>
          </p:cNvSpPr>
          <p:nvPr>
            <p:ph type="body" idx="1"/>
          </p:nvPr>
        </p:nvSpPr>
        <p:spPr/>
        <p:txBody>
          <a:bodyPr/>
          <a:lstStyle/>
          <a:p>
            <a:pPr>
              <a:buFont typeface="Monotype Sorts" pitchFamily="2" charset="2"/>
              <a:buNone/>
            </a:pPr>
            <a:r>
              <a:rPr lang="en-US" altLang="zh-CN">
                <a:ea typeface="SimSun" panose="02010600030101010101" pitchFamily="2" charset="-122"/>
              </a:rPr>
              <a:t>Let </a:t>
            </a:r>
            <a:r>
              <a:rPr lang="en-US" altLang="zh-CN" i="1">
                <a:ea typeface="SimSun" panose="02010600030101010101" pitchFamily="2" charset="-122"/>
              </a:rPr>
              <a:t>f</a:t>
            </a:r>
            <a:r>
              <a:rPr lang="en-US" altLang="zh-CN">
                <a:ea typeface="SimSun" panose="02010600030101010101" pitchFamily="2" charset="-122"/>
              </a:rPr>
              <a:t>: [0, 1]</a:t>
            </a:r>
            <a:r>
              <a:rPr lang="en-US" altLang="zh-CN" baseline="30000">
                <a:ea typeface="SimSun" panose="02010600030101010101" pitchFamily="2" charset="-122"/>
              </a:rPr>
              <a:t>n  </a:t>
            </a:r>
            <a:r>
              <a:rPr lang="en-US" altLang="zh-CN">
                <a:ea typeface="SimSun" panose="02010600030101010101" pitchFamily="2" charset="-122"/>
              </a:rPr>
              <a:t>-&gt; [0, 1] be a continuous function. There exist functions of one </a:t>
            </a:r>
            <a:r>
              <a:rPr lang="en-US" altLang="zh-CN" baseline="30000">
                <a:ea typeface="SimSun" panose="02010600030101010101" pitchFamily="2" charset="-122"/>
              </a:rPr>
              <a:t> </a:t>
            </a:r>
            <a:r>
              <a:rPr lang="en-US" altLang="zh-CN">
                <a:ea typeface="SimSun" panose="02010600030101010101" pitchFamily="2" charset="-122"/>
              </a:rPr>
              <a:t>argument </a:t>
            </a:r>
            <a:r>
              <a:rPr lang="en-US" altLang="zh-CN" i="1">
                <a:ea typeface="SimSun" panose="02010600030101010101" pitchFamily="2" charset="-122"/>
              </a:rPr>
              <a:t>g</a:t>
            </a:r>
            <a:r>
              <a:rPr lang="en-US" altLang="zh-CN">
                <a:ea typeface="SimSun" panose="02010600030101010101" pitchFamily="2" charset="-122"/>
              </a:rPr>
              <a:t> and </a:t>
            </a:r>
            <a:r>
              <a:rPr lang="en-US" altLang="zh-CN" i="1">
                <a:ea typeface="SimSun" panose="02010600030101010101" pitchFamily="2" charset="-122"/>
              </a:rPr>
              <a:t>h</a:t>
            </a:r>
            <a:r>
              <a:rPr lang="en-US" altLang="zh-CN" i="1" baseline="-25000">
                <a:ea typeface="SimSun" panose="02010600030101010101" pitchFamily="2" charset="-122"/>
              </a:rPr>
              <a:t>j</a:t>
            </a:r>
            <a:r>
              <a:rPr lang="en-US" altLang="zh-CN">
                <a:ea typeface="SimSun" panose="02010600030101010101" pitchFamily="2" charset="-122"/>
              </a:rPr>
              <a:t> for</a:t>
            </a:r>
            <a:r>
              <a:rPr lang="en-US" altLang="zh-CN" i="1">
                <a:ea typeface="SimSun" panose="02010600030101010101" pitchFamily="2" charset="-122"/>
              </a:rPr>
              <a:t> j=1,2,…,2n+</a:t>
            </a:r>
            <a:r>
              <a:rPr lang="en-US" altLang="zh-CN">
                <a:ea typeface="SimSun" panose="02010600030101010101" pitchFamily="2" charset="-122"/>
              </a:rPr>
              <a:t>1 and constant</a:t>
            </a:r>
            <a:r>
              <a:rPr lang="en-US" altLang="zh-CN" i="1">
                <a:ea typeface="SimSun" panose="02010600030101010101" pitchFamily="2" charset="-122"/>
              </a:rPr>
              <a:t> w</a:t>
            </a:r>
            <a:r>
              <a:rPr lang="en-US" altLang="zh-CN" i="1" baseline="-25000">
                <a:ea typeface="SimSun" panose="02010600030101010101" pitchFamily="2" charset="-122"/>
              </a:rPr>
              <a:t>i</a:t>
            </a:r>
            <a:r>
              <a:rPr lang="en-US" altLang="zh-CN">
                <a:ea typeface="SimSun" panose="02010600030101010101" pitchFamily="2" charset="-122"/>
              </a:rPr>
              <a:t> for </a:t>
            </a:r>
            <a:r>
              <a:rPr lang="en-US" altLang="zh-CN" i="1">
                <a:ea typeface="SimSun" panose="02010600030101010101" pitchFamily="2" charset="-122"/>
              </a:rPr>
              <a:t>i</a:t>
            </a:r>
            <a:r>
              <a:rPr lang="en-US" altLang="zh-CN">
                <a:ea typeface="SimSun" panose="02010600030101010101" pitchFamily="2" charset="-122"/>
              </a:rPr>
              <a:t>=1,2,…,</a:t>
            </a:r>
            <a:r>
              <a:rPr lang="en-US" altLang="zh-CN" i="1">
                <a:ea typeface="SimSun" panose="02010600030101010101" pitchFamily="2" charset="-122"/>
              </a:rPr>
              <a:t>n</a:t>
            </a:r>
            <a:r>
              <a:rPr lang="en-US" altLang="zh-CN">
                <a:ea typeface="SimSun" panose="02010600030101010101" pitchFamily="2" charset="-122"/>
              </a:rPr>
              <a:t> such that</a:t>
            </a:r>
          </a:p>
        </p:txBody>
      </p:sp>
      <p:graphicFrame>
        <p:nvGraphicFramePr>
          <p:cNvPr id="197637" name="Object 4"/>
          <p:cNvGraphicFramePr>
            <a:graphicFrameLocks noChangeAspect="1"/>
          </p:cNvGraphicFramePr>
          <p:nvPr/>
        </p:nvGraphicFramePr>
        <p:xfrm>
          <a:off x="1281113" y="4038600"/>
          <a:ext cx="7192962" cy="1458913"/>
        </p:xfrm>
        <a:graphic>
          <a:graphicData uri="http://schemas.openxmlformats.org/presentationml/2006/ole">
            <mc:AlternateContent xmlns:mc="http://schemas.openxmlformats.org/markup-compatibility/2006">
              <mc:Choice xmlns:v="urn:schemas-microsoft-com:vml" Requires="v">
                <p:oleObj name="Equation" r:id="rId3" imgW="2184400" imgH="444500" progId="Equation.3">
                  <p:embed/>
                </p:oleObj>
              </mc:Choice>
              <mc:Fallback>
                <p:oleObj name="Equation" r:id="rId3" imgW="2184400" imgH="444500" progId="Equation.3">
                  <p:embed/>
                  <p:pic>
                    <p:nvPicPr>
                      <p:cNvPr id="1976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113" y="4038600"/>
                        <a:ext cx="7192962" cy="1458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3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B3AC986-29C3-4F76-BB0A-DD724665A268}" type="slidenum">
              <a:rPr lang="zh-CN" altLang="en-US" sz="1400" smtClean="0">
                <a:solidFill>
                  <a:schemeClr val="bg2"/>
                </a:solidFill>
                <a:latin typeface="Arial" panose="020B0604020202020204" pitchFamily="34" charset="0"/>
              </a:rPr>
              <a:pPr>
                <a:spcBef>
                  <a:spcPct val="50000"/>
                </a:spcBef>
                <a:buClrTx/>
                <a:buSzTx/>
                <a:buFontTx/>
                <a:buNone/>
              </a:pPr>
              <a:t>135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C0A8055-7AF0-44D2-E33F-65964DFED3E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Rectangle 4"/>
          <p:cNvSpPr>
            <a:spLocks noGrp="1" noChangeArrowheads="1"/>
          </p:cNvSpPr>
          <p:nvPr>
            <p:ph type="title"/>
          </p:nvPr>
        </p:nvSpPr>
        <p:spPr>
          <a:noFill/>
        </p:spPr>
        <p:txBody>
          <a:bodyPr/>
          <a:lstStyle/>
          <a:p>
            <a:pPr algn="ctr"/>
            <a:r>
              <a:rPr lang="en-US" altLang="zh-CN">
                <a:ea typeface="SimSun" panose="02010600030101010101" pitchFamily="2" charset="-122"/>
              </a:rPr>
              <a:t>Universal Approximators</a:t>
            </a:r>
          </a:p>
        </p:txBody>
      </p:sp>
      <p:sp>
        <p:nvSpPr>
          <p:cNvPr id="199684" name="Rectangle 5"/>
          <p:cNvSpPr>
            <a:spLocks noGrp="1" noChangeArrowheads="1"/>
          </p:cNvSpPr>
          <p:nvPr>
            <p:ph type="body" idx="1"/>
          </p:nvPr>
        </p:nvSpPr>
        <p:spPr>
          <a:noFill/>
        </p:spPr>
        <p:txBody>
          <a:bodyPr/>
          <a:lstStyle/>
          <a:p>
            <a:pPr>
              <a:lnSpc>
                <a:spcPct val="90000"/>
              </a:lnSpc>
              <a:buSzPct val="50000"/>
              <a:buFont typeface="Monotype Sorts" pitchFamily="2" charset="2"/>
              <a:buChar char="l"/>
            </a:pPr>
            <a:r>
              <a:rPr lang="en-US" altLang="zh-CN">
                <a:ea typeface="SimSun" panose="02010600030101010101" pitchFamily="2" charset="-122"/>
              </a:rPr>
              <a:t>Multilayer feedforward neural networks are universal </a:t>
            </a:r>
            <a:r>
              <a:rPr lang="en-US" altLang="zh-CN" err="1">
                <a:ea typeface="SimSun" panose="02010600030101010101" pitchFamily="2" charset="-122"/>
              </a:rPr>
              <a:t>approximators</a:t>
            </a:r>
            <a:r>
              <a:rPr lang="en-US" altLang="zh-CN">
                <a:ea typeface="SimSun" panose="02010600030101010101" pitchFamily="2" charset="-122"/>
              </a:rPr>
              <a:t> of continuous functions.</a:t>
            </a:r>
          </a:p>
          <a:p>
            <a:pPr>
              <a:lnSpc>
                <a:spcPct val="90000"/>
              </a:lnSpc>
              <a:buSzPct val="50000"/>
              <a:buFont typeface="Monotype Sorts" pitchFamily="2" charset="2"/>
              <a:buChar char="l"/>
            </a:pPr>
            <a:r>
              <a:rPr lang="en-US" altLang="zh-CN">
                <a:ea typeface="SimSun" panose="02010600030101010101" pitchFamily="2" charset="-122"/>
              </a:rPr>
              <a:t>A set of weights exist such that the approximation errors can be arbitrarily small.</a:t>
            </a:r>
          </a:p>
          <a:p>
            <a:pPr>
              <a:lnSpc>
                <a:spcPct val="90000"/>
              </a:lnSpc>
              <a:buSzPct val="50000"/>
              <a:buFont typeface="Monotype Sorts" pitchFamily="2" charset="2"/>
              <a:buChar char="l"/>
            </a:pPr>
            <a:r>
              <a:rPr lang="en-US" altLang="zh-CN">
                <a:ea typeface="SimSun" panose="02010600030101010101" pitchFamily="2" charset="-122"/>
              </a:rPr>
              <a:t> However, the BP algorithm is not guaranteed to find such a set of weights.</a:t>
            </a:r>
          </a:p>
        </p:txBody>
      </p:sp>
      <p:sp>
        <p:nvSpPr>
          <p:cNvPr id="19968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9454674-2989-4774-B142-FC17F5E9FD59}" type="slidenum">
              <a:rPr lang="zh-CN" altLang="en-US" sz="1400" smtClean="0">
                <a:solidFill>
                  <a:schemeClr val="bg2"/>
                </a:solidFill>
                <a:latin typeface="Arial" panose="020B0604020202020204" pitchFamily="34" charset="0"/>
              </a:rPr>
              <a:pPr>
                <a:spcBef>
                  <a:spcPct val="50000"/>
                </a:spcBef>
                <a:buClrTx/>
                <a:buSzTx/>
                <a:buFontTx/>
                <a:buNone/>
              </a:pPr>
              <a:t>136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0CC735B-D0D4-31DB-C6E6-EA4F8CCBEB8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6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68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itle 1"/>
          <p:cNvSpPr>
            <a:spLocks noGrp="1"/>
          </p:cNvSpPr>
          <p:nvPr>
            <p:ph type="title"/>
          </p:nvPr>
        </p:nvSpPr>
        <p:spPr/>
        <p:txBody>
          <a:bodyPr/>
          <a:lstStyle/>
          <a:p>
            <a:pPr algn="ctr"/>
            <a:r>
              <a:rPr lang="en-US" altLang="zh-CN">
                <a:ea typeface="SimSun" panose="02010600030101010101" pitchFamily="2" charset="-122"/>
              </a:rPr>
              <a:t>Overfitting Problem</a:t>
            </a:r>
          </a:p>
        </p:txBody>
      </p:sp>
      <p:pic>
        <p:nvPicPr>
          <p:cNvPr id="201732" name="图片 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447800" y="1752600"/>
            <a:ext cx="6705600" cy="4343400"/>
          </a:xfrm>
        </p:spPr>
      </p:pic>
      <p:sp>
        <p:nvSpPr>
          <p:cNvPr id="2017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41F2804-2D37-4946-968A-49625EA86E74}" type="slidenum">
              <a:rPr lang="zh-CN" altLang="en-US" sz="1400" smtClean="0">
                <a:solidFill>
                  <a:schemeClr val="bg2"/>
                </a:solidFill>
                <a:latin typeface="Arial" panose="020B0604020202020204" pitchFamily="34" charset="0"/>
              </a:rPr>
              <a:pPr>
                <a:spcBef>
                  <a:spcPct val="50000"/>
                </a:spcBef>
                <a:buClrTx/>
                <a:buSzTx/>
                <a:buFontTx/>
                <a:buNone/>
              </a:pPr>
              <a:t>137</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8BB9ACB5-24B8-5A88-40C2-C09C293F91AC}"/>
              </a:ext>
            </a:extLst>
          </p:cNvPr>
          <p:cNvSpPr txBox="1"/>
          <p:nvPr/>
        </p:nvSpPr>
        <p:spPr>
          <a:xfrm>
            <a:off x="2216925" y="6056412"/>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BCE16044-C1B8-05A6-74AA-FBC08801AE5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Rectangle 2"/>
          <p:cNvSpPr>
            <a:spLocks noGrp="1" noChangeArrowheads="1"/>
          </p:cNvSpPr>
          <p:nvPr>
            <p:ph type="title"/>
          </p:nvPr>
        </p:nvSpPr>
        <p:spPr/>
        <p:txBody>
          <a:bodyPr/>
          <a:lstStyle/>
          <a:p>
            <a:pPr algn="ctr"/>
            <a:r>
              <a:rPr lang="en-US" altLang="zh-CN">
                <a:ea typeface="SimSun" panose="02010600030101010101" pitchFamily="2" charset="-122"/>
              </a:rPr>
              <a:t>Radial Basis Functions</a:t>
            </a:r>
          </a:p>
        </p:txBody>
      </p:sp>
      <p:sp>
        <p:nvSpPr>
          <p:cNvPr id="202756" name="Rectangle 3"/>
          <p:cNvSpPr>
            <a:spLocks noGrp="1" noChangeArrowheads="1"/>
          </p:cNvSpPr>
          <p:nvPr>
            <p:ph type="body" idx="1"/>
          </p:nvPr>
        </p:nvSpPr>
        <p:spPr/>
        <p:txBody>
          <a:bodyPr/>
          <a:lstStyle/>
          <a:p>
            <a:r>
              <a:rPr lang="en-US" altLang="zh-CN">
                <a:ea typeface="SimSun" panose="02010600030101010101" pitchFamily="2" charset="-122"/>
              </a:rPr>
              <a:t>A radial basis function (RBF) is a real-valued function whose value depends on the distance from its origin or center.</a:t>
            </a:r>
          </a:p>
          <a:p>
            <a:r>
              <a:rPr lang="en-US" altLang="zh-CN">
                <a:ea typeface="SimSun" panose="02010600030101010101" pitchFamily="2" charset="-122"/>
              </a:rPr>
              <a:t>Related to kernel theory in statistical learning.</a:t>
            </a:r>
          </a:p>
          <a:p>
            <a:r>
              <a:rPr lang="en-US" altLang="zh-CN">
                <a:ea typeface="SimSun" panose="02010600030101010101" pitchFamily="2" charset="-122"/>
              </a:rPr>
              <a:t>Used as the means for approximating or interpolating multivariate functions.</a:t>
            </a:r>
          </a:p>
        </p:txBody>
      </p:sp>
      <p:sp>
        <p:nvSpPr>
          <p:cNvPr id="2027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DC8F88F-2D8B-4EBA-92D8-5FF0B95DFBA4}" type="slidenum">
              <a:rPr lang="zh-CN" altLang="en-US" sz="1400" smtClean="0">
                <a:solidFill>
                  <a:schemeClr val="bg2"/>
                </a:solidFill>
                <a:latin typeface="Arial" panose="020B0604020202020204" pitchFamily="34" charset="0"/>
              </a:rPr>
              <a:pPr>
                <a:spcBef>
                  <a:spcPct val="50000"/>
                </a:spcBef>
                <a:buClrTx/>
                <a:buSzTx/>
                <a:buFontTx/>
                <a:buNone/>
              </a:pPr>
              <a:t>138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9D6DBAF-BD2C-C97B-C229-143CBE8F32D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7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27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Rectangle 4"/>
          <p:cNvSpPr>
            <a:spLocks noGrp="1" noChangeArrowheads="1"/>
          </p:cNvSpPr>
          <p:nvPr>
            <p:ph type="title"/>
          </p:nvPr>
        </p:nvSpPr>
        <p:spPr>
          <a:noFill/>
        </p:spPr>
        <p:txBody>
          <a:bodyPr/>
          <a:lstStyle/>
          <a:p>
            <a:pPr algn="ctr"/>
            <a:r>
              <a:rPr lang="en-US" altLang="zh-CN">
                <a:ea typeface="SimSun" panose="02010600030101010101" pitchFamily="2" charset="-122"/>
              </a:rPr>
              <a:t>Radial Basis Functions</a:t>
            </a:r>
          </a:p>
        </p:txBody>
      </p:sp>
      <p:graphicFrame>
        <p:nvGraphicFramePr>
          <p:cNvPr id="204804" name="Object 5"/>
          <p:cNvGraphicFramePr>
            <a:graphicFrameLocks noChangeAspect="1"/>
          </p:cNvGraphicFramePr>
          <p:nvPr/>
        </p:nvGraphicFramePr>
        <p:xfrm>
          <a:off x="1524000" y="1676400"/>
          <a:ext cx="5562600" cy="4537075"/>
        </p:xfrm>
        <a:graphic>
          <a:graphicData uri="http://schemas.openxmlformats.org/presentationml/2006/ole">
            <mc:AlternateContent xmlns:mc="http://schemas.openxmlformats.org/markup-compatibility/2006">
              <mc:Choice xmlns:v="urn:schemas-microsoft-com:vml" Requires="v">
                <p:oleObj name="Equation" r:id="rId3" imgW="2616200" imgH="2133600" progId="Equation.3">
                  <p:embed/>
                </p:oleObj>
              </mc:Choice>
              <mc:Fallback>
                <p:oleObj name="Equation" r:id="rId3" imgW="2616200" imgH="2133600" progId="Equation.3">
                  <p:embed/>
                  <p:pic>
                    <p:nvPicPr>
                      <p:cNvPr id="20480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676400"/>
                        <a:ext cx="5562600" cy="453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63C7993-0016-4059-8B36-D13C9D3550F5}" type="slidenum">
              <a:rPr lang="zh-CN" altLang="en-US" sz="1400" smtClean="0">
                <a:solidFill>
                  <a:schemeClr val="bg2"/>
                </a:solidFill>
                <a:latin typeface="Arial" panose="020B0604020202020204" pitchFamily="34" charset="0"/>
              </a:rPr>
              <a:pPr>
                <a:spcBef>
                  <a:spcPct val="50000"/>
                </a:spcBef>
                <a:buClrTx/>
                <a:buSzTx/>
                <a:buFontTx/>
                <a:buNone/>
              </a:pPr>
              <a:t>139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1676B62-9604-DA59-D564-AEF076DD099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标题 1"/>
          <p:cNvSpPr>
            <a:spLocks noGrp="1"/>
          </p:cNvSpPr>
          <p:nvPr>
            <p:ph type="title"/>
          </p:nvPr>
        </p:nvSpPr>
        <p:spPr/>
        <p:txBody>
          <a:bodyPr/>
          <a:lstStyle/>
          <a:p>
            <a:pPr algn="ctr"/>
            <a:r>
              <a:rPr lang="en-US" altLang="zh-CN">
                <a:ea typeface="SimSun" panose="02010600030101010101" pitchFamily="2" charset="-122"/>
              </a:rPr>
              <a:t>Radial Basis Functions</a:t>
            </a:r>
          </a:p>
        </p:txBody>
      </p:sp>
      <p:sp>
        <p:nvSpPr>
          <p:cNvPr id="206851" name="内容占位符 2"/>
          <p:cNvSpPr>
            <a:spLocks noGrp="1"/>
          </p:cNvSpPr>
          <p:nvPr>
            <p:ph idx="1"/>
          </p:nvPr>
        </p:nvSpPr>
        <p:spPr>
          <a:xfrm>
            <a:off x="990600" y="1828800"/>
            <a:ext cx="7772400" cy="3505200"/>
          </a:xfrm>
        </p:spPr>
        <p:txBody>
          <a:bodyPr/>
          <a:lstStyle/>
          <a:p>
            <a:pPr algn="just"/>
            <a:r>
              <a:rPr lang="en-GB" altLang="zh-CN" dirty="0">
                <a:ea typeface="SimSun" panose="02010600030101010101" pitchFamily="2" charset="-122"/>
                <a:cs typeface="Arial" panose="020B0604020202020204" pitchFamily="34" charset="0"/>
              </a:rPr>
              <a:t>The most commonly used radial-basis function is a Gaussian function</a:t>
            </a:r>
            <a:endParaRPr lang="en-GB" altLang="zh-CN" dirty="0">
              <a:ea typeface="SimSun" panose="02010600030101010101" pitchFamily="2" charset="-122"/>
              <a:cs typeface="Times New Roman" panose="02020603050405020304" pitchFamily="18" charset="0"/>
            </a:endParaRPr>
          </a:p>
          <a:p>
            <a:pPr algn="just"/>
            <a:r>
              <a:rPr lang="en-GB" altLang="zh-CN" dirty="0">
                <a:ea typeface="SimSun" panose="02010600030101010101" pitchFamily="2" charset="-122"/>
                <a:cs typeface="Arial" panose="020B0604020202020204" pitchFamily="34" charset="0"/>
              </a:rPr>
              <a:t>In an RBF network, </a:t>
            </a:r>
            <a:r>
              <a:rPr lang="en-GB" altLang="zh-CN" i="1" dirty="0">
                <a:ea typeface="SimSun" panose="02010600030101010101" pitchFamily="2" charset="-122"/>
                <a:cs typeface="Arial" panose="020B0604020202020204" pitchFamily="34" charset="0"/>
              </a:rPr>
              <a:t>r</a:t>
            </a:r>
            <a:r>
              <a:rPr lang="en-GB" altLang="zh-CN" dirty="0">
                <a:ea typeface="SimSun" panose="02010600030101010101" pitchFamily="2" charset="-122"/>
                <a:cs typeface="Arial" panose="020B0604020202020204" pitchFamily="34" charset="0"/>
              </a:rPr>
              <a:t> is the distance from the </a:t>
            </a:r>
            <a:r>
              <a:rPr lang="en-GB" altLang="zh-CN" dirty="0" err="1">
                <a:ea typeface="SimSun" panose="02010600030101010101" pitchFamily="2" charset="-122"/>
                <a:cs typeface="Arial" panose="020B0604020202020204" pitchFamily="34" charset="0"/>
              </a:rPr>
              <a:t>center</a:t>
            </a:r>
            <a:r>
              <a:rPr lang="en-GB" altLang="zh-CN" dirty="0">
                <a:ea typeface="SimSun" panose="02010600030101010101" pitchFamily="2" charset="-122"/>
                <a:cs typeface="Arial" panose="020B0604020202020204" pitchFamily="34" charset="0"/>
              </a:rPr>
              <a:t>. </a:t>
            </a:r>
          </a:p>
          <a:p>
            <a:pPr algn="just"/>
            <a:r>
              <a:rPr lang="en-GB" altLang="zh-CN" dirty="0">
                <a:ea typeface="SimSun" panose="02010600030101010101" pitchFamily="2" charset="-122"/>
                <a:cs typeface="Arial" panose="020B0604020202020204" pitchFamily="34" charset="0"/>
              </a:rPr>
              <a:t>Graphically, it is a bell-shaped curve.</a:t>
            </a:r>
          </a:p>
          <a:p>
            <a:pPr algn="just"/>
            <a:endParaRPr lang="en-GB" altLang="zh-CN" dirty="0">
              <a:latin typeface="Arial" panose="020B0604020202020204" pitchFamily="34" charset="0"/>
              <a:ea typeface="SimSun" panose="02010600030101010101" pitchFamily="2" charset="-122"/>
              <a:cs typeface="Arial" panose="020B0604020202020204" pitchFamily="34" charset="0"/>
            </a:endParaRPr>
          </a:p>
          <a:p>
            <a:pPr algn="just"/>
            <a:endParaRPr lang="en-GB" altLang="zh-CN" dirty="0">
              <a:latin typeface="Arial" panose="020B0604020202020204" pitchFamily="34" charset="0"/>
              <a:ea typeface="SimSun" panose="02010600030101010101" pitchFamily="2" charset="-122"/>
              <a:cs typeface="Arial" panose="020B0604020202020204" pitchFamily="34" charset="0"/>
            </a:endParaRPr>
          </a:p>
          <a:p>
            <a:pPr algn="just"/>
            <a:endParaRPr lang="en-GB" altLang="zh-CN" dirty="0">
              <a:latin typeface="Arial" panose="020B0604020202020204" pitchFamily="34" charset="0"/>
              <a:ea typeface="SimSun" panose="02010600030101010101" pitchFamily="2" charset="-122"/>
              <a:cs typeface="Arial" panose="020B0604020202020204" pitchFamily="34" charset="0"/>
            </a:endParaRPr>
          </a:p>
          <a:p>
            <a:endParaRPr lang="en-US" altLang="zh-CN" dirty="0">
              <a:ea typeface="SimSun" panose="02010600030101010101" pitchFamily="2" charset="-122"/>
            </a:endParaRPr>
          </a:p>
        </p:txBody>
      </p:sp>
      <p:sp>
        <p:nvSpPr>
          <p:cNvPr id="20685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C371D45-124B-4A79-8F7D-CAAC527FE644}" type="slidenum">
              <a:rPr lang="zh-CN" altLang="en-US" sz="1400" smtClean="0">
                <a:solidFill>
                  <a:schemeClr val="bg2"/>
                </a:solidFill>
                <a:latin typeface="Arial" panose="020B0604020202020204" pitchFamily="34" charset="0"/>
              </a:rPr>
              <a:pPr>
                <a:spcBef>
                  <a:spcPct val="50000"/>
                </a:spcBef>
                <a:buClrTx/>
                <a:buSzTx/>
                <a:buFontTx/>
                <a:buNone/>
              </a:pPr>
              <a:t>140</a:t>
            </a:fld>
            <a:endParaRPr lang="en-US" altLang="zh-CN" sz="1400">
              <a:solidFill>
                <a:schemeClr val="bg2"/>
              </a:solidFill>
              <a:latin typeface="Arial" panose="020B0604020202020204" pitchFamily="34" charset="0"/>
            </a:endParaRPr>
          </a:p>
        </p:txBody>
      </p:sp>
      <p:sp>
        <p:nvSpPr>
          <p:cNvPr id="2" name="AutoShape 2" descr="Gaussian radial basis function curve | Download Scientific Diagram"/>
          <p:cNvSpPr>
            <a:spLocks noChangeAspect="1" noChangeArrowheads="1"/>
          </p:cNvSpPr>
          <p:nvPr/>
        </p:nvSpPr>
        <p:spPr bwMode="auto">
          <a:xfrm>
            <a:off x="155575" y="-769938"/>
            <a:ext cx="2809875" cy="16097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4575422"/>
            <a:ext cx="2646129" cy="1520577"/>
          </a:xfrm>
          <a:prstGeom prst="rect">
            <a:avLst/>
          </a:prstGeom>
        </p:spPr>
      </p:pic>
      <p:sp>
        <p:nvSpPr>
          <p:cNvPr id="3" name="Footer Placeholder 4">
            <a:extLst>
              <a:ext uri="{FF2B5EF4-FFF2-40B4-BE49-F238E27FC236}">
                <a16:creationId xmlns:a16="http://schemas.microsoft.com/office/drawing/2014/main" id="{37CC9F61-369E-234D-3E23-DCE24C69997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8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8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Rectangle 2"/>
          <p:cNvSpPr>
            <a:spLocks noGrp="1" noChangeArrowheads="1"/>
          </p:cNvSpPr>
          <p:nvPr>
            <p:ph type="title"/>
          </p:nvPr>
        </p:nvSpPr>
        <p:spPr/>
        <p:txBody>
          <a:bodyPr/>
          <a:lstStyle/>
          <a:p>
            <a:r>
              <a:rPr lang="en-US" altLang="zh-CN">
                <a:ea typeface="SimSun" panose="02010600030101010101" pitchFamily="2" charset="-122"/>
              </a:rPr>
              <a:t>Radial Basis Function Networks</a:t>
            </a:r>
          </a:p>
        </p:txBody>
      </p:sp>
      <p:sp>
        <p:nvSpPr>
          <p:cNvPr id="207876" name="Rectangle 3"/>
          <p:cNvSpPr>
            <a:spLocks noGrp="1" noChangeArrowheads="1"/>
          </p:cNvSpPr>
          <p:nvPr>
            <p:ph type="body" idx="1"/>
          </p:nvPr>
        </p:nvSpPr>
        <p:spPr>
          <a:xfrm>
            <a:off x="990600" y="1676400"/>
            <a:ext cx="7772400" cy="4267200"/>
          </a:xfrm>
        </p:spPr>
        <p:txBody>
          <a:bodyPr/>
          <a:lstStyle/>
          <a:p>
            <a:r>
              <a:rPr lang="en-US" altLang="zh-CN" dirty="0">
                <a:ea typeface="SimSun" panose="02010600030101010101" pitchFamily="2" charset="-122"/>
              </a:rPr>
              <a:t>Proposed first by Broomhead and Lowe from UK in 1988.</a:t>
            </a:r>
          </a:p>
          <a:p>
            <a:r>
              <a:rPr lang="en-US" altLang="zh-CN" dirty="0">
                <a:ea typeface="SimSun" panose="02010600030101010101" pitchFamily="2" charset="-122"/>
              </a:rPr>
              <a:t>A linear combination of a number radial basis functions that play the role of hidden neurons.</a:t>
            </a:r>
          </a:p>
          <a:p>
            <a:r>
              <a:rPr lang="en-US" altLang="zh-CN" dirty="0">
                <a:ea typeface="SimSun" panose="02010600030101010101" pitchFamily="2" charset="-122"/>
              </a:rPr>
              <a:t>Two-layer architecture. Its output layer uses a linear activation function as ADALINE. Its hidden layer uses radial basis activation functions.</a:t>
            </a:r>
          </a:p>
        </p:txBody>
      </p:sp>
      <p:sp>
        <p:nvSpPr>
          <p:cNvPr id="2078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81C55D1-66C2-417F-AAB2-767C408B4586}" type="slidenum">
              <a:rPr lang="zh-CN" altLang="en-US" sz="1400" smtClean="0">
                <a:solidFill>
                  <a:schemeClr val="bg2"/>
                </a:solidFill>
                <a:latin typeface="Arial" panose="020B0604020202020204" pitchFamily="34" charset="0"/>
              </a:rPr>
              <a:pPr>
                <a:spcBef>
                  <a:spcPct val="50000"/>
                </a:spcBef>
                <a:buClrTx/>
                <a:buSzTx/>
                <a:buFontTx/>
                <a:buNone/>
              </a:pPr>
              <a:t>141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47CE03C-7E77-03A2-18FC-43774DE599A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87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87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1"/>
          <p:cNvSpPr>
            <a:spLocks noGrp="1"/>
          </p:cNvSpPr>
          <p:nvPr>
            <p:ph type="title"/>
          </p:nvPr>
        </p:nvSpPr>
        <p:spPr/>
        <p:txBody>
          <a:bodyPr/>
          <a:lstStyle/>
          <a:p>
            <a:pPr algn="ctr"/>
            <a:r>
              <a:rPr lang="en-US" altLang="zh-CN">
                <a:ea typeface="SimSun" panose="02010600030101010101" pitchFamily="2" charset="-122"/>
              </a:rPr>
              <a:t>Radial Basis Function Networks</a:t>
            </a:r>
          </a:p>
        </p:txBody>
      </p:sp>
      <p:pic>
        <p:nvPicPr>
          <p:cNvPr id="209924" name="Picture 3" descr="C:\My Documents\radbasis\rbf.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12888" y="1758950"/>
            <a:ext cx="6716712" cy="4260850"/>
          </a:xfrm>
          <a:noFill/>
        </p:spPr>
      </p:pic>
      <p:sp>
        <p:nvSpPr>
          <p:cNvPr id="2099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6CB9123-72FA-4EAE-8B92-20F358F96605}" type="slidenum">
              <a:rPr lang="zh-CN" altLang="en-US" sz="1400" smtClean="0">
                <a:solidFill>
                  <a:schemeClr val="bg2"/>
                </a:solidFill>
                <a:latin typeface="Arial" panose="020B0604020202020204" pitchFamily="34" charset="0"/>
              </a:rPr>
              <a:pPr>
                <a:spcBef>
                  <a:spcPct val="50000"/>
                </a:spcBef>
                <a:buClrTx/>
                <a:buSzTx/>
                <a:buFontTx/>
                <a:buNone/>
              </a:pPr>
              <a:t>142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278033F-7500-27DA-8041-15F0A445D15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itle 1"/>
          <p:cNvSpPr>
            <a:spLocks noGrp="1"/>
          </p:cNvSpPr>
          <p:nvPr>
            <p:ph type="title"/>
          </p:nvPr>
        </p:nvSpPr>
        <p:spPr/>
        <p:txBody>
          <a:bodyPr/>
          <a:lstStyle/>
          <a:p>
            <a:pPr algn="ctr"/>
            <a:r>
              <a:rPr lang="en-US" altLang="zh-CN">
                <a:ea typeface="SimSun" panose="02010600030101010101" pitchFamily="2" charset="-122"/>
              </a:rPr>
              <a:t>Cover’s Theorem</a:t>
            </a:r>
          </a:p>
        </p:txBody>
      </p:sp>
      <p:sp>
        <p:nvSpPr>
          <p:cNvPr id="210947" name="Content Placeholder 2"/>
          <p:cNvSpPr>
            <a:spLocks noGrp="1"/>
          </p:cNvSpPr>
          <p:nvPr>
            <p:ph idx="1"/>
          </p:nvPr>
        </p:nvSpPr>
        <p:spPr/>
        <p:txBody>
          <a:bodyPr/>
          <a:lstStyle/>
          <a:p>
            <a:pPr eaLnBrk="1" hangingPunct="1">
              <a:lnSpc>
                <a:spcPct val="90000"/>
              </a:lnSpc>
            </a:pPr>
            <a:r>
              <a:rPr lang="en-US" altLang="zh-CN">
                <a:ea typeface="SimSun" panose="02010600030101010101" pitchFamily="2" charset="-122"/>
              </a:rPr>
              <a:t>Cover’s Theorem (1965):</a:t>
            </a:r>
          </a:p>
          <a:p>
            <a:pPr eaLnBrk="1" hangingPunct="1">
              <a:lnSpc>
                <a:spcPct val="90000"/>
              </a:lnSpc>
            </a:pPr>
            <a:r>
              <a:rPr lang="en-US" altLang="zh-CN">
                <a:ea typeface="SimSun" panose="02010600030101010101" pitchFamily="2" charset="-122"/>
              </a:rPr>
              <a:t>A dichotomy {X</a:t>
            </a:r>
            <a:r>
              <a:rPr lang="en-US" altLang="zh-CN" baseline="30000">
                <a:ea typeface="SimSun" panose="02010600030101010101" pitchFamily="2" charset="-122"/>
              </a:rPr>
              <a:t>+</a:t>
            </a:r>
            <a:r>
              <a:rPr lang="en-US" altLang="zh-CN">
                <a:ea typeface="SimSun" panose="02010600030101010101" pitchFamily="2" charset="-122"/>
              </a:rPr>
              <a:t>,X</a:t>
            </a:r>
            <a:r>
              <a:rPr lang="en-US" altLang="zh-CN" baseline="30000">
                <a:ea typeface="SimSun" panose="02010600030101010101" pitchFamily="2" charset="-122"/>
              </a:rPr>
              <a:t>-</a:t>
            </a:r>
            <a:r>
              <a:rPr lang="en-US" altLang="zh-CN">
                <a:ea typeface="SimSun" panose="02010600030101010101" pitchFamily="2" charset="-122"/>
              </a:rPr>
              <a:t>} is said to be                </a:t>
            </a:r>
            <a:r>
              <a:rPr lang="el-GR" altLang="zh-CN">
                <a:solidFill>
                  <a:srgbClr val="FF0000"/>
                </a:solidFill>
              </a:rPr>
              <a:t>φ</a:t>
            </a:r>
            <a:r>
              <a:rPr lang="en-US" altLang="zh-CN">
                <a:solidFill>
                  <a:srgbClr val="FF0000"/>
                </a:solidFill>
                <a:ea typeface="SimSun" panose="02010600030101010101" pitchFamily="2" charset="-122"/>
              </a:rPr>
              <a:t>-separable</a:t>
            </a:r>
            <a:r>
              <a:rPr lang="el-GR" altLang="zh-CN"/>
              <a:t> </a:t>
            </a:r>
            <a:r>
              <a:rPr lang="en-US" altLang="zh-CN">
                <a:ea typeface="SimSun" panose="02010600030101010101" pitchFamily="2" charset="-122"/>
              </a:rPr>
              <a:t>if there exist an </a:t>
            </a:r>
            <a:r>
              <a:rPr lang="en-US" altLang="zh-CN" i="1">
                <a:ea typeface="SimSun" panose="02010600030101010101" pitchFamily="2" charset="-122"/>
              </a:rPr>
              <a:t>m</a:t>
            </a:r>
            <a:r>
              <a:rPr lang="en-US" altLang="zh-CN">
                <a:ea typeface="SimSun" panose="02010600030101010101" pitchFamily="2" charset="-122"/>
              </a:rPr>
              <a:t>-dimensional vector w such that</a:t>
            </a:r>
          </a:p>
          <a:p>
            <a:pPr lvl="1" eaLnBrk="1" hangingPunct="1">
              <a:lnSpc>
                <a:spcPct val="90000"/>
              </a:lnSpc>
            </a:pPr>
            <a:r>
              <a:rPr lang="en-US" altLang="zh-CN" i="1" err="1">
                <a:ea typeface="SimSun" panose="02010600030101010101" pitchFamily="2" charset="-122"/>
              </a:rPr>
              <a:t>w</a:t>
            </a:r>
            <a:r>
              <a:rPr lang="en-US" altLang="zh-CN" baseline="30000" err="1">
                <a:ea typeface="SimSun" panose="02010600030101010101" pitchFamily="2" charset="-122"/>
              </a:rPr>
              <a:t>T</a:t>
            </a:r>
            <a:r>
              <a:rPr lang="en-US" altLang="zh-CN" baseline="30000">
                <a:ea typeface="SimSun" panose="02010600030101010101" pitchFamily="2" charset="-122"/>
              </a:rPr>
              <a:t> </a:t>
            </a:r>
            <a:r>
              <a:rPr lang="el-GR" altLang="zh-CN"/>
              <a:t>φ</a:t>
            </a:r>
            <a:r>
              <a:rPr lang="en-US" altLang="zh-CN">
                <a:ea typeface="SimSun" panose="02010600030101010101" pitchFamily="2" charset="-122"/>
              </a:rPr>
              <a:t>(x) &gt; 0, if  </a:t>
            </a:r>
            <a:r>
              <a:rPr lang="en-US" altLang="zh-CN" i="1">
                <a:ea typeface="SimSun" panose="02010600030101010101" pitchFamily="2" charset="-122"/>
              </a:rPr>
              <a:t>x</a:t>
            </a:r>
            <a:r>
              <a:rPr lang="en-US" altLang="zh-CN">
                <a:ea typeface="SimSun" panose="02010600030101010101" pitchFamily="2" charset="-122"/>
              </a:rPr>
              <a:t> in   X</a:t>
            </a:r>
            <a:r>
              <a:rPr lang="en-US" altLang="zh-CN" baseline="30000">
                <a:ea typeface="SimSun" panose="02010600030101010101" pitchFamily="2" charset="-122"/>
              </a:rPr>
              <a:t>+</a:t>
            </a:r>
          </a:p>
          <a:p>
            <a:pPr lvl="1" eaLnBrk="1" hangingPunct="1">
              <a:lnSpc>
                <a:spcPct val="90000"/>
              </a:lnSpc>
            </a:pPr>
            <a:r>
              <a:rPr lang="en-US" altLang="zh-CN" i="1" err="1">
                <a:ea typeface="SimSun" panose="02010600030101010101" pitchFamily="2" charset="-122"/>
              </a:rPr>
              <a:t>w</a:t>
            </a:r>
            <a:r>
              <a:rPr lang="en-US" altLang="zh-CN" baseline="30000" err="1">
                <a:ea typeface="SimSun" panose="02010600030101010101" pitchFamily="2" charset="-122"/>
              </a:rPr>
              <a:t>T</a:t>
            </a:r>
            <a:r>
              <a:rPr lang="en-US" altLang="zh-CN" baseline="30000">
                <a:ea typeface="SimSun" panose="02010600030101010101" pitchFamily="2" charset="-122"/>
              </a:rPr>
              <a:t> </a:t>
            </a:r>
            <a:r>
              <a:rPr lang="el-GR" altLang="zh-CN"/>
              <a:t>φ</a:t>
            </a:r>
            <a:r>
              <a:rPr lang="en-US" altLang="zh-CN">
                <a:ea typeface="SimSun" panose="02010600030101010101" pitchFamily="2" charset="-122"/>
              </a:rPr>
              <a:t>(x) &lt;  0, if  </a:t>
            </a:r>
            <a:r>
              <a:rPr lang="en-US" altLang="zh-CN" i="1">
                <a:ea typeface="SimSun" panose="02010600030101010101" pitchFamily="2" charset="-122"/>
              </a:rPr>
              <a:t>x</a:t>
            </a:r>
            <a:r>
              <a:rPr lang="en-US" altLang="zh-CN">
                <a:ea typeface="SimSun" panose="02010600030101010101" pitchFamily="2" charset="-122"/>
              </a:rPr>
              <a:t> in  X</a:t>
            </a:r>
            <a:r>
              <a:rPr lang="en-US" altLang="zh-CN" baseline="30000">
                <a:ea typeface="SimSun" panose="02010600030101010101" pitchFamily="2" charset="-122"/>
              </a:rPr>
              <a:t>-</a:t>
            </a:r>
            <a:endParaRPr lang="en-US" altLang="zh-CN">
              <a:ea typeface="SimSun" panose="02010600030101010101" pitchFamily="2" charset="-122"/>
            </a:endParaRPr>
          </a:p>
          <a:p>
            <a:pPr lvl="1" eaLnBrk="1" hangingPunct="1">
              <a:lnSpc>
                <a:spcPct val="90000"/>
              </a:lnSpc>
            </a:pPr>
            <a:r>
              <a:rPr lang="en-US" altLang="zh-CN">
                <a:ea typeface="SimSun" panose="02010600030101010101" pitchFamily="2" charset="-122"/>
              </a:rPr>
              <a:t>The hyperplane defined by </a:t>
            </a:r>
            <a:r>
              <a:rPr lang="en-US" altLang="zh-CN" i="1" err="1">
                <a:ea typeface="SimSun" panose="02010600030101010101" pitchFamily="2" charset="-122"/>
              </a:rPr>
              <a:t>w</a:t>
            </a:r>
            <a:r>
              <a:rPr lang="en-US" altLang="zh-CN" baseline="30000" err="1">
                <a:ea typeface="SimSun" panose="02010600030101010101" pitchFamily="2" charset="-122"/>
              </a:rPr>
              <a:t>T</a:t>
            </a:r>
            <a:r>
              <a:rPr lang="en-US" altLang="zh-CN" baseline="30000">
                <a:ea typeface="SimSun" panose="02010600030101010101" pitchFamily="2" charset="-122"/>
              </a:rPr>
              <a:t> </a:t>
            </a:r>
            <a:r>
              <a:rPr lang="el-GR" altLang="zh-CN"/>
              <a:t>φ</a:t>
            </a:r>
            <a:r>
              <a:rPr lang="en-US" altLang="zh-CN">
                <a:ea typeface="SimSun" panose="02010600030101010101" pitchFamily="2" charset="-122"/>
              </a:rPr>
              <a:t>(x) = 0 is the separating surface between the two classes.</a:t>
            </a:r>
          </a:p>
          <a:p>
            <a:endParaRPr lang="en-US" altLang="zh-CN">
              <a:ea typeface="SimSun" panose="02010600030101010101" pitchFamily="2" charset="-122"/>
            </a:endParaRPr>
          </a:p>
        </p:txBody>
      </p:sp>
      <p:sp>
        <p:nvSpPr>
          <p:cNvPr id="21094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18F36CE-D114-4B69-B239-697356923558}" type="slidenum">
              <a:rPr lang="zh-CN" altLang="en-US" sz="1400" smtClean="0">
                <a:solidFill>
                  <a:schemeClr val="bg2"/>
                </a:solidFill>
                <a:latin typeface="Arial" panose="020B0604020202020204" pitchFamily="34" charset="0"/>
              </a:rPr>
              <a:pPr>
                <a:spcBef>
                  <a:spcPct val="50000"/>
                </a:spcBef>
                <a:buClrTx/>
                <a:buSzTx/>
                <a:buFontTx/>
                <a:buNone/>
              </a:pPr>
              <a:t>143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1F4BE5F-1048-51E9-56A6-6D704E80153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4"/>
          <p:cNvSpPr>
            <a:spLocks noGrp="1" noChangeArrowheads="1"/>
          </p:cNvSpPr>
          <p:nvPr>
            <p:ph type="title"/>
          </p:nvPr>
        </p:nvSpPr>
        <p:spPr>
          <a:noFill/>
        </p:spPr>
        <p:txBody>
          <a:bodyPr/>
          <a:lstStyle/>
          <a:p>
            <a:pPr algn="ctr"/>
            <a:r>
              <a:rPr lang="en-US" altLang="zh-CN">
                <a:ea typeface="SimSun" panose="02010600030101010101" pitchFamily="2" charset="-122"/>
              </a:rPr>
              <a:t>XOR Problem Revisited</a:t>
            </a:r>
          </a:p>
        </p:txBody>
      </p:sp>
      <p:sp>
        <p:nvSpPr>
          <p:cNvPr id="211972" name="Rectangle 5"/>
          <p:cNvSpPr>
            <a:spLocks noGrp="1" noChangeArrowheads="1"/>
          </p:cNvSpPr>
          <p:nvPr>
            <p:ph type="body" idx="1"/>
          </p:nvPr>
        </p:nvSpPr>
        <p:spPr>
          <a:xfrm>
            <a:off x="990600" y="2057400"/>
            <a:ext cx="7315200" cy="3886200"/>
          </a:xfrm>
          <a:noFill/>
        </p:spPr>
        <p:txBody>
          <a:bodyPr/>
          <a:lstStyle/>
          <a:p>
            <a:pPr>
              <a:buFont typeface="Monotype Sorts" pitchFamily="2" charset="2"/>
              <a:buNone/>
            </a:pPr>
            <a:r>
              <a:rPr lang="zh-CN" altLang="en-US" sz="4000">
                <a:ea typeface="SimSun" panose="02010600030101010101" pitchFamily="2" charset="-122"/>
              </a:rPr>
              <a:t>   </a:t>
            </a:r>
            <a:r>
              <a:rPr lang="en-US" altLang="zh-CN" sz="4000">
                <a:ea typeface="SimSun" panose="02010600030101010101" pitchFamily="2" charset="-122"/>
              </a:rPr>
              <a:t>An RBF network can transform the linearly inseparable XOR data in the input space to linearly separable data in the hidden state space.</a:t>
            </a:r>
            <a:endParaRPr lang="en-US" altLang="zh-CN">
              <a:ea typeface="SimSun" panose="02010600030101010101" pitchFamily="2" charset="-122"/>
            </a:endParaRPr>
          </a:p>
        </p:txBody>
      </p:sp>
      <p:graphicFrame>
        <p:nvGraphicFramePr>
          <p:cNvPr id="211973" name="Object 6"/>
          <p:cNvGraphicFramePr>
            <a:graphicFrameLocks noChangeAspect="1"/>
          </p:cNvGraphicFramePr>
          <p:nvPr/>
        </p:nvGraphicFramePr>
        <p:xfrm>
          <a:off x="1512888" y="1400175"/>
          <a:ext cx="307975" cy="4062413"/>
        </p:xfrm>
        <a:graphic>
          <a:graphicData uri="http://schemas.openxmlformats.org/presentationml/2006/ole">
            <mc:AlternateContent xmlns:mc="http://schemas.openxmlformats.org/markup-compatibility/2006">
              <mc:Choice xmlns:v="urn:schemas-microsoft-com:vml" Requires="v">
                <p:oleObj name="Chart" r:id="rId3" imgW="305161" imgH="4057920" progId="MSGraph.Chart.8">
                  <p:embed followColorScheme="full"/>
                </p:oleObj>
              </mc:Choice>
              <mc:Fallback>
                <p:oleObj name="Chart" r:id="rId3" imgW="305161" imgH="4057920" progId="MSGraph.Chart.8">
                  <p:embed followColorScheme="full"/>
                  <p:pic>
                    <p:nvPicPr>
                      <p:cNvPr id="21197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888" y="1400175"/>
                        <a:ext cx="307975" cy="4062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97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8D4E113-2465-41E5-9EE1-5A754A79A171}" type="slidenum">
              <a:rPr lang="zh-CN" altLang="en-US" sz="1400" smtClean="0">
                <a:solidFill>
                  <a:schemeClr val="bg2"/>
                </a:solidFill>
                <a:latin typeface="Arial" panose="020B0604020202020204" pitchFamily="34" charset="0"/>
              </a:rPr>
              <a:pPr>
                <a:spcBef>
                  <a:spcPct val="50000"/>
                </a:spcBef>
                <a:buClrTx/>
                <a:buSzTx/>
                <a:buFontTx/>
                <a:buNone/>
              </a:pPr>
              <a:t>144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53D029C-277D-8DE4-4F80-F6317D4A7C9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标题 1"/>
          <p:cNvSpPr>
            <a:spLocks noGrp="1"/>
          </p:cNvSpPr>
          <p:nvPr>
            <p:ph type="title"/>
          </p:nvPr>
        </p:nvSpPr>
        <p:spPr/>
        <p:txBody>
          <a:bodyPr/>
          <a:lstStyle/>
          <a:p>
            <a:pPr algn="ctr"/>
            <a:r>
              <a:rPr lang="en-US" altLang="zh-CN">
                <a:ea typeface="SimSun" panose="02010600030101010101" pitchFamily="2" charset="-122"/>
              </a:rPr>
              <a:t>XOR Problem Revisited</a:t>
            </a:r>
          </a:p>
        </p:txBody>
      </p:sp>
      <p:sp>
        <p:nvSpPr>
          <p:cNvPr id="214019" name="内容占位符 2"/>
          <p:cNvSpPr>
            <a:spLocks noGrp="1"/>
          </p:cNvSpPr>
          <p:nvPr>
            <p:ph idx="1"/>
          </p:nvPr>
        </p:nvSpPr>
        <p:spPr>
          <a:xfrm>
            <a:off x="990600" y="1828800"/>
            <a:ext cx="7772400" cy="3429000"/>
          </a:xfrm>
        </p:spPr>
        <p:txBody>
          <a:bodyPr/>
          <a:lstStyle/>
          <a:p>
            <a:pPr>
              <a:lnSpc>
                <a:spcPct val="90000"/>
              </a:lnSpc>
            </a:pPr>
            <a:r>
              <a:rPr lang="en-US" altLang="zh-CN">
                <a:ea typeface="SimSun" panose="02010600030101010101" pitchFamily="2" charset="-122"/>
              </a:rPr>
              <a:t>Using a pair of Gaussian RBFs, the input patterns are mapped onto the </a:t>
            </a:r>
            <a:r>
              <a:rPr lang="el-GR" altLang="zh-CN"/>
              <a:t>φ</a:t>
            </a:r>
            <a:r>
              <a:rPr lang="en-US" altLang="zh-CN" baseline="-25000">
                <a:ea typeface="SimSun" panose="02010600030101010101" pitchFamily="2" charset="-122"/>
              </a:rPr>
              <a:t>1</a:t>
            </a:r>
            <a:r>
              <a:rPr lang="en-US" altLang="zh-CN">
                <a:ea typeface="SimSun" panose="02010600030101010101" pitchFamily="2" charset="-122"/>
              </a:rPr>
              <a:t>- </a:t>
            </a:r>
            <a:r>
              <a:rPr lang="el-GR" altLang="zh-CN"/>
              <a:t>φ</a:t>
            </a:r>
            <a:r>
              <a:rPr lang="en-US" altLang="zh-CN" baseline="-25000">
                <a:ea typeface="SimSun" panose="02010600030101010101" pitchFamily="2" charset="-122"/>
              </a:rPr>
              <a:t>2</a:t>
            </a:r>
            <a:r>
              <a:rPr lang="en-US" altLang="zh-CN">
                <a:ea typeface="SimSun" panose="02010600030101010101" pitchFamily="2" charset="-122"/>
              </a:rPr>
              <a:t> plane and become linearly separable. </a:t>
            </a:r>
          </a:p>
          <a:p>
            <a:pPr>
              <a:buFont typeface="Monotype Sorts" pitchFamily="2" charset="2"/>
              <a:buNone/>
            </a:pPr>
            <a:r>
              <a:rPr lang="en-US" altLang="zh-CN">
                <a:ea typeface="SimSun" panose="02010600030101010101" pitchFamily="2" charset="-122"/>
              </a:rPr>
              <a:t>				   </a:t>
            </a:r>
            <a:r>
              <a:rPr lang="en-US" altLang="zh-CN" baseline="-25000">
                <a:ea typeface="SimSun" panose="02010600030101010101" pitchFamily="2" charset="-122"/>
              </a:rPr>
              <a:t>  </a:t>
            </a:r>
          </a:p>
          <a:p>
            <a:pPr>
              <a:buFont typeface="Monotype Sorts" pitchFamily="2" charset="2"/>
              <a:buNone/>
            </a:pPr>
            <a:r>
              <a:rPr lang="en-US" altLang="zh-CN" sz="2800">
                <a:ea typeface="SimSun" panose="02010600030101010101" pitchFamily="2" charset="-122"/>
              </a:rPr>
              <a:t>			                     </a:t>
            </a:r>
          </a:p>
          <a:p>
            <a:pPr>
              <a:buFont typeface="Monotype Sorts" pitchFamily="2" charset="2"/>
              <a:buNone/>
            </a:pPr>
            <a:endParaRPr lang="en-US" altLang="zh-CN" sz="2800" i="1">
              <a:ea typeface="SimSun" panose="02010600030101010101" pitchFamily="2" charset="-122"/>
            </a:endParaRPr>
          </a:p>
          <a:p>
            <a:pPr>
              <a:buFont typeface="Monotype Sorts" pitchFamily="2" charset="2"/>
              <a:buNone/>
            </a:pPr>
            <a:r>
              <a:rPr lang="en-US" altLang="zh-CN" sz="2800" i="1">
                <a:ea typeface="SimSun" panose="02010600030101010101" pitchFamily="2" charset="-122"/>
              </a:rPr>
              <a:t>    </a:t>
            </a:r>
            <a:r>
              <a:rPr lang="en-US" altLang="zh-CN" sz="2800">
                <a:ea typeface="SimSun" panose="02010600030101010101" pitchFamily="2" charset="-122"/>
              </a:rPr>
              <a:t>Let</a:t>
            </a:r>
            <a:r>
              <a:rPr lang="en-US" altLang="zh-CN" sz="2800" i="1">
                <a:ea typeface="SimSun" panose="02010600030101010101" pitchFamily="2" charset="-122"/>
              </a:rPr>
              <a:t>     c</a:t>
            </a:r>
            <a:r>
              <a:rPr lang="en-US" altLang="zh-CN" sz="2800" baseline="30000">
                <a:ea typeface="SimSun" panose="02010600030101010101" pitchFamily="2" charset="-122"/>
              </a:rPr>
              <a:t>1 </a:t>
            </a:r>
            <a:r>
              <a:rPr lang="en-US" altLang="zh-CN" sz="2800">
                <a:ea typeface="SimSun" panose="02010600030101010101" pitchFamily="2" charset="-122"/>
              </a:rPr>
              <a:t>= [1,1]</a:t>
            </a:r>
            <a:r>
              <a:rPr lang="en-US" altLang="zh-CN" sz="2800" baseline="30000">
                <a:ea typeface="SimSun" panose="02010600030101010101" pitchFamily="2" charset="-122"/>
              </a:rPr>
              <a:t>T      </a:t>
            </a:r>
            <a:r>
              <a:rPr lang="en-US" altLang="zh-CN" sz="2800">
                <a:ea typeface="SimSun" panose="02010600030101010101" pitchFamily="2" charset="-122"/>
              </a:rPr>
              <a:t>    </a:t>
            </a:r>
            <a:r>
              <a:rPr lang="en-US" altLang="zh-CN" sz="2800" i="1">
                <a:ea typeface="SimSun" panose="02010600030101010101" pitchFamily="2" charset="-122"/>
              </a:rPr>
              <a:t>c</a:t>
            </a:r>
            <a:r>
              <a:rPr lang="en-US" altLang="zh-CN" sz="2800" baseline="30000">
                <a:ea typeface="SimSun" panose="02010600030101010101" pitchFamily="2" charset="-122"/>
              </a:rPr>
              <a:t>2 </a:t>
            </a:r>
            <a:r>
              <a:rPr lang="en-US" altLang="zh-CN" sz="2800">
                <a:ea typeface="SimSun" panose="02010600030101010101" pitchFamily="2" charset="-122"/>
              </a:rPr>
              <a:t>= [0,0]</a:t>
            </a:r>
            <a:r>
              <a:rPr lang="en-US" altLang="zh-CN" sz="2800" baseline="30000">
                <a:ea typeface="SimSun" panose="02010600030101010101" pitchFamily="2" charset="-122"/>
              </a:rPr>
              <a:t>T</a:t>
            </a:r>
            <a:endParaRPr lang="en-US" altLang="zh-CN">
              <a:ea typeface="SimSun" panose="02010600030101010101" pitchFamily="2" charset="-122"/>
            </a:endParaRPr>
          </a:p>
        </p:txBody>
      </p:sp>
      <p:graphicFrame>
        <p:nvGraphicFramePr>
          <p:cNvPr id="214021" name="Object 3"/>
          <p:cNvGraphicFramePr>
            <a:graphicFrameLocks noChangeAspect="1"/>
          </p:cNvGraphicFramePr>
          <p:nvPr/>
        </p:nvGraphicFramePr>
        <p:xfrm>
          <a:off x="1371600" y="3429000"/>
          <a:ext cx="3168650" cy="914400"/>
        </p:xfrm>
        <a:graphic>
          <a:graphicData uri="http://schemas.openxmlformats.org/presentationml/2006/ole">
            <mc:AlternateContent xmlns:mc="http://schemas.openxmlformats.org/markup-compatibility/2006">
              <mc:Choice xmlns:v="urn:schemas-microsoft-com:vml" Requires="v">
                <p:oleObj name="Equation" r:id="rId2" imgW="812447" imgH="279279" progId="Equation.3">
                  <p:embed/>
                </p:oleObj>
              </mc:Choice>
              <mc:Fallback>
                <p:oleObj name="Equation" r:id="rId2" imgW="812447" imgH="279279" progId="Equation.3">
                  <p:embed/>
                  <p:pic>
                    <p:nvPicPr>
                      <p:cNvPr id="21402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429000"/>
                        <a:ext cx="31686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2" name="Object 4"/>
          <p:cNvGraphicFramePr>
            <a:graphicFrameLocks noChangeAspect="1"/>
          </p:cNvGraphicFramePr>
          <p:nvPr/>
        </p:nvGraphicFramePr>
        <p:xfrm>
          <a:off x="4876800" y="3381375"/>
          <a:ext cx="2971800" cy="958850"/>
        </p:xfrm>
        <a:graphic>
          <a:graphicData uri="http://schemas.openxmlformats.org/presentationml/2006/ole">
            <mc:AlternateContent xmlns:mc="http://schemas.openxmlformats.org/markup-compatibility/2006">
              <mc:Choice xmlns:v="urn:schemas-microsoft-com:vml" Requires="v">
                <p:oleObj name="Equation" r:id="rId4" imgW="825142" imgH="266584" progId="Equation.3">
                  <p:embed/>
                </p:oleObj>
              </mc:Choice>
              <mc:Fallback>
                <p:oleObj name="Equation" r:id="rId4" imgW="825142" imgH="266584" progId="Equation.3">
                  <p:embed/>
                  <p:pic>
                    <p:nvPicPr>
                      <p:cNvPr id="21402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3381375"/>
                        <a:ext cx="2971800"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ABDDFC0-793C-4015-915A-1F052F68107F}" type="slidenum">
              <a:rPr lang="zh-CN" altLang="en-US" sz="1400" smtClean="0">
                <a:solidFill>
                  <a:schemeClr val="bg2"/>
                </a:solidFill>
                <a:latin typeface="Arial" panose="020B0604020202020204" pitchFamily="34" charset="0"/>
              </a:rPr>
              <a:pPr>
                <a:spcBef>
                  <a:spcPct val="50000"/>
                </a:spcBef>
                <a:buClrTx/>
                <a:buSzTx/>
                <a:buFontTx/>
                <a:buNone/>
              </a:pPr>
              <a:t>145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34EF6F7-D974-D1A4-38A5-F3BC33F324C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algn="ctr"/>
            <a:r>
              <a:rPr lang="en-US" altLang="zh-CN">
                <a:ea typeface="SimSun" panose="02010600030101010101" pitchFamily="2" charset="-122"/>
              </a:rPr>
              <a:t>XOR Problem Revisited</a:t>
            </a:r>
          </a:p>
        </p:txBody>
      </p:sp>
      <p:pic>
        <p:nvPicPr>
          <p:cNvPr id="215044"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676400"/>
            <a:ext cx="4191000"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45"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810000"/>
            <a:ext cx="289560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46"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4475" y="3810000"/>
            <a:ext cx="2524125" cy="223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AECAF5B-2E7F-4449-B529-BDBBC3AC6ADB}" type="slidenum">
              <a:rPr lang="zh-CN" altLang="en-US" sz="1400" smtClean="0">
                <a:solidFill>
                  <a:schemeClr val="bg2"/>
                </a:solidFill>
                <a:latin typeface="Arial" panose="020B0604020202020204" pitchFamily="34" charset="0"/>
              </a:rPr>
              <a:pPr>
                <a:spcBef>
                  <a:spcPct val="50000"/>
                </a:spcBef>
                <a:buClrTx/>
                <a:buSzTx/>
                <a:buFontTx/>
                <a:buNone/>
              </a:pPr>
              <a:t>146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0875850-36A5-096A-0D20-21AB785C652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标题 1"/>
          <p:cNvSpPr>
            <a:spLocks noGrp="1"/>
          </p:cNvSpPr>
          <p:nvPr>
            <p:ph type="title"/>
          </p:nvPr>
        </p:nvSpPr>
        <p:spPr/>
        <p:txBody>
          <a:bodyPr/>
          <a:lstStyle/>
          <a:p>
            <a:pPr algn="ctr"/>
            <a:r>
              <a:rPr lang="en-US" altLang="zh-CN">
                <a:ea typeface="SimSun" panose="02010600030101010101" pitchFamily="2" charset="-122"/>
              </a:rPr>
              <a:t>Functional Link Network</a:t>
            </a:r>
          </a:p>
        </p:txBody>
      </p:sp>
      <p:sp>
        <p:nvSpPr>
          <p:cNvPr id="216067" name="内容占位符 2"/>
          <p:cNvSpPr>
            <a:spLocks noGrp="1"/>
          </p:cNvSpPr>
          <p:nvPr>
            <p:ph idx="1"/>
          </p:nvPr>
        </p:nvSpPr>
        <p:spPr/>
        <p:txBody>
          <a:bodyPr/>
          <a:lstStyle/>
          <a:p>
            <a:r>
              <a:rPr lang="en-US" altLang="zh-CN">
                <a:ea typeface="SimSun" panose="02010600030101010101" pitchFamily="2" charset="-122"/>
              </a:rPr>
              <a:t>Proposed by </a:t>
            </a:r>
            <a:r>
              <a:rPr lang="en-US" altLang="zh-CN" err="1">
                <a:ea typeface="SimSun" panose="02010600030101010101" pitchFamily="2" charset="-122"/>
              </a:rPr>
              <a:t>Yoh</a:t>
            </a:r>
            <a:r>
              <a:rPr lang="en-US" altLang="zh-CN">
                <a:ea typeface="SimSun" panose="02010600030101010101" pitchFamily="2" charset="-122"/>
              </a:rPr>
              <a:t>-Han </a:t>
            </a:r>
            <a:r>
              <a:rPr lang="en-US" altLang="zh-CN" err="1">
                <a:ea typeface="SimSun" panose="02010600030101010101" pitchFamily="2" charset="-122"/>
              </a:rPr>
              <a:t>Pao</a:t>
            </a:r>
            <a:r>
              <a:rPr lang="en-US" altLang="zh-CN">
                <a:ea typeface="SimSun" panose="02010600030101010101" pitchFamily="2" charset="-122"/>
              </a:rPr>
              <a:t> at CWRU in late 80’s</a:t>
            </a:r>
          </a:p>
          <a:p>
            <a:r>
              <a:rPr lang="en-US" altLang="zh-CN">
                <a:ea typeface="SimSun" panose="02010600030101010101" pitchFamily="2" charset="-122"/>
              </a:rPr>
              <a:t>One-layer feedforward architecture</a:t>
            </a:r>
          </a:p>
          <a:p>
            <a:r>
              <a:rPr lang="en-US" altLang="zh-CN">
                <a:ea typeface="SimSun" panose="02010600030101010101" pitchFamily="2" charset="-122"/>
              </a:rPr>
              <a:t>Higher-order aggregation rule</a:t>
            </a:r>
          </a:p>
          <a:p>
            <a:r>
              <a:rPr lang="en-US" altLang="zh-CN">
                <a:ea typeface="SimSun" panose="02010600030101010101" pitchFamily="2" charset="-122"/>
              </a:rPr>
              <a:t>Fast learning process</a:t>
            </a:r>
          </a:p>
          <a:p>
            <a:r>
              <a:rPr lang="en-US" altLang="zh-CN">
                <a:ea typeface="SimSun" panose="02010600030101010101" pitchFamily="2" charset="-122"/>
              </a:rPr>
              <a:t>Local minima could be eliminated</a:t>
            </a:r>
          </a:p>
          <a:p>
            <a:r>
              <a:rPr lang="en-US" altLang="zh-CN">
                <a:ea typeface="SimSun" panose="02010600030101010101" pitchFamily="2" charset="-122"/>
              </a:rPr>
              <a:t>Many successful stories in applications</a:t>
            </a:r>
          </a:p>
        </p:txBody>
      </p:sp>
      <p:sp>
        <p:nvSpPr>
          <p:cNvPr id="2160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F0C7725-325E-4162-A6BC-07BA316FB241}" type="slidenum">
              <a:rPr lang="zh-CN" altLang="en-US" sz="1400" smtClean="0">
                <a:solidFill>
                  <a:schemeClr val="bg2"/>
                </a:solidFill>
                <a:latin typeface="Arial" panose="020B0604020202020204" pitchFamily="34" charset="0"/>
              </a:rPr>
              <a:pPr>
                <a:spcBef>
                  <a:spcPct val="50000"/>
                </a:spcBef>
                <a:buClrTx/>
                <a:buSzTx/>
                <a:buFontTx/>
                <a:buNone/>
              </a:pPr>
              <a:t>147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842CEE8-4926-52A0-7953-7501E89C7C7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60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60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60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60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60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标题 1"/>
          <p:cNvSpPr>
            <a:spLocks noGrp="1"/>
          </p:cNvSpPr>
          <p:nvPr>
            <p:ph type="title"/>
          </p:nvPr>
        </p:nvSpPr>
        <p:spPr/>
        <p:txBody>
          <a:bodyPr/>
          <a:lstStyle/>
          <a:p>
            <a:pPr algn="ctr"/>
            <a:r>
              <a:rPr lang="en-US" altLang="zh-CN">
                <a:ea typeface="SimSun" panose="02010600030101010101" pitchFamily="2" charset="-122"/>
              </a:rPr>
              <a:t>Functional Link Network</a:t>
            </a:r>
          </a:p>
        </p:txBody>
      </p:sp>
      <p:pic>
        <p:nvPicPr>
          <p:cNvPr id="21709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828800"/>
            <a:ext cx="6248400" cy="4114800"/>
          </a:xfrm>
          <a:noFill/>
        </p:spPr>
      </p:pic>
      <p:sp>
        <p:nvSpPr>
          <p:cNvPr id="21709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58919ED-6D53-4467-B010-5381BF044064}" type="slidenum">
              <a:rPr lang="zh-CN" altLang="en-US" sz="1400" smtClean="0">
                <a:solidFill>
                  <a:schemeClr val="bg2"/>
                </a:solidFill>
                <a:latin typeface="Arial" panose="020B0604020202020204" pitchFamily="34" charset="0"/>
              </a:rPr>
              <a:pPr>
                <a:spcBef>
                  <a:spcPct val="50000"/>
                </a:spcBef>
                <a:buClrTx/>
                <a:buSzTx/>
                <a:buFontTx/>
                <a:buNone/>
              </a:pPr>
              <a:t>148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0695B22-F1C0-4482-4B93-59AE459BED2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itle 1"/>
          <p:cNvSpPr>
            <a:spLocks noGrp="1"/>
          </p:cNvSpPr>
          <p:nvPr>
            <p:ph type="title"/>
          </p:nvPr>
        </p:nvSpPr>
        <p:spPr/>
        <p:txBody>
          <a:bodyPr/>
          <a:lstStyle/>
          <a:p>
            <a:pPr algn="ctr"/>
            <a:r>
              <a:rPr lang="en-US" altLang="zh-CN">
                <a:ea typeface="SimSun" panose="02010600030101010101" pitchFamily="2" charset="-122"/>
              </a:rPr>
              <a:t>Extreme Learning Machine</a:t>
            </a:r>
          </a:p>
        </p:txBody>
      </p:sp>
      <p:sp>
        <p:nvSpPr>
          <p:cNvPr id="218115" name="Content Placeholder 2"/>
          <p:cNvSpPr>
            <a:spLocks noGrp="1"/>
          </p:cNvSpPr>
          <p:nvPr>
            <p:ph idx="1"/>
          </p:nvPr>
        </p:nvSpPr>
        <p:spPr>
          <a:xfrm>
            <a:off x="990600" y="1752600"/>
            <a:ext cx="7772400" cy="4191000"/>
          </a:xfrm>
        </p:spPr>
        <p:txBody>
          <a:bodyPr/>
          <a:lstStyle/>
          <a:p>
            <a:r>
              <a:rPr lang="en-US" altLang="zh-CN">
                <a:ea typeface="SimSun" panose="02010600030101010101" pitchFamily="2" charset="-122"/>
              </a:rPr>
              <a:t>Proposed by </a:t>
            </a:r>
            <a:r>
              <a:rPr lang="en-US" altLang="zh-CN" err="1">
                <a:ea typeface="SimSun" panose="02010600030101010101" pitchFamily="2" charset="-122"/>
              </a:rPr>
              <a:t>Guangbin</a:t>
            </a:r>
            <a:r>
              <a:rPr lang="en-US" altLang="zh-CN">
                <a:ea typeface="SimSun" panose="02010600030101010101" pitchFamily="2" charset="-122"/>
              </a:rPr>
              <a:t> Huang at NTU in mid 2000’s</a:t>
            </a:r>
          </a:p>
          <a:p>
            <a:r>
              <a:rPr lang="en-US" altLang="zh-CN">
                <a:ea typeface="SimSun" panose="02010600030101010101" pitchFamily="2" charset="-122"/>
              </a:rPr>
              <a:t>One-layer feedforward architecture</a:t>
            </a:r>
          </a:p>
          <a:p>
            <a:r>
              <a:rPr lang="en-US" altLang="zh-CN">
                <a:ea typeface="SimSun" panose="02010600030101010101" pitchFamily="2" charset="-122"/>
              </a:rPr>
              <a:t>Random connection weights from inputs to hidden neurons</a:t>
            </a:r>
          </a:p>
          <a:p>
            <a:r>
              <a:rPr lang="en-US" altLang="zh-CN">
                <a:ea typeface="SimSun" panose="02010600030101010101" pitchFamily="2" charset="-122"/>
              </a:rPr>
              <a:t>Fast learning process for weights in output layer.</a:t>
            </a:r>
          </a:p>
          <a:p>
            <a:r>
              <a:rPr lang="en-US" altLang="zh-CN">
                <a:ea typeface="SimSun" panose="02010600030101010101" pitchFamily="2" charset="-122"/>
              </a:rPr>
              <a:t>Local minima eliminated</a:t>
            </a:r>
          </a:p>
          <a:p>
            <a:endParaRPr lang="en-US" altLang="zh-CN">
              <a:ea typeface="SimSun" panose="02010600030101010101" pitchFamily="2" charset="-122"/>
            </a:endParaRPr>
          </a:p>
        </p:txBody>
      </p:sp>
      <p:sp>
        <p:nvSpPr>
          <p:cNvPr id="2181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48D8609-4219-4C5C-833F-22B67A49571D}" type="slidenum">
              <a:rPr lang="zh-CN" altLang="en-US" sz="1400" smtClean="0">
                <a:solidFill>
                  <a:schemeClr val="bg2"/>
                </a:solidFill>
                <a:latin typeface="Arial" panose="020B0604020202020204" pitchFamily="34" charset="0"/>
              </a:rPr>
              <a:pPr>
                <a:spcBef>
                  <a:spcPct val="50000"/>
                </a:spcBef>
                <a:buClrTx/>
                <a:buSzTx/>
                <a:buFontTx/>
                <a:buNone/>
              </a:pPr>
              <a:t>149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19D4FFF-892A-7B66-231B-F009306425F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1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81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81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81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标题 1"/>
          <p:cNvSpPr>
            <a:spLocks noGrp="1"/>
          </p:cNvSpPr>
          <p:nvPr>
            <p:ph type="title"/>
          </p:nvPr>
        </p:nvSpPr>
        <p:spPr>
          <a:xfrm>
            <a:off x="914400" y="457200"/>
            <a:ext cx="7772400" cy="1143000"/>
          </a:xfrm>
        </p:spPr>
        <p:txBody>
          <a:bodyPr/>
          <a:lstStyle/>
          <a:p>
            <a:pPr algn="ctr"/>
            <a:r>
              <a:rPr lang="en-US" altLang="zh-CN">
                <a:ea typeface="SimSun" panose="02010600030101010101" pitchFamily="2" charset="-122"/>
              </a:rPr>
              <a:t>Support Vector Machine</a:t>
            </a:r>
          </a:p>
        </p:txBody>
      </p:sp>
      <p:sp>
        <p:nvSpPr>
          <p:cNvPr id="219139" name="内容占位符 2"/>
          <p:cNvSpPr>
            <a:spLocks noGrp="1"/>
          </p:cNvSpPr>
          <p:nvPr>
            <p:ph idx="1"/>
          </p:nvPr>
        </p:nvSpPr>
        <p:spPr>
          <a:xfrm>
            <a:off x="990600" y="1981200"/>
            <a:ext cx="7620000" cy="3962400"/>
          </a:xfrm>
        </p:spPr>
        <p:txBody>
          <a:bodyPr/>
          <a:lstStyle/>
          <a:p>
            <a:r>
              <a:rPr lang="en-US" altLang="zh-CN">
                <a:ea typeface="SimSun" panose="02010600030101010101" pitchFamily="2" charset="-122"/>
              </a:rPr>
              <a:t>Proposed by </a:t>
            </a:r>
            <a:r>
              <a:rPr lang="en-US" altLang="zh-CN" err="1">
                <a:ea typeface="SimSun" panose="02010600030101010101" pitchFamily="2" charset="-122"/>
              </a:rPr>
              <a:t>Vladmir</a:t>
            </a:r>
            <a:r>
              <a:rPr lang="en-US" altLang="zh-CN">
                <a:ea typeface="SimSun" panose="02010600030101010101" pitchFamily="2" charset="-122"/>
              </a:rPr>
              <a:t> </a:t>
            </a:r>
            <a:r>
              <a:rPr lang="en-US" altLang="zh-CN" err="1">
                <a:ea typeface="SimSun" panose="02010600030101010101" pitchFamily="2" charset="-122"/>
              </a:rPr>
              <a:t>Vapnik</a:t>
            </a:r>
            <a:r>
              <a:rPr lang="en-US" altLang="zh-CN">
                <a:ea typeface="SimSun" panose="02010600030101010101" pitchFamily="2" charset="-122"/>
              </a:rPr>
              <a:t> based on statistical learning and kernel theory in early 1990’s.</a:t>
            </a:r>
          </a:p>
          <a:p>
            <a:r>
              <a:rPr lang="en-US" altLang="zh-CN">
                <a:ea typeface="SimSun" panose="02010600030101010101" pitchFamily="2" charset="-122"/>
              </a:rPr>
              <a:t>Minimization of structural risk.</a:t>
            </a:r>
          </a:p>
          <a:p>
            <a:r>
              <a:rPr lang="en-US" altLang="zh-CN">
                <a:ea typeface="SimSun" panose="02010600030101010101" pitchFamily="2" charset="-122"/>
              </a:rPr>
              <a:t>Maximal generalization power.</a:t>
            </a:r>
          </a:p>
          <a:p>
            <a:endParaRPr lang="en-US" altLang="zh-CN">
              <a:ea typeface="SimSun" panose="02010600030101010101" pitchFamily="2" charset="-122"/>
            </a:endParaRPr>
          </a:p>
          <a:p>
            <a:endParaRPr lang="en-US" altLang="zh-CN">
              <a:ea typeface="SimSun" panose="02010600030101010101" pitchFamily="2" charset="-122"/>
            </a:endParaRPr>
          </a:p>
        </p:txBody>
      </p:sp>
      <p:grpSp>
        <p:nvGrpSpPr>
          <p:cNvPr id="219141" name="Group 7"/>
          <p:cNvGrpSpPr>
            <a:grpSpLocks/>
          </p:cNvGrpSpPr>
          <p:nvPr/>
        </p:nvGrpSpPr>
        <p:grpSpPr bwMode="auto">
          <a:xfrm>
            <a:off x="6553200" y="3200400"/>
            <a:ext cx="1981200" cy="2971800"/>
            <a:chOff x="4704" y="2688"/>
            <a:chExt cx="663" cy="1056"/>
          </a:xfrm>
        </p:grpSpPr>
        <p:pic>
          <p:nvPicPr>
            <p:cNvPr id="2191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4" y="2688"/>
              <a:ext cx="648"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4" name="Text Box 5"/>
            <p:cNvSpPr txBox="1">
              <a:spLocks noChangeArrowheads="1"/>
            </p:cNvSpPr>
            <p:nvPr/>
          </p:nvSpPr>
          <p:spPr bwMode="auto">
            <a:xfrm>
              <a:off x="4704" y="3532"/>
              <a:ext cx="66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SimSun" panose="02010600030101010101" pitchFamily="2" charset="-122"/>
                </a:rPr>
                <a:t>V. Vapnik</a:t>
              </a:r>
            </a:p>
          </p:txBody>
        </p:sp>
      </p:grpSp>
      <p:sp>
        <p:nvSpPr>
          <p:cNvPr id="21914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7472A22-7FEC-4041-98B4-55EEA79CFC1B}" type="slidenum">
              <a:rPr lang="zh-CN" altLang="en-US" sz="1400" smtClean="0">
                <a:solidFill>
                  <a:schemeClr val="bg2"/>
                </a:solidFill>
                <a:latin typeface="Arial" panose="020B0604020202020204" pitchFamily="34" charset="0"/>
              </a:rPr>
              <a:pPr>
                <a:spcBef>
                  <a:spcPct val="50000"/>
                </a:spcBef>
                <a:buClrTx/>
                <a:buSzTx/>
                <a:buFontTx/>
                <a:buNone/>
              </a:pPr>
              <a:t>150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CE3AE35-949B-3C9F-CBED-913966E3074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1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algn="ctr"/>
            <a:r>
              <a:rPr lang="en-US" altLang="zh-CN">
                <a:ea typeface="SimSun" panose="02010600030101010101" pitchFamily="2" charset="-122"/>
              </a:rPr>
              <a:t>Linear Discriminant Function</a:t>
            </a:r>
          </a:p>
        </p:txBody>
      </p:sp>
      <p:sp>
        <p:nvSpPr>
          <p:cNvPr id="220163" name="Rectangle 3"/>
          <p:cNvSpPr>
            <a:spLocks noGrp="1" noChangeArrowheads="1"/>
          </p:cNvSpPr>
          <p:nvPr>
            <p:ph type="body" idx="1"/>
          </p:nvPr>
        </p:nvSpPr>
        <p:spPr>
          <a:xfrm>
            <a:off x="685800" y="1600200"/>
            <a:ext cx="3733800" cy="533400"/>
          </a:xfrm>
        </p:spPr>
        <p:txBody>
          <a:bodyPr/>
          <a:lstStyle/>
          <a:p>
            <a:pPr>
              <a:buFont typeface="Monotype Sorts" pitchFamily="2" charset="2"/>
              <a:buNone/>
            </a:pPr>
            <a:r>
              <a:rPr lang="en-US" altLang="zh-CN" sz="2200">
                <a:ea typeface="SimSun" panose="02010600030101010101" pitchFamily="2" charset="-122"/>
              </a:rPr>
              <a:t>       g(x) is a linear function:</a:t>
            </a:r>
          </a:p>
        </p:txBody>
      </p:sp>
      <p:grpSp>
        <p:nvGrpSpPr>
          <p:cNvPr id="220164" name="Group 23"/>
          <p:cNvGrpSpPr>
            <a:grpSpLocks/>
          </p:cNvGrpSpPr>
          <p:nvPr/>
        </p:nvGrpSpPr>
        <p:grpSpPr bwMode="auto">
          <a:xfrm>
            <a:off x="4343400" y="1600200"/>
            <a:ext cx="4419600" cy="4419600"/>
            <a:chOff x="2736" y="1008"/>
            <a:chExt cx="2784" cy="2784"/>
          </a:xfrm>
        </p:grpSpPr>
        <p:sp>
          <p:nvSpPr>
            <p:cNvPr id="220196" name="Line 4"/>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0197" name="Line 5"/>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0165" name="Group 25"/>
          <p:cNvGrpSpPr>
            <a:grpSpLocks/>
          </p:cNvGrpSpPr>
          <p:nvPr/>
        </p:nvGrpSpPr>
        <p:grpSpPr bwMode="auto">
          <a:xfrm>
            <a:off x="5867400" y="3886200"/>
            <a:ext cx="1828800" cy="1447800"/>
            <a:chOff x="3696" y="2448"/>
            <a:chExt cx="1152" cy="912"/>
          </a:xfrm>
        </p:grpSpPr>
        <p:sp>
          <p:nvSpPr>
            <p:cNvPr id="220188" name="Oval 11"/>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9" name="Oval 12"/>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90" name="Oval 13"/>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91" name="Oval 14"/>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92" name="Oval 15"/>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93" name="Oval 16"/>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94" name="Oval 17"/>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95" name="Oval 18"/>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0166" name="Group 24"/>
          <p:cNvGrpSpPr>
            <a:grpSpLocks/>
          </p:cNvGrpSpPr>
          <p:nvPr/>
        </p:nvGrpSpPr>
        <p:grpSpPr bwMode="auto">
          <a:xfrm>
            <a:off x="5105400" y="2057400"/>
            <a:ext cx="2209800" cy="1447800"/>
            <a:chOff x="3216" y="1296"/>
            <a:chExt cx="1392" cy="912"/>
          </a:xfrm>
        </p:grpSpPr>
        <p:sp>
          <p:nvSpPr>
            <p:cNvPr id="220181" name="Oval 6"/>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2" name="Oval 7"/>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3" name="Oval 8"/>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4" name="Oval 9"/>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5" name="Oval 10"/>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6" name="Oval 19"/>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0187" name="Oval 20"/>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0167" name="Line 21"/>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20168" name="Object 2"/>
          <p:cNvGraphicFramePr>
            <a:graphicFrameLocks noChangeAspect="1"/>
          </p:cNvGraphicFramePr>
          <p:nvPr/>
        </p:nvGraphicFramePr>
        <p:xfrm>
          <a:off x="1600200" y="2209800"/>
          <a:ext cx="2008188" cy="481013"/>
        </p:xfrm>
        <a:graphic>
          <a:graphicData uri="http://schemas.openxmlformats.org/presentationml/2006/ole">
            <mc:AlternateContent xmlns:mc="http://schemas.openxmlformats.org/markup-compatibility/2006">
              <mc:Choice xmlns:v="urn:schemas-microsoft-com:vml" Requires="v">
                <p:oleObj name="Equation" r:id="rId2" imgW="952087" imgH="228501" progId="Equation.DSMT4">
                  <p:embed/>
                </p:oleObj>
              </mc:Choice>
              <mc:Fallback>
                <p:oleObj name="Equation" r:id="rId2" imgW="952087" imgH="228501" progId="Equation.DSMT4">
                  <p:embed/>
                  <p:pic>
                    <p:nvPicPr>
                      <p:cNvPr id="22016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209800"/>
                        <a:ext cx="2008188"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69" name="Text Box 27"/>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0170" name="Text Box 28"/>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37919" name="Rectangle 31"/>
          <p:cNvSpPr>
            <a:spLocks noChangeArrowheads="1"/>
          </p:cNvSpPr>
          <p:nvPr/>
        </p:nvSpPr>
        <p:spPr bwMode="auto">
          <a:xfrm rot="-2054740">
            <a:off x="5943600" y="32004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0</a:t>
            </a:r>
          </a:p>
        </p:txBody>
      </p:sp>
      <p:sp>
        <p:nvSpPr>
          <p:cNvPr id="37920" name="Rectangle 32"/>
          <p:cNvSpPr>
            <a:spLocks noChangeArrowheads="1"/>
          </p:cNvSpPr>
          <p:nvPr/>
        </p:nvSpPr>
        <p:spPr bwMode="auto">
          <a:xfrm>
            <a:off x="6019800" y="53340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&lt; 0</a:t>
            </a:r>
          </a:p>
        </p:txBody>
      </p:sp>
      <p:sp>
        <p:nvSpPr>
          <p:cNvPr id="37921" name="Rectangle 33"/>
          <p:cNvSpPr>
            <a:spLocks noChangeArrowheads="1"/>
          </p:cNvSpPr>
          <p:nvPr/>
        </p:nvSpPr>
        <p:spPr bwMode="auto">
          <a:xfrm>
            <a:off x="5334000" y="16764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&gt; 0</a:t>
            </a:r>
          </a:p>
        </p:txBody>
      </p:sp>
      <p:sp>
        <p:nvSpPr>
          <p:cNvPr id="37922" name="Line 34"/>
          <p:cNvSpPr>
            <a:spLocks noChangeShapeType="1"/>
          </p:cNvSpPr>
          <p:nvPr/>
        </p:nvSpPr>
        <p:spPr bwMode="auto">
          <a:xfrm flipH="1" flipV="1">
            <a:off x="5562600" y="3605213"/>
            <a:ext cx="228600" cy="38100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4" name="Rectangle 36"/>
          <p:cNvSpPr>
            <a:spLocks noChangeArrowheads="1"/>
          </p:cNvSpPr>
          <p:nvPr/>
        </p:nvSpPr>
        <p:spPr bwMode="auto">
          <a:xfrm>
            <a:off x="838200" y="3200400"/>
            <a:ext cx="3581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 typeface="Wingdings" panose="05000000000000000000" pitchFamily="2" charset="2"/>
              <a:buChar char="n"/>
            </a:pPr>
            <a:r>
              <a:rPr lang="en-US" altLang="zh-CN" sz="2200">
                <a:latin typeface="Arial" panose="020B0604020202020204" pitchFamily="34" charset="0"/>
                <a:ea typeface="SimSun" panose="02010600030101010101" pitchFamily="2" charset="-122"/>
              </a:rPr>
              <a:t>A hyper-plane in the feature space</a:t>
            </a:r>
          </a:p>
        </p:txBody>
      </p:sp>
      <p:sp>
        <p:nvSpPr>
          <p:cNvPr id="37925" name="Rectangle 37"/>
          <p:cNvSpPr>
            <a:spLocks noChangeArrowheads="1"/>
          </p:cNvSpPr>
          <p:nvPr/>
        </p:nvSpPr>
        <p:spPr bwMode="auto">
          <a:xfrm>
            <a:off x="762000" y="4267200"/>
            <a:ext cx="3657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(Unit-length) normal vector of the hyper-plane:</a:t>
            </a:r>
          </a:p>
        </p:txBody>
      </p:sp>
      <p:graphicFrame>
        <p:nvGraphicFramePr>
          <p:cNvPr id="37926" name="Object 3"/>
          <p:cNvGraphicFramePr>
            <a:graphicFrameLocks noChangeAspect="1"/>
          </p:cNvGraphicFramePr>
          <p:nvPr/>
        </p:nvGraphicFramePr>
        <p:xfrm>
          <a:off x="1970088" y="5121275"/>
          <a:ext cx="1069975" cy="935038"/>
        </p:xfrm>
        <a:graphic>
          <a:graphicData uri="http://schemas.openxmlformats.org/presentationml/2006/ole">
            <mc:AlternateContent xmlns:mc="http://schemas.openxmlformats.org/markup-compatibility/2006">
              <mc:Choice xmlns:v="urn:schemas-microsoft-com:vml" Requires="v">
                <p:oleObj name="Equation" r:id="rId4" imgW="507780" imgH="444307" progId="Equation.DSMT4">
                  <p:embed/>
                </p:oleObj>
              </mc:Choice>
              <mc:Fallback>
                <p:oleObj name="Equation" r:id="rId4" imgW="507780" imgH="444307" progId="Equation.DSMT4">
                  <p:embed/>
                  <p:pic>
                    <p:nvPicPr>
                      <p:cNvPr id="379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0088" y="5121275"/>
                        <a:ext cx="106997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27" name="Rectangle 39"/>
          <p:cNvSpPr>
            <a:spLocks noChangeArrowheads="1"/>
          </p:cNvSpPr>
          <p:nvPr/>
        </p:nvSpPr>
        <p:spPr bwMode="auto">
          <a:xfrm>
            <a:off x="5326063" y="37338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n</a:t>
            </a:r>
          </a:p>
        </p:txBody>
      </p:sp>
      <p:sp>
        <p:nvSpPr>
          <p:cNvPr id="22018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EF16DF9-14D8-4438-9873-EED06A661516}" type="slidenum">
              <a:rPr lang="zh-CN" altLang="en-US" sz="1400" smtClean="0">
                <a:solidFill>
                  <a:schemeClr val="bg2"/>
                </a:solidFill>
                <a:latin typeface="Arial" panose="020B0604020202020204" pitchFamily="34" charset="0"/>
              </a:rPr>
              <a:pPr>
                <a:spcBef>
                  <a:spcPct val="50000"/>
                </a:spcBef>
                <a:buClrTx/>
                <a:buSzTx/>
                <a:buFontTx/>
                <a:buNone/>
              </a:pPr>
              <a:t>151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D649A2B-994D-A5EF-32F4-DEF595392AC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921"/>
                                        </p:tgtEl>
                                        <p:attrNameLst>
                                          <p:attrName>style.visibility</p:attrName>
                                        </p:attrNameLst>
                                      </p:cBhvr>
                                      <p:to>
                                        <p:strVal val="visible"/>
                                      </p:to>
                                    </p:set>
                                    <p:animEffect transition="in" filter="fade">
                                      <p:cBhvr>
                                        <p:cTn id="7" dur="500"/>
                                        <p:tgtEl>
                                          <p:spTgt spid="379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919"/>
                                        </p:tgtEl>
                                        <p:attrNameLst>
                                          <p:attrName>style.visibility</p:attrName>
                                        </p:attrNameLst>
                                      </p:cBhvr>
                                      <p:to>
                                        <p:strVal val="visible"/>
                                      </p:to>
                                    </p:set>
                                    <p:animEffect transition="in" filter="fade">
                                      <p:cBhvr>
                                        <p:cTn id="10" dur="500"/>
                                        <p:tgtEl>
                                          <p:spTgt spid="379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920"/>
                                        </p:tgtEl>
                                        <p:attrNameLst>
                                          <p:attrName>style.visibility</p:attrName>
                                        </p:attrNameLst>
                                      </p:cBhvr>
                                      <p:to>
                                        <p:strVal val="visible"/>
                                      </p:to>
                                    </p:set>
                                    <p:animEffect transition="in" filter="fade">
                                      <p:cBhvr>
                                        <p:cTn id="13" dur="500"/>
                                        <p:tgtEl>
                                          <p:spTgt spid="3792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792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792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7926"/>
                                        </p:tgtEl>
                                        <p:attrNameLst>
                                          <p:attrName>style.visibility</p:attrName>
                                        </p:attrNameLst>
                                      </p:cBhvr>
                                      <p:to>
                                        <p:strVal val="visible"/>
                                      </p:to>
                                    </p:set>
                                  </p:childTnLst>
                                </p:cTn>
                              </p:par>
                              <p:par>
                                <p:cTn id="24" presetID="10" presetClass="entr" presetSubtype="0" fill="hold" grpId="0" nodeType="withEffect">
                                  <p:stCondLst>
                                    <p:cond delay="0"/>
                                  </p:stCondLst>
                                  <p:childTnLst>
                                    <p:set>
                                      <p:cBhvr>
                                        <p:cTn id="25" dur="1" fill="hold">
                                          <p:stCondLst>
                                            <p:cond delay="0"/>
                                          </p:stCondLst>
                                        </p:cTn>
                                        <p:tgtEl>
                                          <p:spTgt spid="37922"/>
                                        </p:tgtEl>
                                        <p:attrNameLst>
                                          <p:attrName>style.visibility</p:attrName>
                                        </p:attrNameLst>
                                      </p:cBhvr>
                                      <p:to>
                                        <p:strVal val="visible"/>
                                      </p:to>
                                    </p:set>
                                    <p:animEffect transition="in" filter="fade">
                                      <p:cBhvr>
                                        <p:cTn id="26" dur="500"/>
                                        <p:tgtEl>
                                          <p:spTgt spid="3792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7927"/>
                                        </p:tgtEl>
                                        <p:attrNameLst>
                                          <p:attrName>style.visibility</p:attrName>
                                        </p:attrNameLst>
                                      </p:cBhvr>
                                      <p:to>
                                        <p:strVal val="visible"/>
                                      </p:to>
                                    </p:set>
                                    <p:animEffect transition="in" filter="fade">
                                      <p:cBhvr>
                                        <p:cTn id="29" dur="500"/>
                                        <p:tgtEl>
                                          <p:spTgt spid="37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19" grpId="0"/>
      <p:bldP spid="37920" grpId="0"/>
      <p:bldP spid="37921" grpId="0"/>
      <p:bldP spid="37922" grpId="0" animBg="1"/>
      <p:bldP spid="37924" grpId="0"/>
      <p:bldP spid="37925" grpId="0"/>
      <p:bldP spid="3792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3"/>
          <p:cNvSpPr>
            <a:spLocks noGrp="1" noChangeArrowheads="1"/>
          </p:cNvSpPr>
          <p:nvPr>
            <p:ph type="body" idx="1"/>
          </p:nvPr>
        </p:nvSpPr>
        <p:spPr>
          <a:xfrm>
            <a:off x="914400" y="1828800"/>
            <a:ext cx="3581400" cy="1676400"/>
          </a:xfrm>
          <a:noFill/>
        </p:spPr>
        <p:txBody>
          <a:bodyPr/>
          <a:lstStyle/>
          <a:p>
            <a:pPr>
              <a:buFont typeface="Monotype Sorts" pitchFamily="2" charset="2"/>
              <a:buNone/>
            </a:pPr>
            <a:r>
              <a:rPr lang="en-US" altLang="zh-CN" sz="2200">
                <a:ea typeface="SimSun" panose="02010600030101010101" pitchFamily="2" charset="-122"/>
              </a:rPr>
              <a:t>     How would you classify these data using a linear discriminant function in order to minimize the error?</a:t>
            </a:r>
          </a:p>
        </p:txBody>
      </p:sp>
      <p:grpSp>
        <p:nvGrpSpPr>
          <p:cNvPr id="221187" name="Group 5"/>
          <p:cNvGrpSpPr>
            <a:grpSpLocks/>
          </p:cNvGrpSpPr>
          <p:nvPr/>
        </p:nvGrpSpPr>
        <p:grpSpPr bwMode="auto">
          <a:xfrm>
            <a:off x="4343400" y="1600200"/>
            <a:ext cx="4419600" cy="4419600"/>
            <a:chOff x="2736" y="1008"/>
            <a:chExt cx="2784" cy="2784"/>
          </a:xfrm>
        </p:grpSpPr>
        <p:sp>
          <p:nvSpPr>
            <p:cNvPr id="221217" name="Line 6"/>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1218" name="Line 7"/>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21188" name="Oval 9"/>
          <p:cNvSpPr>
            <a:spLocks noChangeArrowheads="1"/>
          </p:cNvSpPr>
          <p:nvPr/>
        </p:nvSpPr>
        <p:spPr bwMode="auto">
          <a:xfrm>
            <a:off x="6096000" y="41910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89" name="Oval 10"/>
          <p:cNvSpPr>
            <a:spLocks noChangeArrowheads="1"/>
          </p:cNvSpPr>
          <p:nvPr/>
        </p:nvSpPr>
        <p:spPr bwMode="auto">
          <a:xfrm>
            <a:off x="6781800" y="39624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0" name="Oval 11"/>
          <p:cNvSpPr>
            <a:spLocks noChangeArrowheads="1"/>
          </p:cNvSpPr>
          <p:nvPr/>
        </p:nvSpPr>
        <p:spPr bwMode="auto">
          <a:xfrm>
            <a:off x="6705600" y="43434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1" name="Oval 12"/>
          <p:cNvSpPr>
            <a:spLocks noChangeArrowheads="1"/>
          </p:cNvSpPr>
          <p:nvPr/>
        </p:nvSpPr>
        <p:spPr bwMode="auto">
          <a:xfrm>
            <a:off x="7162800" y="44196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2" name="Oval 13"/>
          <p:cNvSpPr>
            <a:spLocks noChangeArrowheads="1"/>
          </p:cNvSpPr>
          <p:nvPr/>
        </p:nvSpPr>
        <p:spPr bwMode="auto">
          <a:xfrm>
            <a:off x="7543800" y="38862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3" name="Oval 14"/>
          <p:cNvSpPr>
            <a:spLocks noChangeArrowheads="1"/>
          </p:cNvSpPr>
          <p:nvPr/>
        </p:nvSpPr>
        <p:spPr bwMode="auto">
          <a:xfrm>
            <a:off x="6400800" y="47244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4" name="Oval 15"/>
          <p:cNvSpPr>
            <a:spLocks noChangeArrowheads="1"/>
          </p:cNvSpPr>
          <p:nvPr/>
        </p:nvSpPr>
        <p:spPr bwMode="auto">
          <a:xfrm>
            <a:off x="5867400" y="51816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5" name="Oval 16"/>
          <p:cNvSpPr>
            <a:spLocks noChangeArrowheads="1"/>
          </p:cNvSpPr>
          <p:nvPr/>
        </p:nvSpPr>
        <p:spPr bwMode="auto">
          <a:xfrm>
            <a:off x="7239000" y="49530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6" name="Oval 18"/>
          <p:cNvSpPr>
            <a:spLocks noChangeArrowheads="1"/>
          </p:cNvSpPr>
          <p:nvPr/>
        </p:nvSpPr>
        <p:spPr bwMode="auto">
          <a:xfrm>
            <a:off x="5105400" y="21336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7" name="Oval 19"/>
          <p:cNvSpPr>
            <a:spLocks noChangeArrowheads="1"/>
          </p:cNvSpPr>
          <p:nvPr/>
        </p:nvSpPr>
        <p:spPr bwMode="auto">
          <a:xfrm>
            <a:off x="5181600" y="2590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8" name="Oval 20"/>
          <p:cNvSpPr>
            <a:spLocks noChangeArrowheads="1"/>
          </p:cNvSpPr>
          <p:nvPr/>
        </p:nvSpPr>
        <p:spPr bwMode="auto">
          <a:xfrm>
            <a:off x="6019800" y="24384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199" name="Oval 21"/>
          <p:cNvSpPr>
            <a:spLocks noChangeArrowheads="1"/>
          </p:cNvSpPr>
          <p:nvPr/>
        </p:nvSpPr>
        <p:spPr bwMode="auto">
          <a:xfrm>
            <a:off x="5181600" y="3352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200" name="Oval 22"/>
          <p:cNvSpPr>
            <a:spLocks noChangeArrowheads="1"/>
          </p:cNvSpPr>
          <p:nvPr/>
        </p:nvSpPr>
        <p:spPr bwMode="auto">
          <a:xfrm>
            <a:off x="5867400" y="3352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201" name="Oval 23"/>
          <p:cNvSpPr>
            <a:spLocks noChangeArrowheads="1"/>
          </p:cNvSpPr>
          <p:nvPr/>
        </p:nvSpPr>
        <p:spPr bwMode="auto">
          <a:xfrm>
            <a:off x="6781800" y="20574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202" name="Oval 24"/>
          <p:cNvSpPr>
            <a:spLocks noChangeArrowheads="1"/>
          </p:cNvSpPr>
          <p:nvPr/>
        </p:nvSpPr>
        <p:spPr bwMode="auto">
          <a:xfrm>
            <a:off x="7162800" y="25146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8937" name="Line 25"/>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1204" name="Rectangle 27"/>
          <p:cNvSpPr>
            <a:spLocks noGrp="1" noChangeArrowheads="1"/>
          </p:cNvSpPr>
          <p:nvPr>
            <p:ph type="title"/>
          </p:nvPr>
        </p:nvSpPr>
        <p:spPr>
          <a:noFill/>
        </p:spPr>
        <p:txBody>
          <a:bodyPr/>
          <a:lstStyle/>
          <a:p>
            <a:pPr algn="ctr"/>
            <a:r>
              <a:rPr lang="en-US" altLang="zh-CN">
                <a:ea typeface="SimSun" panose="02010600030101010101" pitchFamily="2" charset="-122"/>
              </a:rPr>
              <a:t>Linear Discriminant Function</a:t>
            </a:r>
          </a:p>
        </p:txBody>
      </p:sp>
      <p:grpSp>
        <p:nvGrpSpPr>
          <p:cNvPr id="221205" name="Group 33"/>
          <p:cNvGrpSpPr>
            <a:grpSpLocks/>
          </p:cNvGrpSpPr>
          <p:nvPr/>
        </p:nvGrpSpPr>
        <p:grpSpPr bwMode="auto">
          <a:xfrm>
            <a:off x="2590800" y="762000"/>
            <a:ext cx="6553200" cy="4910138"/>
            <a:chOff x="1562" y="480"/>
            <a:chExt cx="4128" cy="3093"/>
          </a:xfrm>
        </p:grpSpPr>
        <p:sp>
          <p:nvSpPr>
            <p:cNvPr id="221212" name="Text Box 28"/>
            <p:cNvSpPr txBox="1">
              <a:spLocks noChangeArrowheads="1"/>
            </p:cNvSpPr>
            <p:nvPr/>
          </p:nvSpPr>
          <p:spPr bwMode="auto">
            <a:xfrm>
              <a:off x="4490" y="480"/>
              <a:ext cx="1200"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50000"/>
                </a:spcBef>
                <a:buClr>
                  <a:schemeClr val="tx1"/>
                </a:buClr>
                <a:buSzTx/>
                <a:buFontTx/>
                <a:buNone/>
              </a:pPr>
              <a:r>
                <a:rPr lang="en-US" altLang="zh-CN" sz="2000">
                  <a:latin typeface="Tahoma" panose="020B0604030504040204" pitchFamily="34" charset="0"/>
                  <a:ea typeface="SimSun" panose="02010600030101010101" pitchFamily="2" charset="-122"/>
                </a:rPr>
                <a:t> </a:t>
              </a:r>
            </a:p>
            <a:p>
              <a:pPr algn="ctr">
                <a:spcBef>
                  <a:spcPct val="50000"/>
                </a:spcBef>
                <a:buClr>
                  <a:schemeClr val="tx1"/>
                </a:buClr>
                <a:buSzTx/>
                <a:buFontTx/>
                <a:buNone/>
              </a:pPr>
              <a:r>
                <a:rPr lang="en-US" altLang="zh-CN" sz="2000">
                  <a:latin typeface="Tahoma" panose="020B0604030504040204" pitchFamily="34" charset="0"/>
                  <a:ea typeface="SimSun" panose="02010600030101010101" pitchFamily="2" charset="-122"/>
                </a:rPr>
                <a:t> </a:t>
              </a:r>
            </a:p>
          </p:txBody>
        </p:sp>
        <p:grpSp>
          <p:nvGrpSpPr>
            <p:cNvPr id="221213" name="Group 32"/>
            <p:cNvGrpSpPr>
              <a:grpSpLocks/>
            </p:cNvGrpSpPr>
            <p:nvPr/>
          </p:nvGrpSpPr>
          <p:grpSpPr bwMode="auto">
            <a:xfrm>
              <a:off x="1562" y="3024"/>
              <a:ext cx="1108" cy="549"/>
              <a:chOff x="1562" y="3024"/>
              <a:chExt cx="1108" cy="549"/>
            </a:xfrm>
          </p:grpSpPr>
          <p:sp>
            <p:nvSpPr>
              <p:cNvPr id="221214" name="Oval 29"/>
              <p:cNvSpPr>
                <a:spLocks noChangeArrowheads="1"/>
              </p:cNvSpPr>
              <p:nvPr/>
            </p:nvSpPr>
            <p:spPr bwMode="auto">
              <a:xfrm>
                <a:off x="1610" y="340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215" name="Oval 30"/>
              <p:cNvSpPr>
                <a:spLocks noChangeArrowheads="1"/>
              </p:cNvSpPr>
              <p:nvPr/>
            </p:nvSpPr>
            <p:spPr bwMode="auto">
              <a:xfrm>
                <a:off x="1610" y="3120"/>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1216" name="Rectangle 31"/>
              <p:cNvSpPr>
                <a:spLocks noChangeArrowheads="1"/>
              </p:cNvSpPr>
              <p:nvPr/>
            </p:nvSpPr>
            <p:spPr bwMode="auto">
              <a:xfrm>
                <a:off x="1562" y="3024"/>
                <a:ext cx="1108" cy="5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sp>
        <p:nvSpPr>
          <p:cNvPr id="221206" name="Text Box 35"/>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1207" name="Text Box 36"/>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38950" name="Rectangle 38"/>
          <p:cNvSpPr>
            <a:spLocks noChangeArrowheads="1"/>
          </p:cNvSpPr>
          <p:nvPr/>
        </p:nvSpPr>
        <p:spPr bwMode="auto">
          <a:xfrm>
            <a:off x="914400" y="3802063"/>
            <a:ext cx="3429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Infinite number of answers!</a:t>
            </a:r>
          </a:p>
        </p:txBody>
      </p:sp>
      <p:sp>
        <p:nvSpPr>
          <p:cNvPr id="221209" name="矩形 31"/>
          <p:cNvSpPr>
            <a:spLocks noChangeArrowheads="1"/>
          </p:cNvSpPr>
          <p:nvPr/>
        </p:nvSpPr>
        <p:spPr bwMode="auto">
          <a:xfrm>
            <a:off x="2362200" y="4800600"/>
            <a:ext cx="2484438"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50000"/>
              </a:spcBef>
              <a:buClr>
                <a:srgbClr val="402000"/>
              </a:buClr>
              <a:buSzTx/>
              <a:buFontTx/>
              <a:buNone/>
            </a:pPr>
            <a:r>
              <a:rPr lang="en-US" altLang="zh-CN" sz="2000">
                <a:solidFill>
                  <a:srgbClr val="402000"/>
                </a:solidFill>
                <a:latin typeface="Tahoma" panose="020B0604030504040204" pitchFamily="34" charset="0"/>
                <a:ea typeface="SimSun" panose="02010600030101010101" pitchFamily="2" charset="-122"/>
              </a:rPr>
              <a:t>denotes +1</a:t>
            </a:r>
          </a:p>
          <a:p>
            <a:pPr algn="ctr">
              <a:spcBef>
                <a:spcPct val="50000"/>
              </a:spcBef>
              <a:buClr>
                <a:srgbClr val="402000"/>
              </a:buClr>
              <a:buSzTx/>
              <a:buFontTx/>
              <a:buNone/>
            </a:pPr>
            <a:r>
              <a:rPr lang="en-US" altLang="zh-CN" sz="2000">
                <a:solidFill>
                  <a:srgbClr val="402000"/>
                </a:solidFill>
                <a:latin typeface="Tahoma" panose="020B0604030504040204" pitchFamily="34" charset="0"/>
                <a:ea typeface="SimSun" panose="02010600030101010101" pitchFamily="2" charset="-122"/>
              </a:rPr>
              <a:t>denotes -1</a:t>
            </a:r>
          </a:p>
        </p:txBody>
      </p:sp>
      <p:sp>
        <p:nvSpPr>
          <p:cNvPr id="22121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2C1296B-8125-4C84-BFBA-798271774AD5}" type="slidenum">
              <a:rPr lang="zh-CN" altLang="en-US" sz="1400" smtClean="0">
                <a:solidFill>
                  <a:schemeClr val="bg2"/>
                </a:solidFill>
                <a:latin typeface="Arial" panose="020B0604020202020204" pitchFamily="34" charset="0"/>
              </a:rPr>
              <a:pPr>
                <a:spcBef>
                  <a:spcPct val="50000"/>
                </a:spcBef>
                <a:buClrTx/>
                <a:buSzTx/>
                <a:buFontTx/>
                <a:buNone/>
              </a:pPr>
              <a:t>152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3A5F539-A18E-6F67-D9F7-6456B48989C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7" grpId="0" animBg="1"/>
      <p:bldP spid="38950"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2210" name="Group 4"/>
          <p:cNvGrpSpPr>
            <a:grpSpLocks/>
          </p:cNvGrpSpPr>
          <p:nvPr/>
        </p:nvGrpSpPr>
        <p:grpSpPr bwMode="auto">
          <a:xfrm>
            <a:off x="4343400" y="1600200"/>
            <a:ext cx="4419600" cy="4419600"/>
            <a:chOff x="2736" y="1008"/>
            <a:chExt cx="2784" cy="2784"/>
          </a:xfrm>
        </p:grpSpPr>
        <p:sp>
          <p:nvSpPr>
            <p:cNvPr id="222241"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2242"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2211" name="Group 7"/>
          <p:cNvGrpSpPr>
            <a:grpSpLocks/>
          </p:cNvGrpSpPr>
          <p:nvPr/>
        </p:nvGrpSpPr>
        <p:grpSpPr bwMode="auto">
          <a:xfrm>
            <a:off x="5867400" y="3886200"/>
            <a:ext cx="1828800" cy="1447800"/>
            <a:chOff x="3696" y="2448"/>
            <a:chExt cx="1152" cy="912"/>
          </a:xfrm>
        </p:grpSpPr>
        <p:sp>
          <p:nvSpPr>
            <p:cNvPr id="222233" name="Oval 8"/>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4" name="Oval 9"/>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5" name="Oval 10"/>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6" name="Oval 11"/>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7" name="Oval 12"/>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8" name="Oval 13"/>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9" name="Oval 14"/>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40" name="Oval 15"/>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2212" name="Group 16"/>
          <p:cNvGrpSpPr>
            <a:grpSpLocks/>
          </p:cNvGrpSpPr>
          <p:nvPr/>
        </p:nvGrpSpPr>
        <p:grpSpPr bwMode="auto">
          <a:xfrm>
            <a:off x="5105400" y="2057400"/>
            <a:ext cx="2209800" cy="1447800"/>
            <a:chOff x="3216" y="1296"/>
            <a:chExt cx="1392" cy="912"/>
          </a:xfrm>
        </p:grpSpPr>
        <p:sp>
          <p:nvSpPr>
            <p:cNvPr id="222226" name="Oval 17"/>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27" name="Oval 18"/>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28" name="Oval 19"/>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29" name="Oval 20"/>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0" name="Oval 21"/>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1" name="Oval 22"/>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2232" name="Oval 23"/>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2213" name="Line 24"/>
          <p:cNvSpPr>
            <a:spLocks noChangeShapeType="1"/>
          </p:cNvSpPr>
          <p:nvPr/>
        </p:nvSpPr>
        <p:spPr bwMode="auto">
          <a:xfrm flipV="1">
            <a:off x="4343400" y="3733800"/>
            <a:ext cx="388620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214" name="Text Box 27"/>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2215" name="Text Box 28"/>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222216" name="Rectangle 38"/>
          <p:cNvSpPr>
            <a:spLocks noGrp="1" noChangeArrowheads="1"/>
          </p:cNvSpPr>
          <p:nvPr>
            <p:ph type="body" idx="1"/>
          </p:nvPr>
        </p:nvSpPr>
        <p:spPr>
          <a:xfrm>
            <a:off x="1295400" y="2133600"/>
            <a:ext cx="2971800" cy="2667000"/>
          </a:xfrm>
          <a:noFill/>
        </p:spPr>
        <p:txBody>
          <a:bodyPr/>
          <a:lstStyle/>
          <a:p>
            <a:pPr>
              <a:buFont typeface="Monotype Sorts" pitchFamily="2" charset="2"/>
              <a:buNone/>
            </a:pPr>
            <a:r>
              <a:rPr lang="en-US" altLang="zh-CN">
                <a:ea typeface="SimSun" panose="02010600030101010101" pitchFamily="2" charset="-122"/>
              </a:rPr>
              <a:t>    Which one is the best with maximal generalization power?</a:t>
            </a:r>
          </a:p>
        </p:txBody>
      </p:sp>
      <p:sp>
        <p:nvSpPr>
          <p:cNvPr id="222217" name="Rectangle 39"/>
          <p:cNvSpPr>
            <a:spLocks noGrp="1" noChangeArrowheads="1"/>
          </p:cNvSpPr>
          <p:nvPr>
            <p:ph type="title"/>
          </p:nvPr>
        </p:nvSpPr>
        <p:spPr>
          <a:noFill/>
        </p:spPr>
        <p:txBody>
          <a:bodyPr/>
          <a:lstStyle/>
          <a:p>
            <a:pPr algn="ctr"/>
            <a:r>
              <a:rPr lang="en-US" altLang="zh-CN">
                <a:ea typeface="SimSun" panose="02010600030101010101" pitchFamily="2" charset="-122"/>
              </a:rPr>
              <a:t>Linear Discriminant Function</a:t>
            </a:r>
          </a:p>
        </p:txBody>
      </p:sp>
      <p:sp>
        <p:nvSpPr>
          <p:cNvPr id="222218" name="Rectangle 46"/>
          <p:cNvSpPr>
            <a:spLocks noChangeArrowheads="1"/>
          </p:cNvSpPr>
          <p:nvPr/>
        </p:nvSpPr>
        <p:spPr bwMode="auto">
          <a:xfrm>
            <a:off x="458788" y="3802063"/>
            <a:ext cx="3884612"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 typeface="Wingdings" panose="05000000000000000000" pitchFamily="2" charset="2"/>
              <a:buChar char="n"/>
            </a:pPr>
            <a:endParaRPr lang="en-US" altLang="zh-CN" sz="2200">
              <a:latin typeface="Arial" panose="020B0604020202020204" pitchFamily="34" charset="0"/>
              <a:ea typeface="SimSun" panose="02010600030101010101" pitchFamily="2" charset="-122"/>
            </a:endParaRPr>
          </a:p>
        </p:txBody>
      </p:sp>
      <p:sp>
        <p:nvSpPr>
          <p:cNvPr id="81967" name="Rectangle 47"/>
          <p:cNvSpPr>
            <a:spLocks noChangeArrowheads="1"/>
          </p:cNvSpPr>
          <p:nvPr/>
        </p:nvSpPr>
        <p:spPr bwMode="auto">
          <a:xfrm>
            <a:off x="457200" y="5173663"/>
            <a:ext cx="3884613"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a:t>
            </a:r>
          </a:p>
        </p:txBody>
      </p:sp>
      <p:grpSp>
        <p:nvGrpSpPr>
          <p:cNvPr id="5" name="Group 51"/>
          <p:cNvGrpSpPr>
            <a:grpSpLocks/>
          </p:cNvGrpSpPr>
          <p:nvPr/>
        </p:nvGrpSpPr>
        <p:grpSpPr bwMode="auto">
          <a:xfrm>
            <a:off x="4267200" y="1905000"/>
            <a:ext cx="4267200" cy="3657600"/>
            <a:chOff x="2688" y="1200"/>
            <a:chExt cx="2688" cy="2304"/>
          </a:xfrm>
        </p:grpSpPr>
        <p:sp>
          <p:nvSpPr>
            <p:cNvPr id="222223" name="Line 48"/>
            <p:cNvSpPr>
              <a:spLocks noChangeShapeType="1"/>
            </p:cNvSpPr>
            <p:nvPr/>
          </p:nvSpPr>
          <p:spPr bwMode="auto">
            <a:xfrm flipV="1">
              <a:off x="2736" y="1920"/>
              <a:ext cx="2400" cy="7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224" name="Line 49"/>
            <p:cNvSpPr>
              <a:spLocks noChangeShapeType="1"/>
            </p:cNvSpPr>
            <p:nvPr/>
          </p:nvSpPr>
          <p:spPr bwMode="auto">
            <a:xfrm flipV="1">
              <a:off x="2880" y="1200"/>
              <a:ext cx="2256" cy="230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2225" name="Line 50"/>
            <p:cNvSpPr>
              <a:spLocks noChangeShapeType="1"/>
            </p:cNvSpPr>
            <p:nvPr/>
          </p:nvSpPr>
          <p:spPr bwMode="auto">
            <a:xfrm flipV="1">
              <a:off x="2688" y="1440"/>
              <a:ext cx="2688" cy="16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222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E245931-E03B-458E-B439-3CB9D6264B23}" type="slidenum">
              <a:rPr lang="zh-CN" altLang="en-US" sz="1400" smtClean="0">
                <a:solidFill>
                  <a:schemeClr val="bg2"/>
                </a:solidFill>
                <a:latin typeface="Arial" panose="020B0604020202020204" pitchFamily="34" charset="0"/>
              </a:rPr>
              <a:pPr>
                <a:spcBef>
                  <a:spcPct val="50000"/>
                </a:spcBef>
                <a:buClrTx/>
                <a:buSzTx/>
                <a:buFontTx/>
                <a:buNone/>
              </a:pPr>
              <a:t>153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57F7B9A-23D4-7001-E661-6BD6F1C80B8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nodeType="afterGroup">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81967"/>
                                        </p:tgtEl>
                                        <p:attrNameLst>
                                          <p:attrName>style.visibility</p:attrName>
                                        </p:attrNameLst>
                                      </p:cBhvr>
                                      <p:to>
                                        <p:strVal val="visible"/>
                                      </p:to>
                                    </p:set>
                                    <p:animEffect transition="in" filter="fade">
                                      <p:cBhvr>
                                        <p:cTn id="10" dur="500"/>
                                        <p:tgtEl>
                                          <p:spTgt spid="81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7"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78852" name="Rectangle 4"/>
          <p:cNvSpPr>
            <a:spLocks noChangeArrowheads="1"/>
          </p:cNvSpPr>
          <p:nvPr/>
        </p:nvSpPr>
        <p:spPr bwMode="auto">
          <a:xfrm rot="-1913833">
            <a:off x="4114800" y="3194050"/>
            <a:ext cx="4572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23236" name="Group 5"/>
          <p:cNvGrpSpPr>
            <a:grpSpLocks/>
          </p:cNvGrpSpPr>
          <p:nvPr/>
        </p:nvGrpSpPr>
        <p:grpSpPr bwMode="auto">
          <a:xfrm>
            <a:off x="4343400" y="1600200"/>
            <a:ext cx="4419600" cy="4419600"/>
            <a:chOff x="2736" y="1008"/>
            <a:chExt cx="2784" cy="2784"/>
          </a:xfrm>
        </p:grpSpPr>
        <p:sp>
          <p:nvSpPr>
            <p:cNvPr id="223266" name="Line 6"/>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3267" name="Line 7"/>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3237" name="Group 8"/>
          <p:cNvGrpSpPr>
            <a:grpSpLocks/>
          </p:cNvGrpSpPr>
          <p:nvPr/>
        </p:nvGrpSpPr>
        <p:grpSpPr bwMode="auto">
          <a:xfrm>
            <a:off x="5867400" y="3886200"/>
            <a:ext cx="1828800" cy="1447800"/>
            <a:chOff x="3696" y="2448"/>
            <a:chExt cx="1152" cy="912"/>
          </a:xfrm>
        </p:grpSpPr>
        <p:sp>
          <p:nvSpPr>
            <p:cNvPr id="223258" name="Oval 9"/>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9" name="Oval 10"/>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60" name="Oval 11"/>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61" name="Oval 12"/>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62" name="Oval 13"/>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63" name="Oval 14"/>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64" name="Oval 15"/>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65" name="Oval 16"/>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3238" name="Group 17"/>
          <p:cNvGrpSpPr>
            <a:grpSpLocks/>
          </p:cNvGrpSpPr>
          <p:nvPr/>
        </p:nvGrpSpPr>
        <p:grpSpPr bwMode="auto">
          <a:xfrm>
            <a:off x="5105400" y="2057400"/>
            <a:ext cx="2209800" cy="1447800"/>
            <a:chOff x="3216" y="1296"/>
            <a:chExt cx="1392" cy="912"/>
          </a:xfrm>
        </p:grpSpPr>
        <p:sp>
          <p:nvSpPr>
            <p:cNvPr id="223251" name="Oval 18"/>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2" name="Oval 19"/>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3" name="Oval 20"/>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4" name="Oval 21"/>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5" name="Oval 22"/>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6" name="Oval 23"/>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3257" name="Oval 24"/>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3239" name="Line 25"/>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75" name="Freeform 27"/>
          <p:cNvSpPr>
            <a:spLocks/>
          </p:cNvSpPr>
          <p:nvPr/>
        </p:nvSpPr>
        <p:spPr bwMode="auto">
          <a:xfrm>
            <a:off x="6324600" y="2209800"/>
            <a:ext cx="495300" cy="838200"/>
          </a:xfrm>
          <a:custGeom>
            <a:avLst/>
            <a:gdLst>
              <a:gd name="T0" fmla="*/ 2147483646 w 168"/>
              <a:gd name="T1" fmla="*/ 2147483646 h 528"/>
              <a:gd name="T2" fmla="*/ 2147483646 w 168"/>
              <a:gd name="T3" fmla="*/ 2147483646 h 528"/>
              <a:gd name="T4" fmla="*/ 0 w 168"/>
              <a:gd name="T5" fmla="*/ 0 h 528"/>
              <a:gd name="T6" fmla="*/ 0 60000 65536"/>
              <a:gd name="T7" fmla="*/ 0 60000 65536"/>
              <a:gd name="T8" fmla="*/ 0 60000 65536"/>
              <a:gd name="T9" fmla="*/ 0 w 168"/>
              <a:gd name="T10" fmla="*/ 0 h 528"/>
              <a:gd name="T11" fmla="*/ 168 w 168"/>
              <a:gd name="T12" fmla="*/ 528 h 528"/>
            </a:gdLst>
            <a:ahLst/>
            <a:cxnLst>
              <a:cxn ang="T6">
                <a:pos x="T0" y="T1"/>
              </a:cxn>
              <a:cxn ang="T7">
                <a:pos x="T2" y="T3"/>
              </a:cxn>
              <a:cxn ang="T8">
                <a:pos x="T4" y="T5"/>
              </a:cxn>
            </a:cxnLst>
            <a:rect l="T9" t="T10" r="T11" b="T12"/>
            <a:pathLst>
              <a:path w="168" h="528">
                <a:moveTo>
                  <a:pt x="144" y="528"/>
                </a:moveTo>
                <a:cubicBezTo>
                  <a:pt x="156" y="380"/>
                  <a:pt x="168" y="232"/>
                  <a:pt x="144" y="144"/>
                </a:cubicBezTo>
                <a:cubicBezTo>
                  <a:pt x="120" y="56"/>
                  <a:pt x="60" y="28"/>
                  <a:pt x="0" y="0"/>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876" name="Text Box 28"/>
          <p:cNvSpPr txBox="1">
            <a:spLocks noChangeArrowheads="1"/>
          </p:cNvSpPr>
          <p:nvPr/>
        </p:nvSpPr>
        <p:spPr bwMode="auto">
          <a:xfrm>
            <a:off x="5334000" y="1752600"/>
            <a:ext cx="1390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Comic Sans MS" panose="030F0702030302020204" pitchFamily="66" charset="0"/>
                <a:ea typeface="SimSun" panose="02010600030101010101" pitchFamily="2" charset="-122"/>
              </a:rPr>
              <a:t>“safe zone”</a:t>
            </a:r>
          </a:p>
        </p:txBody>
      </p:sp>
      <p:sp>
        <p:nvSpPr>
          <p:cNvPr id="223242" name="Rectangle 31"/>
          <p:cNvSpPr>
            <a:spLocks noGrp="1" noChangeArrowheads="1"/>
          </p:cNvSpPr>
          <p:nvPr>
            <p:ph type="body" idx="1"/>
          </p:nvPr>
        </p:nvSpPr>
        <p:spPr>
          <a:xfrm>
            <a:off x="838200" y="1676400"/>
            <a:ext cx="3352800" cy="990600"/>
          </a:xfrm>
          <a:noFill/>
        </p:spPr>
        <p:txBody>
          <a:bodyPr/>
          <a:lstStyle/>
          <a:p>
            <a:pPr>
              <a:buFont typeface="Monotype Sorts" pitchFamily="2" charset="2"/>
              <a:buNone/>
            </a:pPr>
            <a:r>
              <a:rPr lang="en-US" altLang="zh-CN" sz="2200">
                <a:ea typeface="SimSun" panose="02010600030101010101" pitchFamily="2" charset="-122"/>
              </a:rPr>
              <a:t>    </a:t>
            </a:r>
            <a:r>
              <a:rPr lang="en-US" altLang="zh-CN" sz="2400">
                <a:ea typeface="SimSun" panose="02010600030101010101" pitchFamily="2" charset="-122"/>
              </a:rPr>
              <a:t>The linear discriminant function (classifier) with the maximum </a:t>
            </a:r>
            <a:r>
              <a:rPr lang="en-US" altLang="zh-CN" sz="2400">
                <a:solidFill>
                  <a:srgbClr val="FF9900"/>
                </a:solidFill>
                <a:ea typeface="SimSun" panose="02010600030101010101" pitchFamily="2" charset="-122"/>
              </a:rPr>
              <a:t>margin</a:t>
            </a:r>
            <a:r>
              <a:rPr lang="en-US" altLang="zh-CN" sz="2400">
                <a:ea typeface="SimSun" panose="02010600030101010101" pitchFamily="2" charset="-122"/>
              </a:rPr>
              <a:t> is the best.</a:t>
            </a:r>
          </a:p>
        </p:txBody>
      </p:sp>
      <p:sp>
        <p:nvSpPr>
          <p:cNvPr id="78880" name="Rectangle 32"/>
          <p:cNvSpPr>
            <a:spLocks noChangeArrowheads="1"/>
          </p:cNvSpPr>
          <p:nvPr/>
        </p:nvSpPr>
        <p:spPr bwMode="auto">
          <a:xfrm>
            <a:off x="762000" y="3276600"/>
            <a:ext cx="38274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Margin is defined as the width that the boundary could be increased by before hitting a data point</a:t>
            </a:r>
          </a:p>
        </p:txBody>
      </p:sp>
      <p:sp>
        <p:nvSpPr>
          <p:cNvPr id="78881" name="Rectangle 33"/>
          <p:cNvSpPr>
            <a:spLocks noChangeArrowheads="1"/>
          </p:cNvSpPr>
          <p:nvPr/>
        </p:nvSpPr>
        <p:spPr bwMode="auto">
          <a:xfrm>
            <a:off x="533400" y="4800600"/>
            <a:ext cx="3903663"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669925" indent="-325438">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Why it is the best?</a:t>
            </a:r>
          </a:p>
          <a:p>
            <a:pPr lvl="1">
              <a:buClr>
                <a:schemeClr val="accent2"/>
              </a:buClr>
              <a:buSzPct val="60000"/>
              <a:buFontTx/>
              <a:buNone/>
            </a:pPr>
            <a:r>
              <a:rPr lang="en-US" altLang="zh-CN" sz="2000">
                <a:latin typeface="Arial" panose="020B0604020202020204" pitchFamily="34" charset="0"/>
                <a:ea typeface="SimSun" panose="02010600030101010101" pitchFamily="2" charset="-122"/>
              </a:rPr>
              <a:t>    Robust to outliners and thus strong generalization ability </a:t>
            </a:r>
          </a:p>
        </p:txBody>
      </p:sp>
      <p:sp>
        <p:nvSpPr>
          <p:cNvPr id="78882" name="Line 34"/>
          <p:cNvSpPr>
            <a:spLocks noChangeShapeType="1"/>
          </p:cNvSpPr>
          <p:nvPr/>
        </p:nvSpPr>
        <p:spPr bwMode="auto">
          <a:xfrm>
            <a:off x="8229600" y="1981200"/>
            <a:ext cx="457200" cy="685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84" name="Text Box 36"/>
          <p:cNvSpPr txBox="1">
            <a:spLocks noChangeArrowheads="1"/>
          </p:cNvSpPr>
          <p:nvPr/>
        </p:nvSpPr>
        <p:spPr bwMode="auto">
          <a:xfrm>
            <a:off x="7575550" y="161448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Arial" panose="020B0604020202020204" pitchFamily="34" charset="0"/>
                <a:ea typeface="SimSun" panose="02010600030101010101" pitchFamily="2" charset="-122"/>
              </a:rPr>
              <a:t>Margin</a:t>
            </a:r>
          </a:p>
        </p:txBody>
      </p:sp>
      <p:sp>
        <p:nvSpPr>
          <p:cNvPr id="223247" name="Text Box 37"/>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3248" name="Text Box 38"/>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22325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CE88918-B987-4639-943B-CB386AC6994A}" type="slidenum">
              <a:rPr lang="zh-CN" altLang="en-US" sz="1400" smtClean="0">
                <a:solidFill>
                  <a:schemeClr val="bg2"/>
                </a:solidFill>
                <a:latin typeface="Arial" panose="020B0604020202020204" pitchFamily="34" charset="0"/>
              </a:rPr>
              <a:pPr>
                <a:spcBef>
                  <a:spcPct val="50000"/>
                </a:spcBef>
                <a:buClrTx/>
                <a:buSzTx/>
                <a:buFontTx/>
                <a:buNone/>
              </a:pPr>
              <a:t>154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7C4B65F-A151-C66F-31D8-294CE1006B9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272" fill="hold" grpId="0" nodeType="clickEffect">
                                  <p:stCondLst>
                                    <p:cond delay="0"/>
                                  </p:stCondLst>
                                  <p:childTnLst>
                                    <p:set>
                                      <p:cBhvr>
                                        <p:cTn id="10" dur="1" fill="hold">
                                          <p:stCondLst>
                                            <p:cond delay="0"/>
                                          </p:stCondLst>
                                        </p:cTn>
                                        <p:tgtEl>
                                          <p:spTgt spid="78852"/>
                                        </p:tgtEl>
                                        <p:attrNameLst>
                                          <p:attrName>style.visibility</p:attrName>
                                        </p:attrNameLst>
                                      </p:cBhvr>
                                      <p:to>
                                        <p:strVal val="visible"/>
                                      </p:to>
                                    </p:set>
                                    <p:anim calcmode="lin" valueType="num">
                                      <p:cBhvr>
                                        <p:cTn id="11" dur="500" fill="hold"/>
                                        <p:tgtEl>
                                          <p:spTgt spid="78852"/>
                                        </p:tgtEl>
                                        <p:attrNameLst>
                                          <p:attrName>ppt_w</p:attrName>
                                        </p:attrNameLst>
                                      </p:cBhvr>
                                      <p:tavLst>
                                        <p:tav tm="0">
                                          <p:val>
                                            <p:strVal val="2/3*#ppt_w"/>
                                          </p:val>
                                        </p:tav>
                                        <p:tav tm="100000">
                                          <p:val>
                                            <p:strVal val="#ppt_w"/>
                                          </p:val>
                                        </p:tav>
                                      </p:tavLst>
                                    </p:anim>
                                    <p:anim calcmode="lin" valueType="num">
                                      <p:cBhvr>
                                        <p:cTn id="12" dur="500" fill="hold"/>
                                        <p:tgtEl>
                                          <p:spTgt spid="78852"/>
                                        </p:tgtEl>
                                        <p:attrNameLst>
                                          <p:attrName>ppt_h</p:attrName>
                                        </p:attrNameLst>
                                      </p:cBhvr>
                                      <p:tavLst>
                                        <p:tav tm="0">
                                          <p:val>
                                            <p:strVal val="2/3*#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88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888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8881">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8881">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87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8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nimBg="1"/>
      <p:bldP spid="78875" grpId="0" animBg="1"/>
      <p:bldP spid="78876" grpId="0"/>
      <p:bldP spid="78880" grpId="0"/>
      <p:bldP spid="78882" grpId="0" animBg="1"/>
      <p:bldP spid="78884"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224259" name="Rectangle 3"/>
          <p:cNvSpPr>
            <a:spLocks noChangeArrowheads="1"/>
          </p:cNvSpPr>
          <p:nvPr/>
        </p:nvSpPr>
        <p:spPr bwMode="auto">
          <a:xfrm rot="-1913833">
            <a:off x="4114800" y="3194050"/>
            <a:ext cx="4572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24260" name="Group 4"/>
          <p:cNvGrpSpPr>
            <a:grpSpLocks/>
          </p:cNvGrpSpPr>
          <p:nvPr/>
        </p:nvGrpSpPr>
        <p:grpSpPr bwMode="auto">
          <a:xfrm>
            <a:off x="4343400" y="1600200"/>
            <a:ext cx="4419600" cy="4419600"/>
            <a:chOff x="2736" y="1008"/>
            <a:chExt cx="2784" cy="2784"/>
          </a:xfrm>
        </p:grpSpPr>
        <p:sp>
          <p:nvSpPr>
            <p:cNvPr id="224289"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4290"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4261" name="Group 7"/>
          <p:cNvGrpSpPr>
            <a:grpSpLocks/>
          </p:cNvGrpSpPr>
          <p:nvPr/>
        </p:nvGrpSpPr>
        <p:grpSpPr bwMode="auto">
          <a:xfrm>
            <a:off x="5867400" y="3886200"/>
            <a:ext cx="1828800" cy="1447800"/>
            <a:chOff x="3696" y="2448"/>
            <a:chExt cx="1152" cy="912"/>
          </a:xfrm>
        </p:grpSpPr>
        <p:sp>
          <p:nvSpPr>
            <p:cNvPr id="224281" name="Oval 8"/>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2" name="Oval 9"/>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3" name="Oval 10"/>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4" name="Oval 11"/>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5" name="Oval 12"/>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6" name="Oval 13"/>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7" name="Oval 14"/>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8" name="Oval 15"/>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4262" name="Group 16"/>
          <p:cNvGrpSpPr>
            <a:grpSpLocks/>
          </p:cNvGrpSpPr>
          <p:nvPr/>
        </p:nvGrpSpPr>
        <p:grpSpPr bwMode="auto">
          <a:xfrm>
            <a:off x="5105400" y="2057400"/>
            <a:ext cx="2209800" cy="1447800"/>
            <a:chOff x="3216" y="1296"/>
            <a:chExt cx="1392" cy="912"/>
          </a:xfrm>
        </p:grpSpPr>
        <p:sp>
          <p:nvSpPr>
            <p:cNvPr id="224274" name="Oval 17"/>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75" name="Oval 18"/>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76" name="Oval 19"/>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77" name="Oval 20"/>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78" name="Oval 21"/>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79" name="Oval 22"/>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4280" name="Oval 23"/>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4263" name="Line 24"/>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4264" name="Rectangle 27"/>
          <p:cNvSpPr>
            <a:spLocks noGrp="1" noChangeArrowheads="1"/>
          </p:cNvSpPr>
          <p:nvPr>
            <p:ph type="body" idx="1"/>
          </p:nvPr>
        </p:nvSpPr>
        <p:spPr>
          <a:xfrm>
            <a:off x="762000" y="1524000"/>
            <a:ext cx="4038600" cy="457200"/>
          </a:xfrm>
          <a:noFill/>
        </p:spPr>
        <p:txBody>
          <a:bodyPr/>
          <a:lstStyle/>
          <a:p>
            <a:pPr>
              <a:buFont typeface="Monotype Sorts" pitchFamily="2" charset="2"/>
              <a:buNone/>
            </a:pPr>
            <a:r>
              <a:rPr lang="en-US" altLang="zh-CN" sz="2200">
                <a:ea typeface="SimSun" panose="02010600030101010101" pitchFamily="2" charset="-122"/>
              </a:rPr>
              <a:t>Given a set of data:</a:t>
            </a:r>
          </a:p>
        </p:txBody>
      </p:sp>
      <p:sp>
        <p:nvSpPr>
          <p:cNvPr id="82972" name="Rectangle 28"/>
          <p:cNvSpPr>
            <a:spLocks noChangeArrowheads="1"/>
          </p:cNvSpPr>
          <p:nvPr/>
        </p:nvSpPr>
        <p:spPr bwMode="auto">
          <a:xfrm>
            <a:off x="533400" y="3814763"/>
            <a:ext cx="40386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With a scale transformation on both </a:t>
            </a:r>
            <a:r>
              <a:rPr lang="en-US" altLang="zh-CN" sz="2200" i="1">
                <a:solidFill>
                  <a:schemeClr val="tx2"/>
                </a:solidFill>
                <a:latin typeface="Arial" panose="020B0604020202020204" pitchFamily="34" charset="0"/>
                <a:ea typeface="SimSun" panose="02010600030101010101" pitchFamily="2" charset="-122"/>
              </a:rPr>
              <a:t>w</a:t>
            </a:r>
            <a:r>
              <a:rPr lang="en-US" altLang="zh-CN" sz="2200">
                <a:latin typeface="Arial" panose="020B0604020202020204" pitchFamily="34" charset="0"/>
                <a:ea typeface="SimSun" panose="02010600030101010101" pitchFamily="2" charset="-122"/>
              </a:rPr>
              <a:t> and </a:t>
            </a:r>
            <a:r>
              <a:rPr lang="en-US" altLang="zh-CN" sz="2200" i="1">
                <a:solidFill>
                  <a:schemeClr val="tx2"/>
                </a:solidFill>
                <a:latin typeface="Arial" panose="020B0604020202020204" pitchFamily="34" charset="0"/>
                <a:ea typeface="SimSun" panose="02010600030101010101" pitchFamily="2" charset="-122"/>
              </a:rPr>
              <a:t>b</a:t>
            </a:r>
            <a:r>
              <a:rPr lang="en-US" altLang="zh-CN" sz="2200">
                <a:latin typeface="Arial" panose="020B0604020202020204" pitchFamily="34" charset="0"/>
                <a:ea typeface="SimSun" panose="02010600030101010101" pitchFamily="2" charset="-122"/>
              </a:rPr>
              <a:t>, the above is equivalent to </a:t>
            </a:r>
          </a:p>
        </p:txBody>
      </p:sp>
      <p:sp>
        <p:nvSpPr>
          <p:cNvPr id="224266" name="Text Box 32"/>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4267" name="Text Box 33"/>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graphicFrame>
        <p:nvGraphicFramePr>
          <p:cNvPr id="224268" name="Object 2"/>
          <p:cNvGraphicFramePr>
            <a:graphicFrameLocks noChangeAspect="1"/>
          </p:cNvGraphicFramePr>
          <p:nvPr/>
        </p:nvGraphicFramePr>
        <p:xfrm>
          <a:off x="887413" y="2543175"/>
          <a:ext cx="3346450" cy="1014413"/>
        </p:xfrm>
        <a:graphic>
          <a:graphicData uri="http://schemas.openxmlformats.org/presentationml/2006/ole">
            <mc:AlternateContent xmlns:mc="http://schemas.openxmlformats.org/markup-compatibility/2006">
              <mc:Choice xmlns:v="urn:schemas-microsoft-com:vml" Requires="v">
                <p:oleObj name="Equation" r:id="rId2" imgW="1586811" imgH="482391" progId="Equation.DSMT4">
                  <p:embed/>
                </p:oleObj>
              </mc:Choice>
              <mc:Fallback>
                <p:oleObj name="Equation" r:id="rId2" imgW="1586811" imgH="482391" progId="Equation.DSMT4">
                  <p:embed/>
                  <p:pic>
                    <p:nvPicPr>
                      <p:cNvPr id="22426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413" y="2543175"/>
                        <a:ext cx="3346450"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9" name="Object 3"/>
          <p:cNvGraphicFramePr>
            <a:graphicFrameLocks noChangeAspect="1"/>
          </p:cNvGraphicFramePr>
          <p:nvPr/>
        </p:nvGraphicFramePr>
        <p:xfrm>
          <a:off x="838200" y="1893888"/>
          <a:ext cx="2824163" cy="468312"/>
        </p:xfrm>
        <a:graphic>
          <a:graphicData uri="http://schemas.openxmlformats.org/presentationml/2006/ole">
            <mc:AlternateContent xmlns:mc="http://schemas.openxmlformats.org/markup-compatibility/2006">
              <mc:Choice xmlns:v="urn:schemas-microsoft-com:vml" Requires="v">
                <p:oleObj name="Equation" r:id="rId4" imgW="1397000" imgH="228600" progId="Equation.DSMT4">
                  <p:embed/>
                </p:oleObj>
              </mc:Choice>
              <mc:Fallback>
                <p:oleObj name="Equation" r:id="rId4" imgW="1397000" imgH="228600" progId="Equation.DSMT4">
                  <p:embed/>
                  <p:pic>
                    <p:nvPicPr>
                      <p:cNvPr id="22426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893888"/>
                        <a:ext cx="2824163"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4270" name="Text Box 42"/>
          <p:cNvSpPr txBox="1">
            <a:spLocks noChangeArrowheads="1"/>
          </p:cNvSpPr>
          <p:nvPr/>
        </p:nvSpPr>
        <p:spPr bwMode="auto">
          <a:xfrm>
            <a:off x="3505200" y="1828800"/>
            <a:ext cx="118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 where</a:t>
            </a:r>
          </a:p>
        </p:txBody>
      </p:sp>
      <p:graphicFrame>
        <p:nvGraphicFramePr>
          <p:cNvPr id="82987" name="Object 4"/>
          <p:cNvGraphicFramePr>
            <a:graphicFrameLocks noChangeAspect="1"/>
          </p:cNvGraphicFramePr>
          <p:nvPr/>
        </p:nvGraphicFramePr>
        <p:xfrm>
          <a:off x="831850" y="5051425"/>
          <a:ext cx="3479800" cy="1014413"/>
        </p:xfrm>
        <a:graphic>
          <a:graphicData uri="http://schemas.openxmlformats.org/presentationml/2006/ole">
            <mc:AlternateContent xmlns:mc="http://schemas.openxmlformats.org/markup-compatibility/2006">
              <mc:Choice xmlns:v="urn:schemas-microsoft-com:vml" Requires="v">
                <p:oleObj name="Equation" r:id="rId6" imgW="1651000" imgH="482600" progId="Equation.DSMT4">
                  <p:embed/>
                </p:oleObj>
              </mc:Choice>
              <mc:Fallback>
                <p:oleObj name="Equation" r:id="rId6" imgW="1651000" imgH="482600" progId="Equation.DSMT4">
                  <p:embed/>
                  <p:pic>
                    <p:nvPicPr>
                      <p:cNvPr id="8298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850" y="5051425"/>
                        <a:ext cx="3479800"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427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214DE3F-153C-4889-B650-944B1661849E}" type="slidenum">
              <a:rPr lang="zh-CN" altLang="en-US" sz="1400" smtClean="0">
                <a:solidFill>
                  <a:schemeClr val="bg2"/>
                </a:solidFill>
                <a:latin typeface="Arial" panose="020B0604020202020204" pitchFamily="34" charset="0"/>
              </a:rPr>
              <a:pPr>
                <a:spcBef>
                  <a:spcPct val="50000"/>
                </a:spcBef>
                <a:buClrTx/>
                <a:buSzTx/>
                <a:buFontTx/>
                <a:buNone/>
              </a:pPr>
              <a:t>155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39FE854-6427-9FBC-421E-1613EAA8044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7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225283" name="Rectangle 3"/>
          <p:cNvSpPr>
            <a:spLocks noChangeArrowheads="1"/>
          </p:cNvSpPr>
          <p:nvPr/>
        </p:nvSpPr>
        <p:spPr bwMode="auto">
          <a:xfrm rot="-1913833">
            <a:off x="4114800" y="3194050"/>
            <a:ext cx="4572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25284" name="Group 4"/>
          <p:cNvGrpSpPr>
            <a:grpSpLocks/>
          </p:cNvGrpSpPr>
          <p:nvPr/>
        </p:nvGrpSpPr>
        <p:grpSpPr bwMode="auto">
          <a:xfrm>
            <a:off x="4343400" y="1600200"/>
            <a:ext cx="4419600" cy="4419600"/>
            <a:chOff x="2736" y="1008"/>
            <a:chExt cx="2784" cy="2784"/>
          </a:xfrm>
        </p:grpSpPr>
        <p:sp>
          <p:nvSpPr>
            <p:cNvPr id="225331"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332"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5285" name="Group 7"/>
          <p:cNvGrpSpPr>
            <a:grpSpLocks/>
          </p:cNvGrpSpPr>
          <p:nvPr/>
        </p:nvGrpSpPr>
        <p:grpSpPr bwMode="auto">
          <a:xfrm>
            <a:off x="5867400" y="3886200"/>
            <a:ext cx="1828800" cy="1447800"/>
            <a:chOff x="3696" y="2448"/>
            <a:chExt cx="1152" cy="912"/>
          </a:xfrm>
        </p:grpSpPr>
        <p:sp>
          <p:nvSpPr>
            <p:cNvPr id="225323" name="Oval 8"/>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4" name="Oval 9"/>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5" name="Oval 10"/>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6" name="Oval 11"/>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7" name="Oval 12"/>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8" name="Oval 13"/>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9" name="Oval 14"/>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30" name="Oval 15"/>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5286" name="Group 16"/>
          <p:cNvGrpSpPr>
            <a:grpSpLocks/>
          </p:cNvGrpSpPr>
          <p:nvPr/>
        </p:nvGrpSpPr>
        <p:grpSpPr bwMode="auto">
          <a:xfrm>
            <a:off x="5105400" y="2057400"/>
            <a:ext cx="2209800" cy="1447800"/>
            <a:chOff x="3216" y="1296"/>
            <a:chExt cx="1392" cy="912"/>
          </a:xfrm>
        </p:grpSpPr>
        <p:sp>
          <p:nvSpPr>
            <p:cNvPr id="225316" name="Oval 17"/>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17" name="Oval 18"/>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18" name="Oval 19"/>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19" name="Oval 20"/>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0" name="Oval 21"/>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1" name="Oval 22"/>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22" name="Oval 23"/>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5287" name="Line 24"/>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993" name="Rectangle 25"/>
          <p:cNvSpPr>
            <a:spLocks noGrp="1" noChangeArrowheads="1"/>
          </p:cNvSpPr>
          <p:nvPr>
            <p:ph type="body" idx="1"/>
          </p:nvPr>
        </p:nvSpPr>
        <p:spPr>
          <a:xfrm>
            <a:off x="762000" y="1524000"/>
            <a:ext cx="3733800" cy="609600"/>
          </a:xfrm>
          <a:noFill/>
        </p:spPr>
        <p:txBody>
          <a:bodyPr/>
          <a:lstStyle/>
          <a:p>
            <a:pPr>
              <a:buFont typeface="Monotype Sorts" pitchFamily="2" charset="2"/>
              <a:buNone/>
            </a:pPr>
            <a:r>
              <a:rPr lang="en-US" altLang="zh-CN" sz="2200">
                <a:ea typeface="SimSun" panose="02010600030101010101" pitchFamily="2" charset="-122"/>
              </a:rPr>
              <a:t>      Let</a:t>
            </a:r>
          </a:p>
        </p:txBody>
      </p:sp>
      <p:sp>
        <p:nvSpPr>
          <p:cNvPr id="83994" name="Rectangle 26"/>
          <p:cNvSpPr>
            <a:spLocks noChangeArrowheads="1"/>
          </p:cNvSpPr>
          <p:nvPr/>
        </p:nvSpPr>
        <p:spPr bwMode="auto">
          <a:xfrm>
            <a:off x="762000" y="3505200"/>
            <a:ext cx="33528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The margin width is:</a:t>
            </a:r>
          </a:p>
        </p:txBody>
      </p:sp>
      <p:sp>
        <p:nvSpPr>
          <p:cNvPr id="225290" name="Text Box 27"/>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5291" name="Text Box 28"/>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graphicFrame>
        <p:nvGraphicFramePr>
          <p:cNvPr id="84003" name="Object 2"/>
          <p:cNvGraphicFramePr>
            <a:graphicFrameLocks noChangeAspect="1"/>
          </p:cNvGraphicFramePr>
          <p:nvPr/>
        </p:nvGraphicFramePr>
        <p:xfrm>
          <a:off x="1447800" y="1981200"/>
          <a:ext cx="1954213" cy="962025"/>
        </p:xfrm>
        <a:graphic>
          <a:graphicData uri="http://schemas.openxmlformats.org/presentationml/2006/ole">
            <mc:AlternateContent xmlns:mc="http://schemas.openxmlformats.org/markup-compatibility/2006">
              <mc:Choice xmlns:v="urn:schemas-microsoft-com:vml" Requires="v">
                <p:oleObj name="Equation" r:id="rId2" imgW="927100" imgH="457200" progId="Equation.DSMT4">
                  <p:embed/>
                </p:oleObj>
              </mc:Choice>
              <mc:Fallback>
                <p:oleObj name="Equation" r:id="rId2" imgW="927100" imgH="457200" progId="Equation.DSMT4">
                  <p:embed/>
                  <p:pic>
                    <p:nvPicPr>
                      <p:cNvPr id="8400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981200"/>
                        <a:ext cx="1954213" cy="96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293" name="Line 39"/>
          <p:cNvSpPr>
            <a:spLocks noChangeShapeType="1"/>
          </p:cNvSpPr>
          <p:nvPr/>
        </p:nvSpPr>
        <p:spPr bwMode="auto">
          <a:xfrm>
            <a:off x="8229600" y="1981200"/>
            <a:ext cx="457200" cy="685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294" name="Text Box 40"/>
          <p:cNvSpPr txBox="1">
            <a:spLocks noChangeArrowheads="1"/>
          </p:cNvSpPr>
          <p:nvPr/>
        </p:nvSpPr>
        <p:spPr bwMode="auto">
          <a:xfrm>
            <a:off x="7575550" y="161448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Arial" panose="020B0604020202020204" pitchFamily="34" charset="0"/>
                <a:ea typeface="SimSun" panose="02010600030101010101" pitchFamily="2" charset="-122"/>
              </a:rPr>
              <a:t>Margin</a:t>
            </a:r>
          </a:p>
        </p:txBody>
      </p:sp>
      <p:sp>
        <p:nvSpPr>
          <p:cNvPr id="84009" name="Rectangle 41"/>
          <p:cNvSpPr>
            <a:spLocks noChangeArrowheads="1"/>
          </p:cNvSpPr>
          <p:nvPr/>
        </p:nvSpPr>
        <p:spPr bwMode="auto">
          <a:xfrm rot="-2054740">
            <a:off x="5943600" y="32004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0</a:t>
            </a:r>
          </a:p>
        </p:txBody>
      </p:sp>
      <p:sp>
        <p:nvSpPr>
          <p:cNvPr id="84010" name="Rectangle 42"/>
          <p:cNvSpPr>
            <a:spLocks noChangeArrowheads="1"/>
          </p:cNvSpPr>
          <p:nvPr/>
        </p:nvSpPr>
        <p:spPr bwMode="auto">
          <a:xfrm rot="-2054740">
            <a:off x="6477000" y="32766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sp>
        <p:nvSpPr>
          <p:cNvPr id="84011" name="Rectangle 43"/>
          <p:cNvSpPr>
            <a:spLocks noChangeArrowheads="1"/>
          </p:cNvSpPr>
          <p:nvPr/>
        </p:nvSpPr>
        <p:spPr bwMode="auto">
          <a:xfrm rot="-2054740">
            <a:off x="5257800" y="26670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grpSp>
        <p:nvGrpSpPr>
          <p:cNvPr id="5" name="Group 53"/>
          <p:cNvGrpSpPr>
            <a:grpSpLocks/>
          </p:cNvGrpSpPr>
          <p:nvPr/>
        </p:nvGrpSpPr>
        <p:grpSpPr bwMode="auto">
          <a:xfrm>
            <a:off x="5410200" y="2147888"/>
            <a:ext cx="2216150" cy="2347912"/>
            <a:chOff x="3408" y="1353"/>
            <a:chExt cx="1396" cy="1479"/>
          </a:xfrm>
        </p:grpSpPr>
        <p:sp>
          <p:nvSpPr>
            <p:cNvPr id="225310" name="Oval 44"/>
            <p:cNvSpPr>
              <a:spLocks noChangeArrowheads="1"/>
            </p:cNvSpPr>
            <p:nvPr/>
          </p:nvSpPr>
          <p:spPr bwMode="auto">
            <a:xfrm>
              <a:off x="3648" y="206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11" name="Oval 45"/>
            <p:cNvSpPr>
              <a:spLocks noChangeArrowheads="1"/>
            </p:cNvSpPr>
            <p:nvPr/>
          </p:nvSpPr>
          <p:spPr bwMode="auto">
            <a:xfrm>
              <a:off x="4464" y="1536"/>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12" name="Oval 46"/>
            <p:cNvSpPr>
              <a:spLocks noChangeArrowheads="1"/>
            </p:cNvSpPr>
            <p:nvPr/>
          </p:nvSpPr>
          <p:spPr bwMode="auto">
            <a:xfrm>
              <a:off x="3792" y="2592"/>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5313" name="Text Box 47"/>
            <p:cNvSpPr txBox="1">
              <a:spLocks noChangeArrowheads="1"/>
            </p:cNvSpPr>
            <p:nvPr/>
          </p:nvSpPr>
          <p:spPr bwMode="auto">
            <a:xfrm>
              <a:off x="3408" y="1968"/>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5314" name="Text Box 48"/>
            <p:cNvSpPr txBox="1">
              <a:spLocks noChangeArrowheads="1"/>
            </p:cNvSpPr>
            <p:nvPr/>
          </p:nvSpPr>
          <p:spPr bwMode="auto">
            <a:xfrm>
              <a:off x="4560" y="1353"/>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5315" name="Text Box 49"/>
            <p:cNvSpPr txBox="1">
              <a:spLocks noChangeArrowheads="1"/>
            </p:cNvSpPr>
            <p:nvPr/>
          </p:nvSpPr>
          <p:spPr bwMode="auto">
            <a:xfrm>
              <a:off x="4004" y="260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grpSp>
      <p:graphicFrame>
        <p:nvGraphicFramePr>
          <p:cNvPr id="84018" name="Object 3"/>
          <p:cNvGraphicFramePr>
            <a:graphicFrameLocks noChangeAspect="1"/>
          </p:cNvGraphicFramePr>
          <p:nvPr/>
        </p:nvGraphicFramePr>
        <p:xfrm>
          <a:off x="990600" y="4191000"/>
          <a:ext cx="3346450" cy="1441450"/>
        </p:xfrm>
        <a:graphic>
          <a:graphicData uri="http://schemas.openxmlformats.org/presentationml/2006/ole">
            <mc:AlternateContent xmlns:mc="http://schemas.openxmlformats.org/markup-compatibility/2006">
              <mc:Choice xmlns:v="urn:schemas-microsoft-com:vml" Requires="v">
                <p:oleObj name="Equation" r:id="rId4" imgW="1587500" imgH="685800" progId="Equation.DSMT4">
                  <p:embed/>
                </p:oleObj>
              </mc:Choice>
              <mc:Fallback>
                <p:oleObj name="Equation" r:id="rId4" imgW="1587500" imgH="685800" progId="Equation.DSMT4">
                  <p:embed/>
                  <p:pic>
                    <p:nvPicPr>
                      <p:cNvPr id="8401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191000"/>
                        <a:ext cx="3346450" cy="144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19" name="Line 51"/>
          <p:cNvSpPr>
            <a:spLocks noChangeShapeType="1"/>
          </p:cNvSpPr>
          <p:nvPr/>
        </p:nvSpPr>
        <p:spPr bwMode="auto">
          <a:xfrm flipH="1" flipV="1">
            <a:off x="5341938" y="3757613"/>
            <a:ext cx="228600" cy="38100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020" name="Rectangle 52"/>
          <p:cNvSpPr>
            <a:spLocks noChangeArrowheads="1"/>
          </p:cNvSpPr>
          <p:nvPr/>
        </p:nvSpPr>
        <p:spPr bwMode="auto">
          <a:xfrm>
            <a:off x="5105400" y="3886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n</a:t>
            </a:r>
          </a:p>
        </p:txBody>
      </p:sp>
      <p:grpSp>
        <p:nvGrpSpPr>
          <p:cNvPr id="6" name="Group 59"/>
          <p:cNvGrpSpPr>
            <a:grpSpLocks/>
          </p:cNvGrpSpPr>
          <p:nvPr/>
        </p:nvGrpSpPr>
        <p:grpSpPr bwMode="auto">
          <a:xfrm>
            <a:off x="5753100" y="2895600"/>
            <a:ext cx="2128838" cy="2770188"/>
            <a:chOff x="3624" y="1824"/>
            <a:chExt cx="1341" cy="1745"/>
          </a:xfrm>
        </p:grpSpPr>
        <p:sp>
          <p:nvSpPr>
            <p:cNvPr id="225305" name="Text Box 54"/>
            <p:cNvSpPr txBox="1">
              <a:spLocks noChangeArrowheads="1"/>
            </p:cNvSpPr>
            <p:nvPr/>
          </p:nvSpPr>
          <p:spPr bwMode="auto">
            <a:xfrm>
              <a:off x="3734" y="3338"/>
              <a:ext cx="12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Comic Sans MS" panose="030F0702030302020204" pitchFamily="66" charset="0"/>
                  <a:ea typeface="SimSun" panose="02010600030101010101" pitchFamily="2" charset="-122"/>
                </a:rPr>
                <a:t>Support Vectors</a:t>
              </a:r>
            </a:p>
          </p:txBody>
        </p:sp>
        <p:grpSp>
          <p:nvGrpSpPr>
            <p:cNvPr id="225306" name="Group 58"/>
            <p:cNvGrpSpPr>
              <a:grpSpLocks/>
            </p:cNvGrpSpPr>
            <p:nvPr/>
          </p:nvGrpSpPr>
          <p:grpSpPr bwMode="auto">
            <a:xfrm>
              <a:off x="3624" y="1824"/>
              <a:ext cx="1088" cy="1440"/>
              <a:chOff x="3624" y="1824"/>
              <a:chExt cx="1088" cy="1440"/>
            </a:xfrm>
          </p:grpSpPr>
          <p:sp>
            <p:nvSpPr>
              <p:cNvPr id="225307" name="Freeform 55"/>
              <p:cNvSpPr>
                <a:spLocks/>
              </p:cNvSpPr>
              <p:nvPr/>
            </p:nvSpPr>
            <p:spPr bwMode="auto">
              <a:xfrm>
                <a:off x="3936" y="2808"/>
                <a:ext cx="1" cy="456"/>
              </a:xfrm>
              <a:custGeom>
                <a:avLst/>
                <a:gdLst>
                  <a:gd name="T0" fmla="*/ 0 w 1"/>
                  <a:gd name="T1" fmla="*/ 456 h 456"/>
                  <a:gd name="T2" fmla="*/ 0 w 1"/>
                  <a:gd name="T3" fmla="*/ 72 h 456"/>
                  <a:gd name="T4" fmla="*/ 0 w 1"/>
                  <a:gd name="T5" fmla="*/ 24 h 456"/>
                  <a:gd name="T6" fmla="*/ 0 60000 65536"/>
                  <a:gd name="T7" fmla="*/ 0 60000 65536"/>
                  <a:gd name="T8" fmla="*/ 0 60000 65536"/>
                  <a:gd name="T9" fmla="*/ 0 w 1"/>
                  <a:gd name="T10" fmla="*/ 0 h 456"/>
                  <a:gd name="T11" fmla="*/ 1 w 1"/>
                  <a:gd name="T12" fmla="*/ 456 h 456"/>
                </a:gdLst>
                <a:ahLst/>
                <a:cxnLst>
                  <a:cxn ang="T6">
                    <a:pos x="T0" y="T1"/>
                  </a:cxn>
                  <a:cxn ang="T7">
                    <a:pos x="T2" y="T3"/>
                  </a:cxn>
                  <a:cxn ang="T8">
                    <a:pos x="T4" y="T5"/>
                  </a:cxn>
                </a:cxnLst>
                <a:rect l="T9" t="T10" r="T11" b="T12"/>
                <a:pathLst>
                  <a:path w="1" h="456">
                    <a:moveTo>
                      <a:pt x="0" y="456"/>
                    </a:moveTo>
                    <a:cubicBezTo>
                      <a:pt x="0" y="300"/>
                      <a:pt x="0" y="144"/>
                      <a:pt x="0" y="72"/>
                    </a:cubicBezTo>
                    <a:cubicBezTo>
                      <a:pt x="0" y="0"/>
                      <a:pt x="0" y="12"/>
                      <a:pt x="0" y="24"/>
                    </a:cubicBezTo>
                  </a:path>
                </a:pathLst>
              </a:custGeom>
              <a:noFill/>
              <a:ln w="254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308" name="Freeform 56"/>
              <p:cNvSpPr>
                <a:spLocks/>
              </p:cNvSpPr>
              <p:nvPr/>
            </p:nvSpPr>
            <p:spPr bwMode="auto">
              <a:xfrm>
                <a:off x="3984" y="1824"/>
                <a:ext cx="728" cy="1440"/>
              </a:xfrm>
              <a:custGeom>
                <a:avLst/>
                <a:gdLst>
                  <a:gd name="T0" fmla="*/ 0 w 728"/>
                  <a:gd name="T1" fmla="*/ 1440 h 1440"/>
                  <a:gd name="T2" fmla="*/ 624 w 728"/>
                  <a:gd name="T3" fmla="*/ 864 h 1440"/>
                  <a:gd name="T4" fmla="*/ 624 w 728"/>
                  <a:gd name="T5" fmla="*/ 0 h 1440"/>
                  <a:gd name="T6" fmla="*/ 0 60000 65536"/>
                  <a:gd name="T7" fmla="*/ 0 60000 65536"/>
                  <a:gd name="T8" fmla="*/ 0 60000 65536"/>
                  <a:gd name="T9" fmla="*/ 0 w 728"/>
                  <a:gd name="T10" fmla="*/ 0 h 1440"/>
                  <a:gd name="T11" fmla="*/ 728 w 728"/>
                  <a:gd name="T12" fmla="*/ 1440 h 1440"/>
                </a:gdLst>
                <a:ahLst/>
                <a:cxnLst>
                  <a:cxn ang="T6">
                    <a:pos x="T0" y="T1"/>
                  </a:cxn>
                  <a:cxn ang="T7">
                    <a:pos x="T2" y="T3"/>
                  </a:cxn>
                  <a:cxn ang="T8">
                    <a:pos x="T4" y="T5"/>
                  </a:cxn>
                </a:cxnLst>
                <a:rect l="T9" t="T10" r="T11" b="T12"/>
                <a:pathLst>
                  <a:path w="728" h="1440">
                    <a:moveTo>
                      <a:pt x="0" y="1440"/>
                    </a:moveTo>
                    <a:cubicBezTo>
                      <a:pt x="260" y="1272"/>
                      <a:pt x="520" y="1104"/>
                      <a:pt x="624" y="864"/>
                    </a:cubicBezTo>
                    <a:cubicBezTo>
                      <a:pt x="728" y="624"/>
                      <a:pt x="676" y="312"/>
                      <a:pt x="624" y="0"/>
                    </a:cubicBezTo>
                  </a:path>
                </a:pathLst>
              </a:custGeom>
              <a:noFill/>
              <a:ln w="254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309" name="Freeform 57"/>
              <p:cNvSpPr>
                <a:spLocks/>
              </p:cNvSpPr>
              <p:nvPr/>
            </p:nvSpPr>
            <p:spPr bwMode="auto">
              <a:xfrm>
                <a:off x="3624" y="2304"/>
                <a:ext cx="216" cy="960"/>
              </a:xfrm>
              <a:custGeom>
                <a:avLst/>
                <a:gdLst>
                  <a:gd name="T0" fmla="*/ 216 w 216"/>
                  <a:gd name="T1" fmla="*/ 960 h 960"/>
                  <a:gd name="T2" fmla="*/ 24 w 216"/>
                  <a:gd name="T3" fmla="*/ 672 h 960"/>
                  <a:gd name="T4" fmla="*/ 72 w 216"/>
                  <a:gd name="T5" fmla="*/ 0 h 960"/>
                  <a:gd name="T6" fmla="*/ 0 60000 65536"/>
                  <a:gd name="T7" fmla="*/ 0 60000 65536"/>
                  <a:gd name="T8" fmla="*/ 0 60000 65536"/>
                  <a:gd name="T9" fmla="*/ 0 w 216"/>
                  <a:gd name="T10" fmla="*/ 0 h 960"/>
                  <a:gd name="T11" fmla="*/ 216 w 216"/>
                  <a:gd name="T12" fmla="*/ 960 h 960"/>
                </a:gdLst>
                <a:ahLst/>
                <a:cxnLst>
                  <a:cxn ang="T6">
                    <a:pos x="T0" y="T1"/>
                  </a:cxn>
                  <a:cxn ang="T7">
                    <a:pos x="T2" y="T3"/>
                  </a:cxn>
                  <a:cxn ang="T8">
                    <a:pos x="T4" y="T5"/>
                  </a:cxn>
                </a:cxnLst>
                <a:rect l="T9" t="T10" r="T11" b="T12"/>
                <a:pathLst>
                  <a:path w="216" h="960">
                    <a:moveTo>
                      <a:pt x="216" y="960"/>
                    </a:moveTo>
                    <a:cubicBezTo>
                      <a:pt x="132" y="896"/>
                      <a:pt x="48" y="832"/>
                      <a:pt x="24" y="672"/>
                    </a:cubicBezTo>
                    <a:cubicBezTo>
                      <a:pt x="0" y="512"/>
                      <a:pt x="36" y="256"/>
                      <a:pt x="72" y="0"/>
                    </a:cubicBezTo>
                  </a:path>
                </a:pathLst>
              </a:custGeom>
              <a:noFill/>
              <a:ln w="254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grpSp>
      <p:sp>
        <p:nvSpPr>
          <p:cNvPr id="22530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7F2D343-0C6F-4275-80C0-397DF7A63724}" type="slidenum">
              <a:rPr lang="zh-CN" altLang="en-US" sz="1400" smtClean="0">
                <a:solidFill>
                  <a:schemeClr val="bg2"/>
                </a:solidFill>
                <a:latin typeface="Arial" panose="020B0604020202020204" pitchFamily="34" charset="0"/>
              </a:rPr>
              <a:pPr>
                <a:spcBef>
                  <a:spcPct val="50000"/>
                </a:spcBef>
                <a:buClrTx/>
                <a:buSzTx/>
                <a:buFontTx/>
                <a:buNone/>
              </a:pPr>
              <a:t>156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7DC8CA2-60C9-8AF8-3D14-352C3762E32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400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840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40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400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3993">
                                            <p:txEl>
                                              <p:pRg st="0" end="0"/>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3994"/>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6"/>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4019"/>
                                        </p:tgtEl>
                                        <p:attrNameLst>
                                          <p:attrName>style.visibility</p:attrName>
                                        </p:attrNameLst>
                                      </p:cBhvr>
                                      <p:to>
                                        <p:strVal val="visible"/>
                                      </p:to>
                                    </p:set>
                                    <p:animEffect transition="in" filter="fade">
                                      <p:cBhvr>
                                        <p:cTn id="34" dur="500"/>
                                        <p:tgtEl>
                                          <p:spTgt spid="840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4020"/>
                                        </p:tgtEl>
                                        <p:attrNameLst>
                                          <p:attrName>style.visibility</p:attrName>
                                        </p:attrNameLst>
                                      </p:cBhvr>
                                      <p:to>
                                        <p:strVal val="visible"/>
                                      </p:to>
                                    </p:set>
                                    <p:animEffect transition="in" filter="fade">
                                      <p:cBhvr>
                                        <p:cTn id="37" dur="500"/>
                                        <p:tgtEl>
                                          <p:spTgt spid="840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84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93" grpId="0" build="p"/>
      <p:bldP spid="83994" grpId="0"/>
      <p:bldP spid="84009" grpId="0"/>
      <p:bldP spid="84010" grpId="0"/>
      <p:bldP spid="84011" grpId="0"/>
      <p:bldP spid="84019" grpId="0" animBg="1"/>
      <p:bldP spid="84020"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226307" name="Rectangle 3"/>
          <p:cNvSpPr>
            <a:spLocks noChangeArrowheads="1"/>
          </p:cNvSpPr>
          <p:nvPr/>
        </p:nvSpPr>
        <p:spPr bwMode="auto">
          <a:xfrm rot="-1913833">
            <a:off x="4114800" y="3194050"/>
            <a:ext cx="4572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26308" name="Group 4"/>
          <p:cNvGrpSpPr>
            <a:grpSpLocks/>
          </p:cNvGrpSpPr>
          <p:nvPr/>
        </p:nvGrpSpPr>
        <p:grpSpPr bwMode="auto">
          <a:xfrm>
            <a:off x="4343400" y="1600200"/>
            <a:ext cx="4419600" cy="4419600"/>
            <a:chOff x="2736" y="1008"/>
            <a:chExt cx="2784" cy="2784"/>
          </a:xfrm>
        </p:grpSpPr>
        <p:sp>
          <p:nvSpPr>
            <p:cNvPr id="226349"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350"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6309" name="Group 7"/>
          <p:cNvGrpSpPr>
            <a:grpSpLocks/>
          </p:cNvGrpSpPr>
          <p:nvPr/>
        </p:nvGrpSpPr>
        <p:grpSpPr bwMode="auto">
          <a:xfrm>
            <a:off x="5867400" y="3886200"/>
            <a:ext cx="1828800" cy="1447800"/>
            <a:chOff x="3696" y="2448"/>
            <a:chExt cx="1152" cy="912"/>
          </a:xfrm>
        </p:grpSpPr>
        <p:sp>
          <p:nvSpPr>
            <p:cNvPr id="226341" name="Oval 8"/>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2" name="Oval 9"/>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3" name="Oval 10"/>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4" name="Oval 11"/>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5" name="Oval 12"/>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6" name="Oval 13"/>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7" name="Oval 14"/>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8" name="Oval 15"/>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6310" name="Group 16"/>
          <p:cNvGrpSpPr>
            <a:grpSpLocks/>
          </p:cNvGrpSpPr>
          <p:nvPr/>
        </p:nvGrpSpPr>
        <p:grpSpPr bwMode="auto">
          <a:xfrm>
            <a:off x="5105400" y="2057400"/>
            <a:ext cx="2209800" cy="1447800"/>
            <a:chOff x="3216" y="1296"/>
            <a:chExt cx="1392" cy="912"/>
          </a:xfrm>
        </p:grpSpPr>
        <p:sp>
          <p:nvSpPr>
            <p:cNvPr id="226334" name="Oval 17"/>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5" name="Oval 18"/>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6" name="Oval 19"/>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7" name="Oval 20"/>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8" name="Oval 21"/>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9" name="Oval 22"/>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40" name="Oval 23"/>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6311" name="Line 24"/>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312" name="Rectangle 25"/>
          <p:cNvSpPr>
            <a:spLocks noGrp="1" noChangeArrowheads="1"/>
          </p:cNvSpPr>
          <p:nvPr>
            <p:ph type="body" idx="1"/>
          </p:nvPr>
        </p:nvSpPr>
        <p:spPr>
          <a:xfrm>
            <a:off x="457200" y="1443038"/>
            <a:ext cx="4038600" cy="538162"/>
          </a:xfrm>
          <a:noFill/>
        </p:spPr>
        <p:txBody>
          <a:bodyPr/>
          <a:lstStyle/>
          <a:p>
            <a:r>
              <a:rPr lang="en-US" altLang="zh-CN" sz="2200">
                <a:ea typeface="SimSun" panose="02010600030101010101" pitchFamily="2" charset="-122"/>
              </a:rPr>
              <a:t>Formulation: </a:t>
            </a:r>
          </a:p>
        </p:txBody>
      </p:sp>
      <p:sp>
        <p:nvSpPr>
          <p:cNvPr id="226313" name="Text Box 27"/>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6314" name="Text Box 28"/>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226315" name="Line 36"/>
          <p:cNvSpPr>
            <a:spLocks noChangeShapeType="1"/>
          </p:cNvSpPr>
          <p:nvPr/>
        </p:nvSpPr>
        <p:spPr bwMode="auto">
          <a:xfrm>
            <a:off x="8229600" y="1981200"/>
            <a:ext cx="457200" cy="685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316" name="Text Box 37"/>
          <p:cNvSpPr txBox="1">
            <a:spLocks noChangeArrowheads="1"/>
          </p:cNvSpPr>
          <p:nvPr/>
        </p:nvSpPr>
        <p:spPr bwMode="auto">
          <a:xfrm>
            <a:off x="7575550" y="161448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Arial" panose="020B0604020202020204" pitchFamily="34" charset="0"/>
                <a:ea typeface="SimSun" panose="02010600030101010101" pitchFamily="2" charset="-122"/>
              </a:rPr>
              <a:t>Margin</a:t>
            </a:r>
          </a:p>
        </p:txBody>
      </p:sp>
      <p:sp>
        <p:nvSpPr>
          <p:cNvPr id="226317" name="Rectangle 38"/>
          <p:cNvSpPr>
            <a:spLocks noChangeArrowheads="1"/>
          </p:cNvSpPr>
          <p:nvPr/>
        </p:nvSpPr>
        <p:spPr bwMode="auto">
          <a:xfrm rot="-2054740">
            <a:off x="5943600" y="32004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0</a:t>
            </a:r>
          </a:p>
        </p:txBody>
      </p:sp>
      <p:sp>
        <p:nvSpPr>
          <p:cNvPr id="226318" name="Rectangle 39"/>
          <p:cNvSpPr>
            <a:spLocks noChangeArrowheads="1"/>
          </p:cNvSpPr>
          <p:nvPr/>
        </p:nvSpPr>
        <p:spPr bwMode="auto">
          <a:xfrm rot="-2054740">
            <a:off x="6477000" y="32766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sp>
        <p:nvSpPr>
          <p:cNvPr id="226319" name="Rectangle 40"/>
          <p:cNvSpPr>
            <a:spLocks noChangeArrowheads="1"/>
          </p:cNvSpPr>
          <p:nvPr/>
        </p:nvSpPr>
        <p:spPr bwMode="auto">
          <a:xfrm rot="-2054740">
            <a:off x="5257800" y="26670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grpSp>
        <p:nvGrpSpPr>
          <p:cNvPr id="226320" name="Group 41"/>
          <p:cNvGrpSpPr>
            <a:grpSpLocks/>
          </p:cNvGrpSpPr>
          <p:nvPr/>
        </p:nvGrpSpPr>
        <p:grpSpPr bwMode="auto">
          <a:xfrm>
            <a:off x="5410200" y="2147888"/>
            <a:ext cx="2216150" cy="2347912"/>
            <a:chOff x="3408" y="1353"/>
            <a:chExt cx="1396" cy="1479"/>
          </a:xfrm>
        </p:grpSpPr>
        <p:sp>
          <p:nvSpPr>
            <p:cNvPr id="226328" name="Oval 42"/>
            <p:cNvSpPr>
              <a:spLocks noChangeArrowheads="1"/>
            </p:cNvSpPr>
            <p:nvPr/>
          </p:nvSpPr>
          <p:spPr bwMode="auto">
            <a:xfrm>
              <a:off x="3648" y="206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29" name="Oval 43"/>
            <p:cNvSpPr>
              <a:spLocks noChangeArrowheads="1"/>
            </p:cNvSpPr>
            <p:nvPr/>
          </p:nvSpPr>
          <p:spPr bwMode="auto">
            <a:xfrm>
              <a:off x="4464" y="1536"/>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0" name="Oval 44"/>
            <p:cNvSpPr>
              <a:spLocks noChangeArrowheads="1"/>
            </p:cNvSpPr>
            <p:nvPr/>
          </p:nvSpPr>
          <p:spPr bwMode="auto">
            <a:xfrm>
              <a:off x="3792" y="2592"/>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6331" name="Text Box 45"/>
            <p:cNvSpPr txBox="1">
              <a:spLocks noChangeArrowheads="1"/>
            </p:cNvSpPr>
            <p:nvPr/>
          </p:nvSpPr>
          <p:spPr bwMode="auto">
            <a:xfrm>
              <a:off x="3408" y="1968"/>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6332" name="Text Box 46"/>
            <p:cNvSpPr txBox="1">
              <a:spLocks noChangeArrowheads="1"/>
            </p:cNvSpPr>
            <p:nvPr/>
          </p:nvSpPr>
          <p:spPr bwMode="auto">
            <a:xfrm>
              <a:off x="4560" y="1353"/>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6333" name="Text Box 47"/>
            <p:cNvSpPr txBox="1">
              <a:spLocks noChangeArrowheads="1"/>
            </p:cNvSpPr>
            <p:nvPr/>
          </p:nvSpPr>
          <p:spPr bwMode="auto">
            <a:xfrm>
              <a:off x="4004" y="260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grpSp>
      <p:sp>
        <p:nvSpPr>
          <p:cNvPr id="226321" name="Line 49"/>
          <p:cNvSpPr>
            <a:spLocks noChangeShapeType="1"/>
          </p:cNvSpPr>
          <p:nvPr/>
        </p:nvSpPr>
        <p:spPr bwMode="auto">
          <a:xfrm flipH="1" flipV="1">
            <a:off x="5341938" y="3757613"/>
            <a:ext cx="228600" cy="38100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322" name="Rectangle 50"/>
          <p:cNvSpPr>
            <a:spLocks noChangeArrowheads="1"/>
          </p:cNvSpPr>
          <p:nvPr/>
        </p:nvSpPr>
        <p:spPr bwMode="auto">
          <a:xfrm>
            <a:off x="5105400" y="3886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n</a:t>
            </a:r>
          </a:p>
        </p:txBody>
      </p:sp>
      <p:sp>
        <p:nvSpPr>
          <p:cNvPr id="226323" name="Text Box 52"/>
          <p:cNvSpPr txBox="1">
            <a:spLocks noChangeArrowheads="1"/>
          </p:cNvSpPr>
          <p:nvPr/>
        </p:nvSpPr>
        <p:spPr bwMode="auto">
          <a:xfrm>
            <a:off x="838200" y="3124200"/>
            <a:ext cx="1420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such that</a:t>
            </a:r>
          </a:p>
        </p:txBody>
      </p:sp>
      <p:graphicFrame>
        <p:nvGraphicFramePr>
          <p:cNvPr id="226324" name="Object 2"/>
          <p:cNvGraphicFramePr>
            <a:graphicFrameLocks noChangeAspect="1"/>
          </p:cNvGraphicFramePr>
          <p:nvPr/>
        </p:nvGraphicFramePr>
        <p:xfrm>
          <a:off x="1371600" y="2057400"/>
          <a:ext cx="2062163" cy="935038"/>
        </p:xfrm>
        <a:graphic>
          <a:graphicData uri="http://schemas.openxmlformats.org/presentationml/2006/ole">
            <mc:AlternateContent xmlns:mc="http://schemas.openxmlformats.org/markup-compatibility/2006">
              <mc:Choice xmlns:v="urn:schemas-microsoft-com:vml" Requires="v">
                <p:oleObj name="Equation" r:id="rId2" imgW="977476" imgH="444307" progId="Equation.DSMT4">
                  <p:embed/>
                </p:oleObj>
              </mc:Choice>
              <mc:Fallback>
                <p:oleObj name="Equation" r:id="rId2" imgW="977476" imgH="444307" progId="Equation.DSMT4">
                  <p:embed/>
                  <p:pic>
                    <p:nvPicPr>
                      <p:cNvPr id="22632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057400"/>
                        <a:ext cx="2062163"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25" name="Object 3"/>
          <p:cNvGraphicFramePr>
            <a:graphicFrameLocks noChangeAspect="1"/>
          </p:cNvGraphicFramePr>
          <p:nvPr/>
        </p:nvGraphicFramePr>
        <p:xfrm>
          <a:off x="838200" y="3938588"/>
          <a:ext cx="3479800" cy="1014412"/>
        </p:xfrm>
        <a:graphic>
          <a:graphicData uri="http://schemas.openxmlformats.org/presentationml/2006/ole">
            <mc:AlternateContent xmlns:mc="http://schemas.openxmlformats.org/markup-compatibility/2006">
              <mc:Choice xmlns:v="urn:schemas-microsoft-com:vml" Requires="v">
                <p:oleObj name="Equation" r:id="rId4" imgW="1651000" imgH="482600" progId="Equation.DSMT4">
                  <p:embed/>
                </p:oleObj>
              </mc:Choice>
              <mc:Fallback>
                <p:oleObj name="Equation" r:id="rId4" imgW="1651000" imgH="482600" progId="Equation.DSMT4">
                  <p:embed/>
                  <p:pic>
                    <p:nvPicPr>
                      <p:cNvPr id="22632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938588"/>
                        <a:ext cx="3479800"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32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C2ECBCA-F9DF-4B7B-9E2C-0FA63977C895}" type="slidenum">
              <a:rPr lang="zh-CN" altLang="en-US" sz="1400" smtClean="0">
                <a:solidFill>
                  <a:schemeClr val="bg2"/>
                </a:solidFill>
                <a:latin typeface="Arial" panose="020B0604020202020204" pitchFamily="34" charset="0"/>
              </a:rPr>
              <a:pPr>
                <a:spcBef>
                  <a:spcPct val="50000"/>
                </a:spcBef>
                <a:buClrTx/>
                <a:buSzTx/>
                <a:buFontTx/>
                <a:buNone/>
              </a:pPr>
              <a:t>157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B72F1F9-9D16-8508-89DE-C21DE5B0D9E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227331" name="Rectangle 3"/>
          <p:cNvSpPr>
            <a:spLocks noChangeArrowheads="1"/>
          </p:cNvSpPr>
          <p:nvPr/>
        </p:nvSpPr>
        <p:spPr bwMode="auto">
          <a:xfrm rot="-1913833">
            <a:off x="4114800" y="3194050"/>
            <a:ext cx="4572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27332" name="Group 4"/>
          <p:cNvGrpSpPr>
            <a:grpSpLocks/>
          </p:cNvGrpSpPr>
          <p:nvPr/>
        </p:nvGrpSpPr>
        <p:grpSpPr bwMode="auto">
          <a:xfrm>
            <a:off x="4343400" y="1600200"/>
            <a:ext cx="4419600" cy="4419600"/>
            <a:chOff x="2736" y="1008"/>
            <a:chExt cx="2784" cy="2784"/>
          </a:xfrm>
        </p:grpSpPr>
        <p:sp>
          <p:nvSpPr>
            <p:cNvPr id="227373"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7374"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7333" name="Group 7"/>
          <p:cNvGrpSpPr>
            <a:grpSpLocks/>
          </p:cNvGrpSpPr>
          <p:nvPr/>
        </p:nvGrpSpPr>
        <p:grpSpPr bwMode="auto">
          <a:xfrm>
            <a:off x="5867400" y="3886200"/>
            <a:ext cx="1828800" cy="1447800"/>
            <a:chOff x="3696" y="2448"/>
            <a:chExt cx="1152" cy="912"/>
          </a:xfrm>
        </p:grpSpPr>
        <p:sp>
          <p:nvSpPr>
            <p:cNvPr id="227365" name="Oval 8"/>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6" name="Oval 9"/>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7" name="Oval 10"/>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8" name="Oval 11"/>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9" name="Oval 12"/>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70" name="Oval 13"/>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71" name="Oval 14"/>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72" name="Oval 15"/>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7334" name="Group 16"/>
          <p:cNvGrpSpPr>
            <a:grpSpLocks/>
          </p:cNvGrpSpPr>
          <p:nvPr/>
        </p:nvGrpSpPr>
        <p:grpSpPr bwMode="auto">
          <a:xfrm>
            <a:off x="5105400" y="2057400"/>
            <a:ext cx="2209800" cy="1447800"/>
            <a:chOff x="3216" y="1296"/>
            <a:chExt cx="1392" cy="912"/>
          </a:xfrm>
        </p:grpSpPr>
        <p:sp>
          <p:nvSpPr>
            <p:cNvPr id="227358" name="Oval 17"/>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59" name="Oval 18"/>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0" name="Oval 19"/>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1" name="Oval 20"/>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2" name="Oval 21"/>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3" name="Oval 22"/>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64" name="Oval 23"/>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7335" name="Line 24"/>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7336" name="Rectangle 25"/>
          <p:cNvSpPr>
            <a:spLocks noGrp="1" noChangeArrowheads="1"/>
          </p:cNvSpPr>
          <p:nvPr>
            <p:ph type="body" idx="1"/>
          </p:nvPr>
        </p:nvSpPr>
        <p:spPr>
          <a:xfrm>
            <a:off x="457200" y="1443038"/>
            <a:ext cx="4038600" cy="538162"/>
          </a:xfrm>
          <a:noFill/>
        </p:spPr>
        <p:txBody>
          <a:bodyPr/>
          <a:lstStyle/>
          <a:p>
            <a:r>
              <a:rPr lang="en-US" altLang="zh-CN" sz="2200">
                <a:ea typeface="SimSun" panose="02010600030101010101" pitchFamily="2" charset="-122"/>
              </a:rPr>
              <a:t>Formulation: </a:t>
            </a:r>
          </a:p>
        </p:txBody>
      </p:sp>
      <p:sp>
        <p:nvSpPr>
          <p:cNvPr id="227337" name="Text Box 26"/>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7338" name="Text Box 27"/>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227339" name="Line 34"/>
          <p:cNvSpPr>
            <a:spLocks noChangeShapeType="1"/>
          </p:cNvSpPr>
          <p:nvPr/>
        </p:nvSpPr>
        <p:spPr bwMode="auto">
          <a:xfrm>
            <a:off x="8229600" y="1981200"/>
            <a:ext cx="457200" cy="685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7340" name="Text Box 35"/>
          <p:cNvSpPr txBox="1">
            <a:spLocks noChangeArrowheads="1"/>
          </p:cNvSpPr>
          <p:nvPr/>
        </p:nvSpPr>
        <p:spPr bwMode="auto">
          <a:xfrm>
            <a:off x="7575550" y="161448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Arial" panose="020B0604020202020204" pitchFamily="34" charset="0"/>
                <a:ea typeface="SimSun" panose="02010600030101010101" pitchFamily="2" charset="-122"/>
              </a:rPr>
              <a:t>Margin</a:t>
            </a:r>
          </a:p>
        </p:txBody>
      </p:sp>
      <p:sp>
        <p:nvSpPr>
          <p:cNvPr id="227341" name="Rectangle 36"/>
          <p:cNvSpPr>
            <a:spLocks noChangeArrowheads="1"/>
          </p:cNvSpPr>
          <p:nvPr/>
        </p:nvSpPr>
        <p:spPr bwMode="auto">
          <a:xfrm rot="-2054740">
            <a:off x="5943600" y="32004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0</a:t>
            </a:r>
          </a:p>
        </p:txBody>
      </p:sp>
      <p:sp>
        <p:nvSpPr>
          <p:cNvPr id="227342" name="Rectangle 37"/>
          <p:cNvSpPr>
            <a:spLocks noChangeArrowheads="1"/>
          </p:cNvSpPr>
          <p:nvPr/>
        </p:nvSpPr>
        <p:spPr bwMode="auto">
          <a:xfrm rot="-2054740">
            <a:off x="6477000" y="32766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sp>
        <p:nvSpPr>
          <p:cNvPr id="227343" name="Rectangle 38"/>
          <p:cNvSpPr>
            <a:spLocks noChangeArrowheads="1"/>
          </p:cNvSpPr>
          <p:nvPr/>
        </p:nvSpPr>
        <p:spPr bwMode="auto">
          <a:xfrm rot="-2054740">
            <a:off x="5257800" y="26670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grpSp>
        <p:nvGrpSpPr>
          <p:cNvPr id="227344" name="Group 39"/>
          <p:cNvGrpSpPr>
            <a:grpSpLocks/>
          </p:cNvGrpSpPr>
          <p:nvPr/>
        </p:nvGrpSpPr>
        <p:grpSpPr bwMode="auto">
          <a:xfrm>
            <a:off x="5410200" y="2147888"/>
            <a:ext cx="2216150" cy="2347912"/>
            <a:chOff x="3408" y="1353"/>
            <a:chExt cx="1396" cy="1479"/>
          </a:xfrm>
        </p:grpSpPr>
        <p:sp>
          <p:nvSpPr>
            <p:cNvPr id="227352" name="Oval 40"/>
            <p:cNvSpPr>
              <a:spLocks noChangeArrowheads="1"/>
            </p:cNvSpPr>
            <p:nvPr/>
          </p:nvSpPr>
          <p:spPr bwMode="auto">
            <a:xfrm>
              <a:off x="3648" y="206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53" name="Oval 41"/>
            <p:cNvSpPr>
              <a:spLocks noChangeArrowheads="1"/>
            </p:cNvSpPr>
            <p:nvPr/>
          </p:nvSpPr>
          <p:spPr bwMode="auto">
            <a:xfrm>
              <a:off x="4464" y="1536"/>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54" name="Oval 42"/>
            <p:cNvSpPr>
              <a:spLocks noChangeArrowheads="1"/>
            </p:cNvSpPr>
            <p:nvPr/>
          </p:nvSpPr>
          <p:spPr bwMode="auto">
            <a:xfrm>
              <a:off x="3792" y="2592"/>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7355" name="Text Box 43"/>
            <p:cNvSpPr txBox="1">
              <a:spLocks noChangeArrowheads="1"/>
            </p:cNvSpPr>
            <p:nvPr/>
          </p:nvSpPr>
          <p:spPr bwMode="auto">
            <a:xfrm>
              <a:off x="3408" y="1968"/>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7356" name="Text Box 44"/>
            <p:cNvSpPr txBox="1">
              <a:spLocks noChangeArrowheads="1"/>
            </p:cNvSpPr>
            <p:nvPr/>
          </p:nvSpPr>
          <p:spPr bwMode="auto">
            <a:xfrm>
              <a:off x="4560" y="1353"/>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7357" name="Text Box 45"/>
            <p:cNvSpPr txBox="1">
              <a:spLocks noChangeArrowheads="1"/>
            </p:cNvSpPr>
            <p:nvPr/>
          </p:nvSpPr>
          <p:spPr bwMode="auto">
            <a:xfrm>
              <a:off x="4004" y="260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grpSp>
      <p:sp>
        <p:nvSpPr>
          <p:cNvPr id="227345" name="Line 46"/>
          <p:cNvSpPr>
            <a:spLocks noChangeShapeType="1"/>
          </p:cNvSpPr>
          <p:nvPr/>
        </p:nvSpPr>
        <p:spPr bwMode="auto">
          <a:xfrm flipH="1" flipV="1">
            <a:off x="5341938" y="3757613"/>
            <a:ext cx="228600" cy="38100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7346" name="Rectangle 47"/>
          <p:cNvSpPr>
            <a:spLocks noChangeArrowheads="1"/>
          </p:cNvSpPr>
          <p:nvPr/>
        </p:nvSpPr>
        <p:spPr bwMode="auto">
          <a:xfrm>
            <a:off x="5105400" y="3886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n</a:t>
            </a:r>
          </a:p>
        </p:txBody>
      </p:sp>
      <p:graphicFrame>
        <p:nvGraphicFramePr>
          <p:cNvPr id="227347" name="Object 2"/>
          <p:cNvGraphicFramePr>
            <a:graphicFrameLocks noChangeAspect="1"/>
          </p:cNvGraphicFramePr>
          <p:nvPr/>
        </p:nvGraphicFramePr>
        <p:xfrm>
          <a:off x="1371600" y="2057400"/>
          <a:ext cx="2303463" cy="828675"/>
        </p:xfrm>
        <a:graphic>
          <a:graphicData uri="http://schemas.openxmlformats.org/presentationml/2006/ole">
            <mc:AlternateContent xmlns:mc="http://schemas.openxmlformats.org/markup-compatibility/2006">
              <mc:Choice xmlns:v="urn:schemas-microsoft-com:vml" Requires="v">
                <p:oleObj name="Equation" r:id="rId2" imgW="1091726" imgH="393529" progId="Equation.DSMT4">
                  <p:embed/>
                </p:oleObj>
              </mc:Choice>
              <mc:Fallback>
                <p:oleObj name="Equation" r:id="rId2" imgW="1091726" imgH="393529" progId="Equation.DSMT4">
                  <p:embed/>
                  <p:pic>
                    <p:nvPicPr>
                      <p:cNvPr id="22734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057400"/>
                        <a:ext cx="2303463"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348" name="Text Box 51"/>
          <p:cNvSpPr txBox="1">
            <a:spLocks noChangeArrowheads="1"/>
          </p:cNvSpPr>
          <p:nvPr/>
        </p:nvSpPr>
        <p:spPr bwMode="auto">
          <a:xfrm>
            <a:off x="838200" y="3124200"/>
            <a:ext cx="1420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such that</a:t>
            </a:r>
          </a:p>
        </p:txBody>
      </p:sp>
      <p:graphicFrame>
        <p:nvGraphicFramePr>
          <p:cNvPr id="227349" name="Object 3"/>
          <p:cNvGraphicFramePr>
            <a:graphicFrameLocks noChangeAspect="1"/>
          </p:cNvGraphicFramePr>
          <p:nvPr/>
        </p:nvGraphicFramePr>
        <p:xfrm>
          <a:off x="838200" y="3938588"/>
          <a:ext cx="3479800" cy="1014412"/>
        </p:xfrm>
        <a:graphic>
          <a:graphicData uri="http://schemas.openxmlformats.org/presentationml/2006/ole">
            <mc:AlternateContent xmlns:mc="http://schemas.openxmlformats.org/markup-compatibility/2006">
              <mc:Choice xmlns:v="urn:schemas-microsoft-com:vml" Requires="v">
                <p:oleObj name="Equation" r:id="rId4" imgW="1651000" imgH="482600" progId="Equation.DSMT4">
                  <p:embed/>
                </p:oleObj>
              </mc:Choice>
              <mc:Fallback>
                <p:oleObj name="Equation" r:id="rId4" imgW="1651000" imgH="482600" progId="Equation.DSMT4">
                  <p:embed/>
                  <p:pic>
                    <p:nvPicPr>
                      <p:cNvPr id="22734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938588"/>
                        <a:ext cx="3479800"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35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27137D8-F88E-4C4D-8642-291F21954418}" type="slidenum">
              <a:rPr lang="zh-CN" altLang="en-US" sz="1400" smtClean="0">
                <a:solidFill>
                  <a:schemeClr val="bg2"/>
                </a:solidFill>
                <a:latin typeface="Arial" panose="020B0604020202020204" pitchFamily="34" charset="0"/>
              </a:rPr>
              <a:pPr>
                <a:spcBef>
                  <a:spcPct val="50000"/>
                </a:spcBef>
                <a:buClrTx/>
                <a:buSzTx/>
                <a:buFontTx/>
                <a:buNone/>
              </a:pPr>
              <a:t>158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6F4F71F-738C-3731-3A8A-AB635C5BDEC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228355" name="Rectangle 3"/>
          <p:cNvSpPr>
            <a:spLocks noChangeArrowheads="1"/>
          </p:cNvSpPr>
          <p:nvPr/>
        </p:nvSpPr>
        <p:spPr bwMode="auto">
          <a:xfrm rot="-1913833">
            <a:off x="4114800" y="3194050"/>
            <a:ext cx="4572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28356" name="Group 4"/>
          <p:cNvGrpSpPr>
            <a:grpSpLocks/>
          </p:cNvGrpSpPr>
          <p:nvPr/>
        </p:nvGrpSpPr>
        <p:grpSpPr bwMode="auto">
          <a:xfrm>
            <a:off x="4343400" y="1600200"/>
            <a:ext cx="4419600" cy="4419600"/>
            <a:chOff x="2736" y="1008"/>
            <a:chExt cx="2784" cy="2784"/>
          </a:xfrm>
        </p:grpSpPr>
        <p:sp>
          <p:nvSpPr>
            <p:cNvPr id="228397"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8398"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8357" name="Group 7"/>
          <p:cNvGrpSpPr>
            <a:grpSpLocks/>
          </p:cNvGrpSpPr>
          <p:nvPr/>
        </p:nvGrpSpPr>
        <p:grpSpPr bwMode="auto">
          <a:xfrm>
            <a:off x="5867400" y="3886200"/>
            <a:ext cx="1828800" cy="1447800"/>
            <a:chOff x="3696" y="2448"/>
            <a:chExt cx="1152" cy="912"/>
          </a:xfrm>
        </p:grpSpPr>
        <p:sp>
          <p:nvSpPr>
            <p:cNvPr id="228389" name="Oval 8"/>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0" name="Oval 9"/>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1" name="Oval 10"/>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2" name="Oval 11"/>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3" name="Oval 12"/>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4" name="Oval 13"/>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5" name="Oval 14"/>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96" name="Oval 15"/>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28358" name="Group 16"/>
          <p:cNvGrpSpPr>
            <a:grpSpLocks/>
          </p:cNvGrpSpPr>
          <p:nvPr/>
        </p:nvGrpSpPr>
        <p:grpSpPr bwMode="auto">
          <a:xfrm>
            <a:off x="5105400" y="2057400"/>
            <a:ext cx="2209800" cy="1447800"/>
            <a:chOff x="3216" y="1296"/>
            <a:chExt cx="1392" cy="912"/>
          </a:xfrm>
        </p:grpSpPr>
        <p:sp>
          <p:nvSpPr>
            <p:cNvPr id="228382" name="Oval 17"/>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83" name="Oval 18"/>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84" name="Oval 19"/>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85" name="Oval 20"/>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86" name="Oval 21"/>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87" name="Oval 22"/>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88" name="Oval 23"/>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8359" name="Line 24"/>
          <p:cNvSpPr>
            <a:spLocks noChangeShapeType="1"/>
          </p:cNvSpPr>
          <p:nvPr/>
        </p:nvSpPr>
        <p:spPr bwMode="auto">
          <a:xfrm flipV="1">
            <a:off x="4267200" y="2286000"/>
            <a:ext cx="4267200" cy="2667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8360" name="Rectangle 25"/>
          <p:cNvSpPr>
            <a:spLocks noGrp="1" noChangeArrowheads="1"/>
          </p:cNvSpPr>
          <p:nvPr>
            <p:ph type="body" idx="1"/>
          </p:nvPr>
        </p:nvSpPr>
        <p:spPr>
          <a:xfrm>
            <a:off x="457200" y="1443038"/>
            <a:ext cx="4038600" cy="538162"/>
          </a:xfrm>
          <a:noFill/>
        </p:spPr>
        <p:txBody>
          <a:bodyPr/>
          <a:lstStyle/>
          <a:p>
            <a:r>
              <a:rPr lang="en-US" altLang="zh-CN" sz="2200">
                <a:ea typeface="SimSun" panose="02010600030101010101" pitchFamily="2" charset="-122"/>
              </a:rPr>
              <a:t>Formulation: </a:t>
            </a:r>
          </a:p>
        </p:txBody>
      </p:sp>
      <p:sp>
        <p:nvSpPr>
          <p:cNvPr id="228361" name="Text Box 26"/>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28362" name="Text Box 27"/>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228363" name="Line 34"/>
          <p:cNvSpPr>
            <a:spLocks noChangeShapeType="1"/>
          </p:cNvSpPr>
          <p:nvPr/>
        </p:nvSpPr>
        <p:spPr bwMode="auto">
          <a:xfrm>
            <a:off x="8229600" y="1981200"/>
            <a:ext cx="457200" cy="685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8364" name="Text Box 35"/>
          <p:cNvSpPr txBox="1">
            <a:spLocks noChangeArrowheads="1"/>
          </p:cNvSpPr>
          <p:nvPr/>
        </p:nvSpPr>
        <p:spPr bwMode="auto">
          <a:xfrm>
            <a:off x="7575550" y="1614488"/>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9900"/>
                </a:solidFill>
                <a:latin typeface="Arial" panose="020B0604020202020204" pitchFamily="34" charset="0"/>
                <a:ea typeface="SimSun" panose="02010600030101010101" pitchFamily="2" charset="-122"/>
              </a:rPr>
              <a:t>Margin</a:t>
            </a:r>
          </a:p>
        </p:txBody>
      </p:sp>
      <p:sp>
        <p:nvSpPr>
          <p:cNvPr id="228365" name="Rectangle 36"/>
          <p:cNvSpPr>
            <a:spLocks noChangeArrowheads="1"/>
          </p:cNvSpPr>
          <p:nvPr/>
        </p:nvSpPr>
        <p:spPr bwMode="auto">
          <a:xfrm rot="-2054740">
            <a:off x="5943600" y="32004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0</a:t>
            </a:r>
          </a:p>
        </p:txBody>
      </p:sp>
      <p:sp>
        <p:nvSpPr>
          <p:cNvPr id="228366" name="Rectangle 37"/>
          <p:cNvSpPr>
            <a:spLocks noChangeArrowheads="1"/>
          </p:cNvSpPr>
          <p:nvPr/>
        </p:nvSpPr>
        <p:spPr bwMode="auto">
          <a:xfrm rot="-2054740">
            <a:off x="6477000" y="32766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sp>
        <p:nvSpPr>
          <p:cNvPr id="228367" name="Rectangle 38"/>
          <p:cNvSpPr>
            <a:spLocks noChangeArrowheads="1"/>
          </p:cNvSpPr>
          <p:nvPr/>
        </p:nvSpPr>
        <p:spPr bwMode="auto">
          <a:xfrm rot="-2054740">
            <a:off x="5257800" y="26670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grpSp>
        <p:nvGrpSpPr>
          <p:cNvPr id="228368" name="Group 39"/>
          <p:cNvGrpSpPr>
            <a:grpSpLocks/>
          </p:cNvGrpSpPr>
          <p:nvPr/>
        </p:nvGrpSpPr>
        <p:grpSpPr bwMode="auto">
          <a:xfrm>
            <a:off x="5410200" y="2147888"/>
            <a:ext cx="2216150" cy="2347912"/>
            <a:chOff x="3408" y="1353"/>
            <a:chExt cx="1396" cy="1479"/>
          </a:xfrm>
        </p:grpSpPr>
        <p:sp>
          <p:nvSpPr>
            <p:cNvPr id="228376" name="Oval 40"/>
            <p:cNvSpPr>
              <a:spLocks noChangeArrowheads="1"/>
            </p:cNvSpPr>
            <p:nvPr/>
          </p:nvSpPr>
          <p:spPr bwMode="auto">
            <a:xfrm>
              <a:off x="3648" y="206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77" name="Oval 41"/>
            <p:cNvSpPr>
              <a:spLocks noChangeArrowheads="1"/>
            </p:cNvSpPr>
            <p:nvPr/>
          </p:nvSpPr>
          <p:spPr bwMode="auto">
            <a:xfrm>
              <a:off x="4464" y="1536"/>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78" name="Oval 42"/>
            <p:cNvSpPr>
              <a:spLocks noChangeArrowheads="1"/>
            </p:cNvSpPr>
            <p:nvPr/>
          </p:nvSpPr>
          <p:spPr bwMode="auto">
            <a:xfrm>
              <a:off x="3792" y="2592"/>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8379" name="Text Box 43"/>
            <p:cNvSpPr txBox="1">
              <a:spLocks noChangeArrowheads="1"/>
            </p:cNvSpPr>
            <p:nvPr/>
          </p:nvSpPr>
          <p:spPr bwMode="auto">
            <a:xfrm>
              <a:off x="3408" y="1968"/>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8380" name="Text Box 44"/>
            <p:cNvSpPr txBox="1">
              <a:spLocks noChangeArrowheads="1"/>
            </p:cNvSpPr>
            <p:nvPr/>
          </p:nvSpPr>
          <p:spPr bwMode="auto">
            <a:xfrm>
              <a:off x="4560" y="1353"/>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sp>
          <p:nvSpPr>
            <p:cNvPr id="228381" name="Text Box 45"/>
            <p:cNvSpPr txBox="1">
              <a:spLocks noChangeArrowheads="1"/>
            </p:cNvSpPr>
            <p:nvPr/>
          </p:nvSpPr>
          <p:spPr bwMode="auto">
            <a:xfrm>
              <a:off x="4004" y="260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30000">
                  <a:latin typeface="Arial" panose="020B0604020202020204" pitchFamily="34" charset="0"/>
                  <a:ea typeface="SimSun" panose="02010600030101010101" pitchFamily="2" charset="-122"/>
                </a:rPr>
                <a:t>-</a:t>
              </a:r>
            </a:p>
          </p:txBody>
        </p:sp>
      </p:grpSp>
      <p:sp>
        <p:nvSpPr>
          <p:cNvPr id="228369" name="Line 46"/>
          <p:cNvSpPr>
            <a:spLocks noChangeShapeType="1"/>
          </p:cNvSpPr>
          <p:nvPr/>
        </p:nvSpPr>
        <p:spPr bwMode="auto">
          <a:xfrm flipH="1" flipV="1">
            <a:off x="5341938" y="3757613"/>
            <a:ext cx="228600" cy="38100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8370" name="Rectangle 47"/>
          <p:cNvSpPr>
            <a:spLocks noChangeArrowheads="1"/>
          </p:cNvSpPr>
          <p:nvPr/>
        </p:nvSpPr>
        <p:spPr bwMode="auto">
          <a:xfrm>
            <a:off x="5105400" y="3886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n</a:t>
            </a:r>
          </a:p>
        </p:txBody>
      </p:sp>
      <p:graphicFrame>
        <p:nvGraphicFramePr>
          <p:cNvPr id="228371" name="Object 2"/>
          <p:cNvGraphicFramePr>
            <a:graphicFrameLocks noChangeAspect="1"/>
          </p:cNvGraphicFramePr>
          <p:nvPr/>
        </p:nvGraphicFramePr>
        <p:xfrm>
          <a:off x="1447800" y="3886200"/>
          <a:ext cx="2087563" cy="508000"/>
        </p:xfrm>
        <a:graphic>
          <a:graphicData uri="http://schemas.openxmlformats.org/presentationml/2006/ole">
            <mc:AlternateContent xmlns:mc="http://schemas.openxmlformats.org/markup-compatibility/2006">
              <mc:Choice xmlns:v="urn:schemas-microsoft-com:vml" Requires="v">
                <p:oleObj name="Equation" r:id="rId2" imgW="990170" imgH="241195" progId="Equation.DSMT4">
                  <p:embed/>
                </p:oleObj>
              </mc:Choice>
              <mc:Fallback>
                <p:oleObj name="Equation" r:id="rId2" imgW="990170" imgH="241195" progId="Equation.DSMT4">
                  <p:embed/>
                  <p:pic>
                    <p:nvPicPr>
                      <p:cNvPr id="22837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886200"/>
                        <a:ext cx="208756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8372" name="Object 3"/>
          <p:cNvGraphicFramePr>
            <a:graphicFrameLocks noChangeAspect="1"/>
          </p:cNvGraphicFramePr>
          <p:nvPr/>
        </p:nvGraphicFramePr>
        <p:xfrm>
          <a:off x="1371600" y="2057400"/>
          <a:ext cx="2303463" cy="828675"/>
        </p:xfrm>
        <a:graphic>
          <a:graphicData uri="http://schemas.openxmlformats.org/presentationml/2006/ole">
            <mc:AlternateContent xmlns:mc="http://schemas.openxmlformats.org/markup-compatibility/2006">
              <mc:Choice xmlns:v="urn:schemas-microsoft-com:vml" Requires="v">
                <p:oleObj name="Equation" r:id="rId4" imgW="1091726" imgH="393529" progId="Equation.DSMT4">
                  <p:embed/>
                </p:oleObj>
              </mc:Choice>
              <mc:Fallback>
                <p:oleObj name="Equation" r:id="rId4" imgW="1091726" imgH="393529" progId="Equation.DSMT4">
                  <p:embed/>
                  <p:pic>
                    <p:nvPicPr>
                      <p:cNvPr id="22837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2057400"/>
                        <a:ext cx="2303463"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73" name="Text Box 51"/>
          <p:cNvSpPr txBox="1">
            <a:spLocks noChangeArrowheads="1"/>
          </p:cNvSpPr>
          <p:nvPr/>
        </p:nvSpPr>
        <p:spPr bwMode="auto">
          <a:xfrm>
            <a:off x="1371600" y="3124200"/>
            <a:ext cx="1676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subject to</a:t>
            </a:r>
          </a:p>
        </p:txBody>
      </p:sp>
      <p:sp>
        <p:nvSpPr>
          <p:cNvPr id="22837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25969CC-37A2-478B-9CF3-376142B787C5}" type="slidenum">
              <a:rPr lang="zh-CN" altLang="en-US" sz="1400" smtClean="0">
                <a:solidFill>
                  <a:schemeClr val="bg2"/>
                </a:solidFill>
                <a:latin typeface="Arial" panose="020B0604020202020204" pitchFamily="34" charset="0"/>
              </a:rPr>
              <a:pPr>
                <a:spcBef>
                  <a:spcPct val="50000"/>
                </a:spcBef>
                <a:buClrTx/>
                <a:buSzTx/>
                <a:buFontTx/>
                <a:buNone/>
              </a:pPr>
              <a:t>159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37421FD-1B4C-1B82-680D-B30B75DF496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altLang="zh-CN">
                <a:ea typeface="SimSun" panose="02010600030101010101" pitchFamily="2" charset="-122"/>
              </a:rPr>
              <a:t>Quadratic Programming Problem </a:t>
            </a:r>
          </a:p>
        </p:txBody>
      </p:sp>
      <p:grpSp>
        <p:nvGrpSpPr>
          <p:cNvPr id="229379" name="Group 53"/>
          <p:cNvGrpSpPr>
            <a:grpSpLocks/>
          </p:cNvGrpSpPr>
          <p:nvPr/>
        </p:nvGrpSpPr>
        <p:grpSpPr bwMode="auto">
          <a:xfrm>
            <a:off x="2819400" y="1676400"/>
            <a:ext cx="3886200" cy="1828800"/>
            <a:chOff x="336" y="1200"/>
            <a:chExt cx="2400" cy="1104"/>
          </a:xfrm>
        </p:grpSpPr>
        <p:graphicFrame>
          <p:nvGraphicFramePr>
            <p:cNvPr id="229390" name="Object 4"/>
            <p:cNvGraphicFramePr>
              <a:graphicFrameLocks noChangeAspect="1"/>
            </p:cNvGraphicFramePr>
            <p:nvPr/>
          </p:nvGraphicFramePr>
          <p:xfrm>
            <a:off x="1037" y="1824"/>
            <a:ext cx="1315" cy="320"/>
          </p:xfrm>
          <a:graphic>
            <a:graphicData uri="http://schemas.openxmlformats.org/presentationml/2006/ole">
              <mc:AlternateContent xmlns:mc="http://schemas.openxmlformats.org/markup-compatibility/2006">
                <mc:Choice xmlns:v="urn:schemas-microsoft-com:vml" Requires="v">
                  <p:oleObj name="Equation" r:id="rId2" imgW="990170" imgH="241195" progId="Equation.DSMT4">
                    <p:embed/>
                  </p:oleObj>
                </mc:Choice>
                <mc:Fallback>
                  <p:oleObj name="Equation" r:id="rId2" imgW="990170" imgH="241195" progId="Equation.DSMT4">
                    <p:embed/>
                    <p:pic>
                      <p:nvPicPr>
                        <p:cNvPr id="22939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 y="1824"/>
                          <a:ext cx="1315"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91" name="Object 5"/>
            <p:cNvGraphicFramePr>
              <a:graphicFrameLocks noChangeAspect="1"/>
            </p:cNvGraphicFramePr>
            <p:nvPr/>
          </p:nvGraphicFramePr>
          <p:xfrm>
            <a:off x="805" y="1200"/>
            <a:ext cx="1451" cy="522"/>
          </p:xfrm>
          <a:graphic>
            <a:graphicData uri="http://schemas.openxmlformats.org/presentationml/2006/ole">
              <mc:AlternateContent xmlns:mc="http://schemas.openxmlformats.org/markup-compatibility/2006">
                <mc:Choice xmlns:v="urn:schemas-microsoft-com:vml" Requires="v">
                  <p:oleObj name="Equation" r:id="rId4" imgW="1091726" imgH="393529" progId="Equation.DSMT4">
                    <p:embed/>
                  </p:oleObj>
                </mc:Choice>
                <mc:Fallback>
                  <p:oleObj name="Equation" r:id="rId4" imgW="1091726" imgH="393529" progId="Equation.DSMT4">
                    <p:embed/>
                    <p:pic>
                      <p:nvPicPr>
                        <p:cNvPr id="22939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 y="1200"/>
                          <a:ext cx="1451" cy="5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92" name="Text Box 50"/>
            <p:cNvSpPr txBox="1">
              <a:spLocks noChangeArrowheads="1"/>
            </p:cNvSpPr>
            <p:nvPr/>
          </p:nvSpPr>
          <p:spPr bwMode="auto">
            <a:xfrm>
              <a:off x="576" y="1824"/>
              <a:ext cx="3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s.t.</a:t>
              </a:r>
            </a:p>
          </p:txBody>
        </p:sp>
        <p:sp>
          <p:nvSpPr>
            <p:cNvPr id="229393" name="Rectangle 52"/>
            <p:cNvSpPr>
              <a:spLocks noChangeArrowheads="1"/>
            </p:cNvSpPr>
            <p:nvPr/>
          </p:nvSpPr>
          <p:spPr bwMode="auto">
            <a:xfrm>
              <a:off x="336" y="1200"/>
              <a:ext cx="2400" cy="110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9380" name="Text Box 54"/>
          <p:cNvSpPr txBox="1">
            <a:spLocks noChangeArrowheads="1"/>
          </p:cNvSpPr>
          <p:nvPr/>
        </p:nvSpPr>
        <p:spPr bwMode="auto">
          <a:xfrm>
            <a:off x="838200" y="1752600"/>
            <a:ext cx="2057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a:latin typeface="Arial" panose="020B0604020202020204" pitchFamily="34" charset="0"/>
                <a:ea typeface="SimSun" panose="02010600030101010101" pitchFamily="2" charset="-122"/>
              </a:rPr>
              <a:t>Quadratic programming </a:t>
            </a:r>
          </a:p>
          <a:p>
            <a:pPr algn="ctr">
              <a:spcBef>
                <a:spcPct val="0"/>
              </a:spcBef>
              <a:buClrTx/>
              <a:buSzTx/>
              <a:buFontTx/>
              <a:buNone/>
            </a:pPr>
            <a:r>
              <a:rPr lang="en-US" altLang="zh-CN" sz="2400">
                <a:latin typeface="Arial" panose="020B0604020202020204" pitchFamily="34" charset="0"/>
                <a:ea typeface="SimSun" panose="02010600030101010101" pitchFamily="2" charset="-122"/>
              </a:rPr>
              <a:t>with linear constraints</a:t>
            </a:r>
          </a:p>
        </p:txBody>
      </p:sp>
      <p:grpSp>
        <p:nvGrpSpPr>
          <p:cNvPr id="3" name="Group 64"/>
          <p:cNvGrpSpPr>
            <a:grpSpLocks/>
          </p:cNvGrpSpPr>
          <p:nvPr/>
        </p:nvGrpSpPr>
        <p:grpSpPr bwMode="auto">
          <a:xfrm>
            <a:off x="838200" y="3657600"/>
            <a:ext cx="7620000" cy="2743200"/>
            <a:chOff x="528" y="2016"/>
            <a:chExt cx="4800" cy="1728"/>
          </a:xfrm>
        </p:grpSpPr>
        <p:graphicFrame>
          <p:nvGraphicFramePr>
            <p:cNvPr id="229384" name="Object 2"/>
            <p:cNvGraphicFramePr>
              <a:graphicFrameLocks noChangeAspect="1"/>
            </p:cNvGraphicFramePr>
            <p:nvPr/>
          </p:nvGraphicFramePr>
          <p:xfrm>
            <a:off x="672" y="2640"/>
            <a:ext cx="4590" cy="572"/>
          </p:xfrm>
          <a:graphic>
            <a:graphicData uri="http://schemas.openxmlformats.org/presentationml/2006/ole">
              <mc:AlternateContent xmlns:mc="http://schemas.openxmlformats.org/markup-compatibility/2006">
                <mc:Choice xmlns:v="urn:schemas-microsoft-com:vml" Requires="v">
                  <p:oleObj name="Equation" r:id="rId6" imgW="3454400" imgH="431800" progId="Equation.DSMT4">
                    <p:embed/>
                  </p:oleObj>
                </mc:Choice>
                <mc:Fallback>
                  <p:oleObj name="Equation" r:id="rId6" imgW="3454400" imgH="431800" progId="Equation.DSMT4">
                    <p:embed/>
                    <p:pic>
                      <p:nvPicPr>
                        <p:cNvPr id="229384"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2" y="2640"/>
                          <a:ext cx="4590" cy="5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85" name="Text Box 59"/>
            <p:cNvSpPr txBox="1">
              <a:spLocks noChangeArrowheads="1"/>
            </p:cNvSpPr>
            <p:nvPr/>
          </p:nvSpPr>
          <p:spPr bwMode="auto">
            <a:xfrm>
              <a:off x="2256" y="3297"/>
              <a:ext cx="3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s.t.</a:t>
              </a:r>
            </a:p>
          </p:txBody>
        </p:sp>
        <p:sp>
          <p:nvSpPr>
            <p:cNvPr id="229386" name="Rectangle 60"/>
            <p:cNvSpPr>
              <a:spLocks noChangeArrowheads="1"/>
            </p:cNvSpPr>
            <p:nvPr/>
          </p:nvSpPr>
          <p:spPr bwMode="auto">
            <a:xfrm>
              <a:off x="528" y="2640"/>
              <a:ext cx="4800" cy="110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29387" name="Text Box 61"/>
            <p:cNvSpPr txBox="1">
              <a:spLocks noChangeArrowheads="1"/>
            </p:cNvSpPr>
            <p:nvPr/>
          </p:nvSpPr>
          <p:spPr bwMode="auto">
            <a:xfrm>
              <a:off x="528" y="2140"/>
              <a:ext cx="172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a:latin typeface="Arial" panose="020B0604020202020204" pitchFamily="34" charset="0"/>
                  <a:ea typeface="SimSun" panose="02010600030101010101" pitchFamily="2" charset="-122"/>
                </a:rPr>
                <a:t>Lagrangian </a:t>
              </a:r>
            </a:p>
            <a:p>
              <a:pPr algn="ctr">
                <a:spcBef>
                  <a:spcPct val="0"/>
                </a:spcBef>
                <a:buClrTx/>
                <a:buSzTx/>
                <a:buFontTx/>
                <a:buNone/>
              </a:pPr>
              <a:r>
                <a:rPr lang="en-US" altLang="zh-CN" sz="2400">
                  <a:latin typeface="Arial" panose="020B0604020202020204" pitchFamily="34" charset="0"/>
                  <a:ea typeface="SimSun" panose="02010600030101010101" pitchFamily="2" charset="-122"/>
                </a:rPr>
                <a:t>Function </a:t>
              </a:r>
            </a:p>
          </p:txBody>
        </p:sp>
        <p:graphicFrame>
          <p:nvGraphicFramePr>
            <p:cNvPr id="229388" name="Object 3"/>
            <p:cNvGraphicFramePr>
              <a:graphicFrameLocks noChangeAspect="1"/>
            </p:cNvGraphicFramePr>
            <p:nvPr/>
          </p:nvGraphicFramePr>
          <p:xfrm>
            <a:off x="2832" y="3297"/>
            <a:ext cx="540" cy="303"/>
          </p:xfrm>
          <a:graphic>
            <a:graphicData uri="http://schemas.openxmlformats.org/presentationml/2006/ole">
              <mc:AlternateContent xmlns:mc="http://schemas.openxmlformats.org/markup-compatibility/2006">
                <mc:Choice xmlns:v="urn:schemas-microsoft-com:vml" Requires="v">
                  <p:oleObj name="Equation" r:id="rId8" imgW="406224" imgH="228501" progId="Equation.DSMT4">
                    <p:embed/>
                  </p:oleObj>
                </mc:Choice>
                <mc:Fallback>
                  <p:oleObj name="Equation" r:id="rId8" imgW="406224" imgH="228501" progId="Equation.DSMT4">
                    <p:embed/>
                    <p:pic>
                      <p:nvPicPr>
                        <p:cNvPr id="229388"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2" y="3297"/>
                          <a:ext cx="540"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89" name="AutoShape 63"/>
            <p:cNvSpPr>
              <a:spLocks noChangeArrowheads="1"/>
            </p:cNvSpPr>
            <p:nvPr/>
          </p:nvSpPr>
          <p:spPr bwMode="auto">
            <a:xfrm>
              <a:off x="2832" y="2016"/>
              <a:ext cx="336" cy="480"/>
            </a:xfrm>
            <a:prstGeom prst="upDownArrow">
              <a:avLst>
                <a:gd name="adj1" fmla="val 50000"/>
                <a:gd name="adj2" fmla="val 28571"/>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2938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0DC593A-336A-4642-A703-DAF61C61748C}" type="slidenum">
              <a:rPr lang="zh-CN" altLang="en-US" sz="1400" smtClean="0">
                <a:solidFill>
                  <a:schemeClr val="bg2"/>
                </a:solidFill>
                <a:latin typeface="Arial" panose="020B0604020202020204" pitchFamily="34" charset="0"/>
              </a:rPr>
              <a:pPr>
                <a:spcBef>
                  <a:spcPct val="50000"/>
                </a:spcBef>
                <a:buClrTx/>
                <a:buSzTx/>
                <a:buFontTx/>
                <a:buNone/>
              </a:pPr>
              <a:t>160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D136E6C-23A9-32AC-036A-37F3BC797D0A}"/>
              </a:ext>
            </a:extLst>
          </p:cNvPr>
          <p:cNvSpPr txBox="1">
            <a:spLocks/>
          </p:cNvSpPr>
          <p:nvPr/>
        </p:nvSpPr>
        <p:spPr bwMode="auto">
          <a:xfrm>
            <a:off x="4370306" y="6383338"/>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zh-CN">
                <a:ea typeface="SimSun" panose="02010600030101010101" pitchFamily="2" charset="-122"/>
              </a:rPr>
              <a:t>Quadratic Programming Problem </a:t>
            </a:r>
          </a:p>
        </p:txBody>
      </p:sp>
      <p:graphicFrame>
        <p:nvGraphicFramePr>
          <p:cNvPr id="230403" name="Object 2"/>
          <p:cNvGraphicFramePr>
            <a:graphicFrameLocks noChangeAspect="1"/>
          </p:cNvGraphicFramePr>
          <p:nvPr/>
        </p:nvGraphicFramePr>
        <p:xfrm>
          <a:off x="1066800" y="1676400"/>
          <a:ext cx="7286625" cy="838200"/>
        </p:xfrm>
        <a:graphic>
          <a:graphicData uri="http://schemas.openxmlformats.org/presentationml/2006/ole">
            <mc:AlternateContent xmlns:mc="http://schemas.openxmlformats.org/markup-compatibility/2006">
              <mc:Choice xmlns:v="urn:schemas-microsoft-com:vml" Requires="v">
                <p:oleObj name="Equation" r:id="rId2" imgW="3454400" imgH="431800" progId="Equation.DSMT4">
                  <p:embed/>
                </p:oleObj>
              </mc:Choice>
              <mc:Fallback>
                <p:oleObj name="Equation" r:id="rId2" imgW="3454400" imgH="431800" progId="Equation.DSMT4">
                  <p:embed/>
                  <p:pic>
                    <p:nvPicPr>
                      <p:cNvPr id="23040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76400"/>
                        <a:ext cx="72866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04" name="Text Box 10"/>
          <p:cNvSpPr txBox="1">
            <a:spLocks noChangeArrowheads="1"/>
          </p:cNvSpPr>
          <p:nvPr/>
        </p:nvSpPr>
        <p:spPr bwMode="auto">
          <a:xfrm>
            <a:off x="3581400" y="2438400"/>
            <a:ext cx="588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s.t.</a:t>
            </a:r>
          </a:p>
        </p:txBody>
      </p:sp>
      <p:sp>
        <p:nvSpPr>
          <p:cNvPr id="230405" name="Rectangle 11"/>
          <p:cNvSpPr>
            <a:spLocks noChangeArrowheads="1"/>
          </p:cNvSpPr>
          <p:nvPr/>
        </p:nvSpPr>
        <p:spPr bwMode="auto">
          <a:xfrm>
            <a:off x="990600" y="1676400"/>
            <a:ext cx="7467600" cy="1371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aphicFrame>
        <p:nvGraphicFramePr>
          <p:cNvPr id="230406" name="Object 3"/>
          <p:cNvGraphicFramePr>
            <a:graphicFrameLocks noChangeAspect="1"/>
          </p:cNvGraphicFramePr>
          <p:nvPr/>
        </p:nvGraphicFramePr>
        <p:xfrm>
          <a:off x="4495800" y="2438400"/>
          <a:ext cx="857250" cy="481013"/>
        </p:xfrm>
        <a:graphic>
          <a:graphicData uri="http://schemas.openxmlformats.org/presentationml/2006/ole">
            <mc:AlternateContent xmlns:mc="http://schemas.openxmlformats.org/markup-compatibility/2006">
              <mc:Choice xmlns:v="urn:schemas-microsoft-com:vml" Requires="v">
                <p:oleObj name="Equation" r:id="rId4" imgW="406224" imgH="228501" progId="Equation.DSMT4">
                  <p:embed/>
                </p:oleObj>
              </mc:Choice>
              <mc:Fallback>
                <p:oleObj name="Equation" r:id="rId4" imgW="406224" imgH="228501" progId="Equation.DSMT4">
                  <p:embed/>
                  <p:pic>
                    <p:nvPicPr>
                      <p:cNvPr id="23040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2438400"/>
                        <a:ext cx="85725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104" name="Object 4"/>
          <p:cNvGraphicFramePr>
            <a:graphicFrameLocks noChangeAspect="1"/>
          </p:cNvGraphicFramePr>
          <p:nvPr/>
        </p:nvGraphicFramePr>
        <p:xfrm>
          <a:off x="1676400" y="4191000"/>
          <a:ext cx="1098550" cy="882650"/>
        </p:xfrm>
        <a:graphic>
          <a:graphicData uri="http://schemas.openxmlformats.org/presentationml/2006/ole">
            <mc:AlternateContent xmlns:mc="http://schemas.openxmlformats.org/markup-compatibility/2006">
              <mc:Choice xmlns:v="urn:schemas-microsoft-com:vml" Requires="v">
                <p:oleObj name="Equation" r:id="rId6" imgW="520700" imgH="419100" progId="Equation.DSMT4">
                  <p:embed/>
                </p:oleObj>
              </mc:Choice>
              <mc:Fallback>
                <p:oleObj name="Equation" r:id="rId6" imgW="520700" imgH="419100" progId="Equation.DSMT4">
                  <p:embed/>
                  <p:pic>
                    <p:nvPicPr>
                      <p:cNvPr id="8910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191000"/>
                        <a:ext cx="109855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6" name="AutoShape 18"/>
          <p:cNvSpPr>
            <a:spLocks noChangeArrowheads="1"/>
          </p:cNvSpPr>
          <p:nvPr/>
        </p:nvSpPr>
        <p:spPr bwMode="auto">
          <a:xfrm>
            <a:off x="3276600" y="4419600"/>
            <a:ext cx="762000" cy="304800"/>
          </a:xfrm>
          <a:prstGeom prst="rightArrow">
            <a:avLst>
              <a:gd name="adj1" fmla="val 50000"/>
              <a:gd name="adj2" fmla="val 625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aphicFrame>
        <p:nvGraphicFramePr>
          <p:cNvPr id="89103" name="Object 5"/>
          <p:cNvGraphicFramePr>
            <a:graphicFrameLocks noChangeAspect="1"/>
          </p:cNvGraphicFramePr>
          <p:nvPr/>
        </p:nvGraphicFramePr>
        <p:xfrm>
          <a:off x="1676400" y="3200400"/>
          <a:ext cx="1098550" cy="882650"/>
        </p:xfrm>
        <a:graphic>
          <a:graphicData uri="http://schemas.openxmlformats.org/presentationml/2006/ole">
            <mc:AlternateContent xmlns:mc="http://schemas.openxmlformats.org/markup-compatibility/2006">
              <mc:Choice xmlns:v="urn:schemas-microsoft-com:vml" Requires="v">
                <p:oleObj name="Equation" r:id="rId8" imgW="520700" imgH="419100" progId="Equation.DSMT4">
                  <p:embed/>
                </p:oleObj>
              </mc:Choice>
              <mc:Fallback>
                <p:oleObj name="Equation" r:id="rId8" imgW="520700" imgH="419100" progId="Equation.DSMT4">
                  <p:embed/>
                  <p:pic>
                    <p:nvPicPr>
                      <p:cNvPr id="8910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6400" y="3200400"/>
                        <a:ext cx="109855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5" name="AutoShape 17"/>
          <p:cNvSpPr>
            <a:spLocks noChangeArrowheads="1"/>
          </p:cNvSpPr>
          <p:nvPr/>
        </p:nvSpPr>
        <p:spPr bwMode="auto">
          <a:xfrm>
            <a:off x="3276600" y="3505200"/>
            <a:ext cx="762000" cy="304800"/>
          </a:xfrm>
          <a:prstGeom prst="rightArrow">
            <a:avLst>
              <a:gd name="adj1" fmla="val 50000"/>
              <a:gd name="adj2" fmla="val 625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aphicFrame>
        <p:nvGraphicFramePr>
          <p:cNvPr id="89107" name="Object 6"/>
          <p:cNvGraphicFramePr>
            <a:graphicFrameLocks noChangeAspect="1"/>
          </p:cNvGraphicFramePr>
          <p:nvPr/>
        </p:nvGraphicFramePr>
        <p:xfrm>
          <a:off x="4495800" y="3130550"/>
          <a:ext cx="1820863" cy="908050"/>
        </p:xfrm>
        <a:graphic>
          <a:graphicData uri="http://schemas.openxmlformats.org/presentationml/2006/ole">
            <mc:AlternateContent xmlns:mc="http://schemas.openxmlformats.org/markup-compatibility/2006">
              <mc:Choice xmlns:v="urn:schemas-microsoft-com:vml" Requires="v">
                <p:oleObj name="Equation" r:id="rId10" imgW="863225" imgH="431613" progId="Equation.DSMT4">
                  <p:embed/>
                </p:oleObj>
              </mc:Choice>
              <mc:Fallback>
                <p:oleObj name="Equation" r:id="rId10" imgW="863225" imgH="431613" progId="Equation.DSMT4">
                  <p:embed/>
                  <p:pic>
                    <p:nvPicPr>
                      <p:cNvPr id="89107"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5800" y="3130550"/>
                        <a:ext cx="1820863"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108" name="Object 7"/>
          <p:cNvGraphicFramePr>
            <a:graphicFrameLocks noChangeAspect="1"/>
          </p:cNvGraphicFramePr>
          <p:nvPr/>
        </p:nvGraphicFramePr>
        <p:xfrm>
          <a:off x="4648200" y="4044950"/>
          <a:ext cx="1498600" cy="908050"/>
        </p:xfrm>
        <a:graphic>
          <a:graphicData uri="http://schemas.openxmlformats.org/presentationml/2006/ole">
            <mc:AlternateContent xmlns:mc="http://schemas.openxmlformats.org/markup-compatibility/2006">
              <mc:Choice xmlns:v="urn:schemas-microsoft-com:vml" Requires="v">
                <p:oleObj name="Equation" r:id="rId12" imgW="710891" imgH="431613" progId="Equation.DSMT4">
                  <p:embed/>
                </p:oleObj>
              </mc:Choice>
              <mc:Fallback>
                <p:oleObj name="Equation" r:id="rId12" imgW="710891" imgH="431613" progId="Equation.DSMT4">
                  <p:embed/>
                  <p:pic>
                    <p:nvPicPr>
                      <p:cNvPr id="89108"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48200" y="4044950"/>
                        <a:ext cx="14986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1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9340776-9021-4B67-9BE8-B44AA10B4D33}" type="slidenum">
              <a:rPr lang="zh-CN" altLang="en-US" sz="1400" smtClean="0">
                <a:solidFill>
                  <a:schemeClr val="bg2"/>
                </a:solidFill>
                <a:latin typeface="Arial" panose="020B0604020202020204" pitchFamily="34" charset="0"/>
              </a:rPr>
              <a:pPr>
                <a:spcBef>
                  <a:spcPct val="50000"/>
                </a:spcBef>
                <a:buClrTx/>
                <a:buSzTx/>
                <a:buFontTx/>
                <a:buNone/>
              </a:pPr>
              <a:t>161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85F68D6-3BC3-D25C-03AF-481AC8D0041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91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10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10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1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1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9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6" grpId="0" animBg="1"/>
      <p:bldP spid="89105"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zh-CN">
                <a:ea typeface="SimSun" panose="02010600030101010101" pitchFamily="2" charset="-122"/>
              </a:rPr>
              <a:t>Quadratic Programming Problem </a:t>
            </a:r>
          </a:p>
        </p:txBody>
      </p:sp>
      <p:graphicFrame>
        <p:nvGraphicFramePr>
          <p:cNvPr id="231427" name="Object 2"/>
          <p:cNvGraphicFramePr>
            <a:graphicFrameLocks noChangeAspect="1"/>
          </p:cNvGraphicFramePr>
          <p:nvPr/>
        </p:nvGraphicFramePr>
        <p:xfrm>
          <a:off x="1066800" y="1600200"/>
          <a:ext cx="7286625" cy="908050"/>
        </p:xfrm>
        <a:graphic>
          <a:graphicData uri="http://schemas.openxmlformats.org/presentationml/2006/ole">
            <mc:AlternateContent xmlns:mc="http://schemas.openxmlformats.org/markup-compatibility/2006">
              <mc:Choice xmlns:v="urn:schemas-microsoft-com:vml" Requires="v">
                <p:oleObj name="Equation" r:id="rId2" imgW="3454400" imgH="431800" progId="Equation.DSMT4">
                  <p:embed/>
                </p:oleObj>
              </mc:Choice>
              <mc:Fallback>
                <p:oleObj name="Equation" r:id="rId2" imgW="3454400" imgH="431800" progId="Equation.DSMT4">
                  <p:embed/>
                  <p:pic>
                    <p:nvPicPr>
                      <p:cNvPr id="23142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00200"/>
                        <a:ext cx="7286625"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1428" name="Text Box 4"/>
          <p:cNvSpPr txBox="1">
            <a:spLocks noChangeArrowheads="1"/>
          </p:cNvSpPr>
          <p:nvPr/>
        </p:nvSpPr>
        <p:spPr bwMode="auto">
          <a:xfrm>
            <a:off x="3657600" y="2514600"/>
            <a:ext cx="60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s.t.</a:t>
            </a:r>
          </a:p>
        </p:txBody>
      </p:sp>
      <p:sp>
        <p:nvSpPr>
          <p:cNvPr id="231429" name="Rectangle 5"/>
          <p:cNvSpPr>
            <a:spLocks noChangeArrowheads="1"/>
          </p:cNvSpPr>
          <p:nvPr/>
        </p:nvSpPr>
        <p:spPr bwMode="auto">
          <a:xfrm>
            <a:off x="990600" y="1676400"/>
            <a:ext cx="7543800" cy="1447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aphicFrame>
        <p:nvGraphicFramePr>
          <p:cNvPr id="231430" name="Object 3"/>
          <p:cNvGraphicFramePr>
            <a:graphicFrameLocks noChangeAspect="1"/>
          </p:cNvGraphicFramePr>
          <p:nvPr/>
        </p:nvGraphicFramePr>
        <p:xfrm>
          <a:off x="4495800" y="2514600"/>
          <a:ext cx="857250" cy="457200"/>
        </p:xfrm>
        <a:graphic>
          <a:graphicData uri="http://schemas.openxmlformats.org/presentationml/2006/ole">
            <mc:AlternateContent xmlns:mc="http://schemas.openxmlformats.org/markup-compatibility/2006">
              <mc:Choice xmlns:v="urn:schemas-microsoft-com:vml" Requires="v">
                <p:oleObj name="Equation" r:id="rId4" imgW="406224" imgH="228501" progId="Equation.DSMT4">
                  <p:embed/>
                </p:oleObj>
              </mc:Choice>
              <mc:Fallback>
                <p:oleObj name="Equation" r:id="rId4" imgW="406224" imgH="228501" progId="Equation.DSMT4">
                  <p:embed/>
                  <p:pic>
                    <p:nvPicPr>
                      <p:cNvPr id="23143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2514600"/>
                        <a:ext cx="8572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1" name="Object 4"/>
          <p:cNvGraphicFramePr>
            <a:graphicFrameLocks noChangeAspect="1"/>
          </p:cNvGraphicFramePr>
          <p:nvPr/>
        </p:nvGraphicFramePr>
        <p:xfrm>
          <a:off x="2133600" y="4191000"/>
          <a:ext cx="5222875" cy="935038"/>
        </p:xfrm>
        <a:graphic>
          <a:graphicData uri="http://schemas.openxmlformats.org/presentationml/2006/ole">
            <mc:AlternateContent xmlns:mc="http://schemas.openxmlformats.org/markup-compatibility/2006">
              <mc:Choice xmlns:v="urn:schemas-microsoft-com:vml" Requires="v">
                <p:oleObj name="Equation" r:id="rId6" imgW="2476500" imgH="444500" progId="Equation.DSMT4">
                  <p:embed/>
                </p:oleObj>
              </mc:Choice>
              <mc:Fallback>
                <p:oleObj name="Equation" r:id="rId6" imgW="2476500" imgH="444500" progId="Equation.DSMT4">
                  <p:embed/>
                  <p:pic>
                    <p:nvPicPr>
                      <p:cNvPr id="231431"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4191000"/>
                        <a:ext cx="522287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1432" name="Text Box 8"/>
          <p:cNvSpPr txBox="1">
            <a:spLocks noChangeArrowheads="1"/>
          </p:cNvSpPr>
          <p:nvPr/>
        </p:nvSpPr>
        <p:spPr bwMode="auto">
          <a:xfrm>
            <a:off x="2438400" y="5157788"/>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s.t.</a:t>
            </a:r>
          </a:p>
        </p:txBody>
      </p:sp>
      <p:sp>
        <p:nvSpPr>
          <p:cNvPr id="231433" name="Rectangle 9"/>
          <p:cNvSpPr>
            <a:spLocks noChangeArrowheads="1"/>
          </p:cNvSpPr>
          <p:nvPr/>
        </p:nvSpPr>
        <p:spPr bwMode="auto">
          <a:xfrm>
            <a:off x="1066800" y="4191000"/>
            <a:ext cx="7391400"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aphicFrame>
        <p:nvGraphicFramePr>
          <p:cNvPr id="231434" name="Object 5"/>
          <p:cNvGraphicFramePr>
            <a:graphicFrameLocks noChangeAspect="1"/>
          </p:cNvGraphicFramePr>
          <p:nvPr/>
        </p:nvGraphicFramePr>
        <p:xfrm>
          <a:off x="3333750" y="5181600"/>
          <a:ext cx="857250" cy="481013"/>
        </p:xfrm>
        <a:graphic>
          <a:graphicData uri="http://schemas.openxmlformats.org/presentationml/2006/ole">
            <mc:AlternateContent xmlns:mc="http://schemas.openxmlformats.org/markup-compatibility/2006">
              <mc:Choice xmlns:v="urn:schemas-microsoft-com:vml" Requires="v">
                <p:oleObj name="Equation" r:id="rId8" imgW="406224" imgH="228501" progId="Equation.DSMT4">
                  <p:embed/>
                </p:oleObj>
              </mc:Choice>
              <mc:Fallback>
                <p:oleObj name="Equation" r:id="rId8" imgW="406224" imgH="228501" progId="Equation.DSMT4">
                  <p:embed/>
                  <p:pic>
                    <p:nvPicPr>
                      <p:cNvPr id="23143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750" y="5181600"/>
                        <a:ext cx="85725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5" name="Object 6"/>
          <p:cNvGraphicFramePr>
            <a:graphicFrameLocks noChangeAspect="1"/>
          </p:cNvGraphicFramePr>
          <p:nvPr/>
        </p:nvGraphicFramePr>
        <p:xfrm>
          <a:off x="5207000" y="4953000"/>
          <a:ext cx="1498600" cy="908050"/>
        </p:xfrm>
        <a:graphic>
          <a:graphicData uri="http://schemas.openxmlformats.org/presentationml/2006/ole">
            <mc:AlternateContent xmlns:mc="http://schemas.openxmlformats.org/markup-compatibility/2006">
              <mc:Choice xmlns:v="urn:schemas-microsoft-com:vml" Requires="v">
                <p:oleObj name="Equation" r:id="rId9" imgW="710891" imgH="431613" progId="Equation.DSMT4">
                  <p:embed/>
                </p:oleObj>
              </mc:Choice>
              <mc:Fallback>
                <p:oleObj name="Equation" r:id="rId9" imgW="710891" imgH="431613" progId="Equation.DSMT4">
                  <p:embed/>
                  <p:pic>
                    <p:nvPicPr>
                      <p:cNvPr id="231435"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07000" y="4953000"/>
                        <a:ext cx="14986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1436" name="Text Box 12"/>
          <p:cNvSpPr txBox="1">
            <a:spLocks noChangeArrowheads="1"/>
          </p:cNvSpPr>
          <p:nvPr/>
        </p:nvSpPr>
        <p:spPr bwMode="auto">
          <a:xfrm>
            <a:off x="4151313" y="5181600"/>
            <a:ext cx="86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 and</a:t>
            </a:r>
          </a:p>
        </p:txBody>
      </p:sp>
      <p:sp>
        <p:nvSpPr>
          <p:cNvPr id="231437" name="AutoShape 13"/>
          <p:cNvSpPr>
            <a:spLocks noChangeArrowheads="1"/>
          </p:cNvSpPr>
          <p:nvPr/>
        </p:nvSpPr>
        <p:spPr bwMode="auto">
          <a:xfrm>
            <a:off x="4495800" y="3200400"/>
            <a:ext cx="533400" cy="762000"/>
          </a:xfrm>
          <a:prstGeom prst="upDownArrow">
            <a:avLst>
              <a:gd name="adj1" fmla="val 50000"/>
              <a:gd name="adj2" fmla="val 28571"/>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1438" name="Text Box 14"/>
          <p:cNvSpPr txBox="1">
            <a:spLocks noChangeArrowheads="1"/>
          </p:cNvSpPr>
          <p:nvPr/>
        </p:nvSpPr>
        <p:spPr bwMode="auto">
          <a:xfrm>
            <a:off x="838200" y="3352800"/>
            <a:ext cx="2971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a:latin typeface="Arial" panose="020B0604020202020204" pitchFamily="34" charset="0"/>
                <a:ea typeface="SimSun" panose="02010600030101010101" pitchFamily="2" charset="-122"/>
              </a:rPr>
              <a:t>Lagrangian dual  </a:t>
            </a:r>
          </a:p>
          <a:p>
            <a:pPr algn="ctr">
              <a:spcBef>
                <a:spcPct val="0"/>
              </a:spcBef>
              <a:buClrTx/>
              <a:buSzTx/>
              <a:buFontTx/>
              <a:buNone/>
            </a:pPr>
            <a:r>
              <a:rPr lang="en-US" altLang="zh-CN" sz="2400">
                <a:latin typeface="Arial" panose="020B0604020202020204" pitchFamily="34" charset="0"/>
                <a:ea typeface="SimSun" panose="02010600030101010101" pitchFamily="2" charset="-122"/>
              </a:rPr>
              <a:t>problem</a:t>
            </a:r>
          </a:p>
        </p:txBody>
      </p:sp>
      <p:sp>
        <p:nvSpPr>
          <p:cNvPr id="23144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3A236B4-72E4-48C6-BC7A-FF57183951DE}" type="slidenum">
              <a:rPr lang="zh-CN" altLang="en-US" sz="1400" smtClean="0">
                <a:solidFill>
                  <a:schemeClr val="bg2"/>
                </a:solidFill>
                <a:latin typeface="Arial" panose="020B0604020202020204" pitchFamily="34" charset="0"/>
              </a:rPr>
              <a:pPr>
                <a:spcBef>
                  <a:spcPct val="50000"/>
                </a:spcBef>
                <a:buClrTx/>
                <a:buSzTx/>
                <a:buFontTx/>
                <a:buNone/>
              </a:pPr>
              <a:t>162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5D07F30-BC60-EE91-1E4B-18B0276F8AF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r>
              <a:rPr lang="en-US" altLang="zh-CN">
                <a:ea typeface="SimSun" panose="02010600030101010101" pitchFamily="2" charset="-122"/>
              </a:rPr>
              <a:t>Quadratic Programming Problem </a:t>
            </a:r>
          </a:p>
        </p:txBody>
      </p:sp>
      <p:sp>
        <p:nvSpPr>
          <p:cNvPr id="92177" name="Rectangle 17"/>
          <p:cNvSpPr>
            <a:spLocks noChangeArrowheads="1"/>
          </p:cNvSpPr>
          <p:nvPr/>
        </p:nvSpPr>
        <p:spPr bwMode="auto">
          <a:xfrm>
            <a:off x="838200" y="36576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The solution has the form: </a:t>
            </a:r>
          </a:p>
        </p:txBody>
      </p:sp>
      <p:graphicFrame>
        <p:nvGraphicFramePr>
          <p:cNvPr id="232452" name="Object 2"/>
          <p:cNvGraphicFramePr>
            <a:graphicFrameLocks noChangeAspect="1"/>
          </p:cNvGraphicFramePr>
          <p:nvPr/>
        </p:nvGraphicFramePr>
        <p:xfrm>
          <a:off x="2362200" y="2209800"/>
          <a:ext cx="3105150" cy="533400"/>
        </p:xfrm>
        <a:graphic>
          <a:graphicData uri="http://schemas.openxmlformats.org/presentationml/2006/ole">
            <mc:AlternateContent xmlns:mc="http://schemas.openxmlformats.org/markup-compatibility/2006">
              <mc:Choice xmlns:v="urn:schemas-microsoft-com:vml" Requires="v">
                <p:oleObj name="Equation" r:id="rId2" imgW="1473200" imgH="279400" progId="Equation.DSMT4">
                  <p:embed/>
                </p:oleObj>
              </mc:Choice>
              <mc:Fallback>
                <p:oleObj name="Equation" r:id="rId2" imgW="1473200" imgH="279400" progId="Equation.DSMT4">
                  <p:embed/>
                  <p:pic>
                    <p:nvPicPr>
                      <p:cNvPr id="23245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209800"/>
                        <a:ext cx="31051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53" name="Rectangle 20"/>
          <p:cNvSpPr>
            <a:spLocks noChangeArrowheads="1"/>
          </p:cNvSpPr>
          <p:nvPr/>
        </p:nvSpPr>
        <p:spPr bwMode="auto">
          <a:xfrm>
            <a:off x="1219200" y="1676400"/>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From KKT condition, we know: </a:t>
            </a:r>
          </a:p>
        </p:txBody>
      </p:sp>
      <p:sp>
        <p:nvSpPr>
          <p:cNvPr id="92181" name="Rectangle 21"/>
          <p:cNvSpPr>
            <a:spLocks noChangeArrowheads="1"/>
          </p:cNvSpPr>
          <p:nvPr/>
        </p:nvSpPr>
        <p:spPr bwMode="auto">
          <a:xfrm>
            <a:off x="1371600" y="28194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Thus, only support vectors</a:t>
            </a:r>
          </a:p>
        </p:txBody>
      </p:sp>
      <p:graphicFrame>
        <p:nvGraphicFramePr>
          <p:cNvPr id="92182" name="Object 3"/>
          <p:cNvGraphicFramePr>
            <a:graphicFrameLocks noChangeAspect="1"/>
          </p:cNvGraphicFramePr>
          <p:nvPr/>
        </p:nvGraphicFramePr>
        <p:xfrm>
          <a:off x="4933950" y="2819400"/>
          <a:ext cx="857250" cy="481013"/>
        </p:xfrm>
        <a:graphic>
          <a:graphicData uri="http://schemas.openxmlformats.org/presentationml/2006/ole">
            <mc:AlternateContent xmlns:mc="http://schemas.openxmlformats.org/markup-compatibility/2006">
              <mc:Choice xmlns:v="urn:schemas-microsoft-com:vml" Requires="v">
                <p:oleObj name="Equation" r:id="rId4" imgW="406224" imgH="228501" progId="Equation.DSMT4">
                  <p:embed/>
                </p:oleObj>
              </mc:Choice>
              <mc:Fallback>
                <p:oleObj name="Equation" r:id="rId4" imgW="406224" imgH="228501" progId="Equation.DSMT4">
                  <p:embed/>
                  <p:pic>
                    <p:nvPicPr>
                      <p:cNvPr id="9218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950" y="2819400"/>
                        <a:ext cx="85725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83" name="Object 4"/>
          <p:cNvGraphicFramePr>
            <a:graphicFrameLocks noChangeAspect="1"/>
          </p:cNvGraphicFramePr>
          <p:nvPr/>
        </p:nvGraphicFramePr>
        <p:xfrm>
          <a:off x="2590800" y="4038600"/>
          <a:ext cx="3373438" cy="908050"/>
        </p:xfrm>
        <a:graphic>
          <a:graphicData uri="http://schemas.openxmlformats.org/presentationml/2006/ole">
            <mc:AlternateContent xmlns:mc="http://schemas.openxmlformats.org/markup-compatibility/2006">
              <mc:Choice xmlns:v="urn:schemas-microsoft-com:vml" Requires="v">
                <p:oleObj name="Equation" r:id="rId6" imgW="1600200" imgH="431800" progId="Equation.DSMT4">
                  <p:embed/>
                </p:oleObj>
              </mc:Choice>
              <mc:Fallback>
                <p:oleObj name="Equation" r:id="rId6" imgW="1600200" imgH="431800" progId="Equation.DSMT4">
                  <p:embed/>
                  <p:pic>
                    <p:nvPicPr>
                      <p:cNvPr id="92183"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4038600"/>
                        <a:ext cx="3373438"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85" name="Object 5"/>
          <p:cNvGraphicFramePr>
            <a:graphicFrameLocks noChangeAspect="1"/>
          </p:cNvGraphicFramePr>
          <p:nvPr/>
        </p:nvGraphicFramePr>
        <p:xfrm>
          <a:off x="2514600" y="5076825"/>
          <a:ext cx="4391025" cy="1019175"/>
        </p:xfrm>
        <a:graphic>
          <a:graphicData uri="http://schemas.openxmlformats.org/presentationml/2006/ole">
            <mc:AlternateContent xmlns:mc="http://schemas.openxmlformats.org/markup-compatibility/2006">
              <mc:Choice xmlns:v="urn:schemas-microsoft-com:vml" Requires="v">
                <p:oleObj name="Equation" r:id="rId8" imgW="2082800" imgH="482600" progId="Equation.DSMT4">
                  <p:embed/>
                </p:oleObj>
              </mc:Choice>
              <mc:Fallback>
                <p:oleObj name="Equation" r:id="rId8" imgW="2082800" imgH="482600" progId="Equation.DSMT4">
                  <p:embed/>
                  <p:pic>
                    <p:nvPicPr>
                      <p:cNvPr id="92185"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4600" y="5076825"/>
                        <a:ext cx="4391025"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7"/>
          <p:cNvGrpSpPr>
            <a:grpSpLocks/>
          </p:cNvGrpSpPr>
          <p:nvPr/>
        </p:nvGrpSpPr>
        <p:grpSpPr bwMode="auto">
          <a:xfrm>
            <a:off x="6019800" y="1828800"/>
            <a:ext cx="2895600" cy="2667000"/>
            <a:chOff x="2592" y="2318"/>
            <a:chExt cx="1655" cy="1474"/>
          </a:xfrm>
        </p:grpSpPr>
        <p:sp>
          <p:nvSpPr>
            <p:cNvPr id="232461" name="Rectangle 68"/>
            <p:cNvSpPr>
              <a:spLocks noChangeArrowheads="1"/>
            </p:cNvSpPr>
            <p:nvPr/>
          </p:nvSpPr>
          <p:spPr bwMode="auto">
            <a:xfrm rot="-1913833">
              <a:off x="2592" y="2850"/>
              <a:ext cx="1533" cy="27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32462" name="Group 69"/>
            <p:cNvGrpSpPr>
              <a:grpSpLocks/>
            </p:cNvGrpSpPr>
            <p:nvPr/>
          </p:nvGrpSpPr>
          <p:grpSpPr bwMode="auto">
            <a:xfrm>
              <a:off x="2669" y="2318"/>
              <a:ext cx="1481" cy="1474"/>
              <a:chOff x="2736" y="1008"/>
              <a:chExt cx="2784" cy="2784"/>
            </a:xfrm>
          </p:grpSpPr>
          <p:sp>
            <p:nvSpPr>
              <p:cNvPr id="232498" name="Line 70"/>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2499" name="Line 71"/>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32463" name="Group 72"/>
            <p:cNvGrpSpPr>
              <a:grpSpLocks/>
            </p:cNvGrpSpPr>
            <p:nvPr/>
          </p:nvGrpSpPr>
          <p:grpSpPr bwMode="auto">
            <a:xfrm>
              <a:off x="3179" y="3080"/>
              <a:ext cx="614" cy="483"/>
              <a:chOff x="3696" y="2448"/>
              <a:chExt cx="1152" cy="912"/>
            </a:xfrm>
          </p:grpSpPr>
          <p:sp>
            <p:nvSpPr>
              <p:cNvPr id="232490" name="Oval 73"/>
              <p:cNvSpPr>
                <a:spLocks noChangeArrowheads="1"/>
              </p:cNvSpPr>
              <p:nvPr/>
            </p:nvSpPr>
            <p:spPr bwMode="auto">
              <a:xfrm>
                <a:off x="3840" y="264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1" name="Oval 74"/>
              <p:cNvSpPr>
                <a:spLocks noChangeArrowheads="1"/>
              </p:cNvSpPr>
              <p:nvPr/>
            </p:nvSpPr>
            <p:spPr bwMode="auto">
              <a:xfrm>
                <a:off x="4272" y="249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2" name="Oval 75"/>
              <p:cNvSpPr>
                <a:spLocks noChangeArrowheads="1"/>
              </p:cNvSpPr>
              <p:nvPr/>
            </p:nvSpPr>
            <p:spPr bwMode="auto">
              <a:xfrm>
                <a:off x="4224" y="273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3" name="Oval 76"/>
              <p:cNvSpPr>
                <a:spLocks noChangeArrowheads="1"/>
              </p:cNvSpPr>
              <p:nvPr/>
            </p:nvSpPr>
            <p:spPr bwMode="auto">
              <a:xfrm>
                <a:off x="4512" y="278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4" name="Oval 77"/>
              <p:cNvSpPr>
                <a:spLocks noChangeArrowheads="1"/>
              </p:cNvSpPr>
              <p:nvPr/>
            </p:nvSpPr>
            <p:spPr bwMode="auto">
              <a:xfrm>
                <a:off x="4752" y="2448"/>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5" name="Oval 78"/>
              <p:cNvSpPr>
                <a:spLocks noChangeArrowheads="1"/>
              </p:cNvSpPr>
              <p:nvPr/>
            </p:nvSpPr>
            <p:spPr bwMode="auto">
              <a:xfrm>
                <a:off x="4032" y="2976"/>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6" name="Oval 79"/>
              <p:cNvSpPr>
                <a:spLocks noChangeArrowheads="1"/>
              </p:cNvSpPr>
              <p:nvPr/>
            </p:nvSpPr>
            <p:spPr bwMode="auto">
              <a:xfrm>
                <a:off x="3696" y="3264"/>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97" name="Oval 80"/>
              <p:cNvSpPr>
                <a:spLocks noChangeArrowheads="1"/>
              </p:cNvSpPr>
              <p:nvPr/>
            </p:nvSpPr>
            <p:spPr bwMode="auto">
              <a:xfrm>
                <a:off x="4560" y="3120"/>
                <a:ext cx="96" cy="96"/>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32464" name="Group 81"/>
            <p:cNvGrpSpPr>
              <a:grpSpLocks/>
            </p:cNvGrpSpPr>
            <p:nvPr/>
          </p:nvGrpSpPr>
          <p:grpSpPr bwMode="auto">
            <a:xfrm>
              <a:off x="2924" y="2470"/>
              <a:ext cx="741" cy="483"/>
              <a:chOff x="3216" y="1296"/>
              <a:chExt cx="1392" cy="912"/>
            </a:xfrm>
          </p:grpSpPr>
          <p:sp>
            <p:nvSpPr>
              <p:cNvPr id="232483" name="Oval 82"/>
              <p:cNvSpPr>
                <a:spLocks noChangeArrowheads="1"/>
              </p:cNvSpPr>
              <p:nvPr/>
            </p:nvSpPr>
            <p:spPr bwMode="auto">
              <a:xfrm>
                <a:off x="3216" y="134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4" name="Oval 83"/>
              <p:cNvSpPr>
                <a:spLocks noChangeArrowheads="1"/>
              </p:cNvSpPr>
              <p:nvPr/>
            </p:nvSpPr>
            <p:spPr bwMode="auto">
              <a:xfrm>
                <a:off x="3264" y="163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5" name="Oval 84"/>
              <p:cNvSpPr>
                <a:spLocks noChangeArrowheads="1"/>
              </p:cNvSpPr>
              <p:nvPr/>
            </p:nvSpPr>
            <p:spPr bwMode="auto">
              <a:xfrm>
                <a:off x="3792" y="153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6" name="Oval 85"/>
              <p:cNvSpPr>
                <a:spLocks noChangeArrowheads="1"/>
              </p:cNvSpPr>
              <p:nvPr/>
            </p:nvSpPr>
            <p:spPr bwMode="auto">
              <a:xfrm>
                <a:off x="3264"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7" name="Oval 86"/>
              <p:cNvSpPr>
                <a:spLocks noChangeArrowheads="1"/>
              </p:cNvSpPr>
              <p:nvPr/>
            </p:nvSpPr>
            <p:spPr bwMode="auto">
              <a:xfrm>
                <a:off x="3696" y="2112"/>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8" name="Oval 87"/>
              <p:cNvSpPr>
                <a:spLocks noChangeArrowheads="1"/>
              </p:cNvSpPr>
              <p:nvPr/>
            </p:nvSpPr>
            <p:spPr bwMode="auto">
              <a:xfrm>
                <a:off x="4272" y="1296"/>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9" name="Oval 88"/>
              <p:cNvSpPr>
                <a:spLocks noChangeArrowheads="1"/>
              </p:cNvSpPr>
              <p:nvPr/>
            </p:nvSpPr>
            <p:spPr bwMode="auto">
              <a:xfrm>
                <a:off x="4512" y="1584"/>
                <a:ext cx="96" cy="96"/>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32465" name="Line 89"/>
            <p:cNvSpPr>
              <a:spLocks noChangeShapeType="1"/>
            </p:cNvSpPr>
            <p:nvPr/>
          </p:nvSpPr>
          <p:spPr bwMode="auto">
            <a:xfrm flipV="1">
              <a:off x="2643" y="2547"/>
              <a:ext cx="1431" cy="8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2466" name="Text Box 90"/>
            <p:cNvSpPr txBox="1">
              <a:spLocks noChangeArrowheads="1"/>
            </p:cNvSpPr>
            <p:nvPr/>
          </p:nvSpPr>
          <p:spPr bwMode="auto">
            <a:xfrm>
              <a:off x="4068" y="3611"/>
              <a:ext cx="1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900">
                  <a:latin typeface="Arial" panose="020B0604020202020204" pitchFamily="34" charset="0"/>
                  <a:ea typeface="SimSun" panose="02010600030101010101" pitchFamily="2" charset="-122"/>
                </a:rPr>
                <a:t>x</a:t>
              </a:r>
              <a:r>
                <a:rPr lang="en-US" altLang="zh-CN" sz="900" baseline="-25000">
                  <a:latin typeface="Arial" panose="020B0604020202020204" pitchFamily="34" charset="0"/>
                  <a:ea typeface="SimSun" panose="02010600030101010101" pitchFamily="2" charset="-122"/>
                </a:rPr>
                <a:t>1</a:t>
              </a:r>
            </a:p>
          </p:txBody>
        </p:sp>
        <p:sp>
          <p:nvSpPr>
            <p:cNvPr id="232467" name="Text Box 91"/>
            <p:cNvSpPr txBox="1">
              <a:spLocks noChangeArrowheads="1"/>
            </p:cNvSpPr>
            <p:nvPr/>
          </p:nvSpPr>
          <p:spPr bwMode="auto">
            <a:xfrm>
              <a:off x="2796" y="2328"/>
              <a:ext cx="1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900">
                  <a:latin typeface="Arial" panose="020B0604020202020204" pitchFamily="34" charset="0"/>
                  <a:ea typeface="SimSun" panose="02010600030101010101" pitchFamily="2" charset="-122"/>
                </a:rPr>
                <a:t>x</a:t>
              </a:r>
              <a:r>
                <a:rPr lang="en-US" altLang="zh-CN" sz="900" baseline="-25000">
                  <a:latin typeface="Arial" panose="020B0604020202020204" pitchFamily="34" charset="0"/>
                  <a:ea typeface="SimSun" panose="02010600030101010101" pitchFamily="2" charset="-122"/>
                </a:rPr>
                <a:t>2</a:t>
              </a:r>
            </a:p>
          </p:txBody>
        </p:sp>
        <p:sp>
          <p:nvSpPr>
            <p:cNvPr id="232468" name="Rectangle 92"/>
            <p:cNvSpPr>
              <a:spLocks noChangeArrowheads="1"/>
            </p:cNvSpPr>
            <p:nvPr/>
          </p:nvSpPr>
          <p:spPr bwMode="auto">
            <a:xfrm rot="-2054740">
              <a:off x="3179" y="2852"/>
              <a:ext cx="81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900" b="1" i="1">
                  <a:latin typeface="Arial" panose="020B0604020202020204" pitchFamily="34" charset="0"/>
                  <a:ea typeface="SimSun" panose="02010600030101010101" pitchFamily="2" charset="-122"/>
                </a:rPr>
                <a:t>w</a:t>
              </a:r>
              <a:r>
                <a:rPr lang="en-US" altLang="zh-CN" sz="900" b="1" i="1" baseline="30000">
                  <a:latin typeface="Arial" panose="020B0604020202020204" pitchFamily="34" charset="0"/>
                  <a:ea typeface="SimSun" panose="02010600030101010101" pitchFamily="2" charset="-122"/>
                </a:rPr>
                <a:t>T</a:t>
              </a:r>
              <a:r>
                <a:rPr lang="en-US" altLang="zh-CN" sz="900" b="1" i="1">
                  <a:latin typeface="Arial" panose="020B0604020202020204" pitchFamily="34" charset="0"/>
                  <a:ea typeface="SimSun" panose="02010600030101010101" pitchFamily="2" charset="-122"/>
                </a:rPr>
                <a:t> x + b = 0</a:t>
              </a:r>
            </a:p>
          </p:txBody>
        </p:sp>
        <p:sp>
          <p:nvSpPr>
            <p:cNvPr id="232469" name="Rectangle 93"/>
            <p:cNvSpPr>
              <a:spLocks noChangeArrowheads="1"/>
            </p:cNvSpPr>
            <p:nvPr/>
          </p:nvSpPr>
          <p:spPr bwMode="auto">
            <a:xfrm rot="-2054740">
              <a:off x="3384" y="2877"/>
              <a:ext cx="817"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900" b="1" i="1">
                  <a:latin typeface="Arial" panose="020B0604020202020204" pitchFamily="34" charset="0"/>
                  <a:ea typeface="SimSun" panose="02010600030101010101" pitchFamily="2" charset="-122"/>
                </a:rPr>
                <a:t>w</a:t>
              </a:r>
              <a:r>
                <a:rPr lang="en-US" altLang="zh-CN" sz="900" b="1" i="1" baseline="30000">
                  <a:latin typeface="Arial" panose="020B0604020202020204" pitchFamily="34" charset="0"/>
                  <a:ea typeface="SimSun" panose="02010600030101010101" pitchFamily="2" charset="-122"/>
                </a:rPr>
                <a:t>T</a:t>
              </a:r>
              <a:r>
                <a:rPr lang="en-US" altLang="zh-CN" sz="900" b="1" i="1">
                  <a:latin typeface="Arial" panose="020B0604020202020204" pitchFamily="34" charset="0"/>
                  <a:ea typeface="SimSun" panose="02010600030101010101" pitchFamily="2" charset="-122"/>
                </a:rPr>
                <a:t> x + b = -1</a:t>
              </a:r>
            </a:p>
          </p:txBody>
        </p:sp>
        <p:sp>
          <p:nvSpPr>
            <p:cNvPr id="232470" name="Rectangle 94"/>
            <p:cNvSpPr>
              <a:spLocks noChangeArrowheads="1"/>
            </p:cNvSpPr>
            <p:nvPr/>
          </p:nvSpPr>
          <p:spPr bwMode="auto">
            <a:xfrm rot="-2054740">
              <a:off x="2975" y="2674"/>
              <a:ext cx="81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900" b="1" i="1">
                  <a:latin typeface="Arial" panose="020B0604020202020204" pitchFamily="34" charset="0"/>
                  <a:ea typeface="SimSun" panose="02010600030101010101" pitchFamily="2" charset="-122"/>
                </a:rPr>
                <a:t>w</a:t>
              </a:r>
              <a:r>
                <a:rPr lang="en-US" altLang="zh-CN" sz="900" b="1" i="1" baseline="30000">
                  <a:latin typeface="Arial" panose="020B0604020202020204" pitchFamily="34" charset="0"/>
                  <a:ea typeface="SimSun" panose="02010600030101010101" pitchFamily="2" charset="-122"/>
                </a:rPr>
                <a:t>T</a:t>
              </a:r>
              <a:r>
                <a:rPr lang="en-US" altLang="zh-CN" sz="900" b="1" i="1">
                  <a:latin typeface="Arial" panose="020B0604020202020204" pitchFamily="34" charset="0"/>
                  <a:ea typeface="SimSun" panose="02010600030101010101" pitchFamily="2" charset="-122"/>
                </a:rPr>
                <a:t> x + b = 1</a:t>
              </a:r>
            </a:p>
          </p:txBody>
        </p:sp>
        <p:grpSp>
          <p:nvGrpSpPr>
            <p:cNvPr id="232471" name="Group 95"/>
            <p:cNvGrpSpPr>
              <a:grpSpLocks/>
            </p:cNvGrpSpPr>
            <p:nvPr/>
          </p:nvGrpSpPr>
          <p:grpSpPr bwMode="auto">
            <a:xfrm>
              <a:off x="3026" y="2561"/>
              <a:ext cx="793" cy="805"/>
              <a:chOff x="3408" y="1467"/>
              <a:chExt cx="1489" cy="1521"/>
            </a:xfrm>
          </p:grpSpPr>
          <p:sp>
            <p:nvSpPr>
              <p:cNvPr id="232477" name="Oval 96"/>
              <p:cNvSpPr>
                <a:spLocks noChangeArrowheads="1"/>
              </p:cNvSpPr>
              <p:nvPr/>
            </p:nvSpPr>
            <p:spPr bwMode="auto">
              <a:xfrm>
                <a:off x="3648" y="2064"/>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78" name="Oval 97"/>
              <p:cNvSpPr>
                <a:spLocks noChangeArrowheads="1"/>
              </p:cNvSpPr>
              <p:nvPr/>
            </p:nvSpPr>
            <p:spPr bwMode="auto">
              <a:xfrm>
                <a:off x="4464" y="1536"/>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79" name="Oval 98"/>
              <p:cNvSpPr>
                <a:spLocks noChangeArrowheads="1"/>
              </p:cNvSpPr>
              <p:nvPr/>
            </p:nvSpPr>
            <p:spPr bwMode="auto">
              <a:xfrm>
                <a:off x="3792" y="2592"/>
                <a:ext cx="192" cy="19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2480" name="Text Box 99"/>
              <p:cNvSpPr txBox="1">
                <a:spLocks noChangeArrowheads="1"/>
              </p:cNvSpPr>
              <p:nvPr/>
            </p:nvSpPr>
            <p:spPr bwMode="auto">
              <a:xfrm>
                <a:off x="3408" y="2083"/>
                <a:ext cx="33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900">
                    <a:latin typeface="Arial" panose="020B0604020202020204" pitchFamily="34" charset="0"/>
                    <a:ea typeface="SimSun" panose="02010600030101010101" pitchFamily="2" charset="-122"/>
                  </a:rPr>
                  <a:t>x</a:t>
                </a:r>
                <a:r>
                  <a:rPr lang="en-US" altLang="zh-CN" sz="900" baseline="30000">
                    <a:latin typeface="Arial" panose="020B0604020202020204" pitchFamily="34" charset="0"/>
                    <a:ea typeface="SimSun" panose="02010600030101010101" pitchFamily="2" charset="-122"/>
                  </a:rPr>
                  <a:t>+</a:t>
                </a:r>
              </a:p>
            </p:txBody>
          </p:sp>
          <p:sp>
            <p:nvSpPr>
              <p:cNvPr id="232481" name="Text Box 100"/>
              <p:cNvSpPr txBox="1">
                <a:spLocks noChangeArrowheads="1"/>
              </p:cNvSpPr>
              <p:nvPr/>
            </p:nvSpPr>
            <p:spPr bwMode="auto">
              <a:xfrm>
                <a:off x="4559" y="1467"/>
                <a:ext cx="33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900">
                    <a:latin typeface="Arial" panose="020B0604020202020204" pitchFamily="34" charset="0"/>
                    <a:ea typeface="SimSun" panose="02010600030101010101" pitchFamily="2" charset="-122"/>
                  </a:rPr>
                  <a:t>x</a:t>
                </a:r>
                <a:r>
                  <a:rPr lang="en-US" altLang="zh-CN" sz="900" baseline="30000">
                    <a:latin typeface="Arial" panose="020B0604020202020204" pitchFamily="34" charset="0"/>
                    <a:ea typeface="SimSun" panose="02010600030101010101" pitchFamily="2" charset="-122"/>
                  </a:rPr>
                  <a:t>+</a:t>
                </a:r>
              </a:p>
            </p:txBody>
          </p:sp>
          <p:sp>
            <p:nvSpPr>
              <p:cNvPr id="232482" name="Text Box 101"/>
              <p:cNvSpPr txBox="1">
                <a:spLocks noChangeArrowheads="1"/>
              </p:cNvSpPr>
              <p:nvPr/>
            </p:nvSpPr>
            <p:spPr bwMode="auto">
              <a:xfrm>
                <a:off x="4003" y="2716"/>
                <a:ext cx="31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900">
                    <a:latin typeface="Arial" panose="020B0604020202020204" pitchFamily="34" charset="0"/>
                    <a:ea typeface="SimSun" panose="02010600030101010101" pitchFamily="2" charset="-122"/>
                  </a:rPr>
                  <a:t>x</a:t>
                </a:r>
                <a:r>
                  <a:rPr lang="en-US" altLang="zh-CN" sz="900" baseline="30000">
                    <a:latin typeface="Arial" panose="020B0604020202020204" pitchFamily="34" charset="0"/>
                    <a:ea typeface="SimSun" panose="02010600030101010101" pitchFamily="2" charset="-122"/>
                  </a:rPr>
                  <a:t>-</a:t>
                </a:r>
              </a:p>
            </p:txBody>
          </p:sp>
        </p:grpSp>
        <p:sp>
          <p:nvSpPr>
            <p:cNvPr id="232472" name="Text Box 102"/>
            <p:cNvSpPr txBox="1">
              <a:spLocks noChangeArrowheads="1"/>
            </p:cNvSpPr>
            <p:nvPr/>
          </p:nvSpPr>
          <p:spPr bwMode="auto">
            <a:xfrm>
              <a:off x="3072" y="3552"/>
              <a:ext cx="6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900">
                  <a:solidFill>
                    <a:srgbClr val="FF9900"/>
                  </a:solidFill>
                  <a:latin typeface="Comic Sans MS" panose="030F0702030302020204" pitchFamily="66" charset="0"/>
                  <a:ea typeface="SimSun" panose="02010600030101010101" pitchFamily="2" charset="-122"/>
                </a:rPr>
                <a:t>Support Vectors</a:t>
              </a:r>
            </a:p>
          </p:txBody>
        </p:sp>
        <p:grpSp>
          <p:nvGrpSpPr>
            <p:cNvPr id="232473" name="Group 103"/>
            <p:cNvGrpSpPr>
              <a:grpSpLocks/>
            </p:cNvGrpSpPr>
            <p:nvPr/>
          </p:nvGrpSpPr>
          <p:grpSpPr bwMode="auto">
            <a:xfrm>
              <a:off x="3141" y="2736"/>
              <a:ext cx="579" cy="762"/>
              <a:chOff x="3624" y="1824"/>
              <a:chExt cx="1088" cy="1440"/>
            </a:xfrm>
          </p:grpSpPr>
          <p:sp>
            <p:nvSpPr>
              <p:cNvPr id="232474" name="Freeform 104"/>
              <p:cNvSpPr>
                <a:spLocks/>
              </p:cNvSpPr>
              <p:nvPr/>
            </p:nvSpPr>
            <p:spPr bwMode="auto">
              <a:xfrm>
                <a:off x="3936" y="2808"/>
                <a:ext cx="1" cy="456"/>
              </a:xfrm>
              <a:custGeom>
                <a:avLst/>
                <a:gdLst>
                  <a:gd name="T0" fmla="*/ 0 w 1"/>
                  <a:gd name="T1" fmla="*/ 456 h 456"/>
                  <a:gd name="T2" fmla="*/ 0 w 1"/>
                  <a:gd name="T3" fmla="*/ 72 h 456"/>
                  <a:gd name="T4" fmla="*/ 0 w 1"/>
                  <a:gd name="T5" fmla="*/ 24 h 456"/>
                  <a:gd name="T6" fmla="*/ 0 60000 65536"/>
                  <a:gd name="T7" fmla="*/ 0 60000 65536"/>
                  <a:gd name="T8" fmla="*/ 0 60000 65536"/>
                  <a:gd name="T9" fmla="*/ 0 w 1"/>
                  <a:gd name="T10" fmla="*/ 0 h 456"/>
                  <a:gd name="T11" fmla="*/ 1 w 1"/>
                  <a:gd name="T12" fmla="*/ 456 h 456"/>
                </a:gdLst>
                <a:ahLst/>
                <a:cxnLst>
                  <a:cxn ang="T6">
                    <a:pos x="T0" y="T1"/>
                  </a:cxn>
                  <a:cxn ang="T7">
                    <a:pos x="T2" y="T3"/>
                  </a:cxn>
                  <a:cxn ang="T8">
                    <a:pos x="T4" y="T5"/>
                  </a:cxn>
                </a:cxnLst>
                <a:rect l="T9" t="T10" r="T11" b="T12"/>
                <a:pathLst>
                  <a:path w="1" h="456">
                    <a:moveTo>
                      <a:pt x="0" y="456"/>
                    </a:moveTo>
                    <a:cubicBezTo>
                      <a:pt x="0" y="300"/>
                      <a:pt x="0" y="144"/>
                      <a:pt x="0" y="72"/>
                    </a:cubicBezTo>
                    <a:cubicBezTo>
                      <a:pt x="0" y="0"/>
                      <a:pt x="0" y="12"/>
                      <a:pt x="0" y="24"/>
                    </a:cubicBezTo>
                  </a:path>
                </a:pathLst>
              </a:custGeom>
              <a:noFill/>
              <a:ln w="254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2475" name="Freeform 105"/>
              <p:cNvSpPr>
                <a:spLocks/>
              </p:cNvSpPr>
              <p:nvPr/>
            </p:nvSpPr>
            <p:spPr bwMode="auto">
              <a:xfrm>
                <a:off x="3984" y="1824"/>
                <a:ext cx="728" cy="1440"/>
              </a:xfrm>
              <a:custGeom>
                <a:avLst/>
                <a:gdLst>
                  <a:gd name="T0" fmla="*/ 0 w 728"/>
                  <a:gd name="T1" fmla="*/ 1440 h 1440"/>
                  <a:gd name="T2" fmla="*/ 624 w 728"/>
                  <a:gd name="T3" fmla="*/ 864 h 1440"/>
                  <a:gd name="T4" fmla="*/ 624 w 728"/>
                  <a:gd name="T5" fmla="*/ 0 h 1440"/>
                  <a:gd name="T6" fmla="*/ 0 60000 65536"/>
                  <a:gd name="T7" fmla="*/ 0 60000 65536"/>
                  <a:gd name="T8" fmla="*/ 0 60000 65536"/>
                  <a:gd name="T9" fmla="*/ 0 w 728"/>
                  <a:gd name="T10" fmla="*/ 0 h 1440"/>
                  <a:gd name="T11" fmla="*/ 728 w 728"/>
                  <a:gd name="T12" fmla="*/ 1440 h 1440"/>
                </a:gdLst>
                <a:ahLst/>
                <a:cxnLst>
                  <a:cxn ang="T6">
                    <a:pos x="T0" y="T1"/>
                  </a:cxn>
                  <a:cxn ang="T7">
                    <a:pos x="T2" y="T3"/>
                  </a:cxn>
                  <a:cxn ang="T8">
                    <a:pos x="T4" y="T5"/>
                  </a:cxn>
                </a:cxnLst>
                <a:rect l="T9" t="T10" r="T11" b="T12"/>
                <a:pathLst>
                  <a:path w="728" h="1440">
                    <a:moveTo>
                      <a:pt x="0" y="1440"/>
                    </a:moveTo>
                    <a:cubicBezTo>
                      <a:pt x="260" y="1272"/>
                      <a:pt x="520" y="1104"/>
                      <a:pt x="624" y="864"/>
                    </a:cubicBezTo>
                    <a:cubicBezTo>
                      <a:pt x="728" y="624"/>
                      <a:pt x="676" y="312"/>
                      <a:pt x="624" y="0"/>
                    </a:cubicBezTo>
                  </a:path>
                </a:pathLst>
              </a:custGeom>
              <a:noFill/>
              <a:ln w="254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2476" name="Freeform 106"/>
              <p:cNvSpPr>
                <a:spLocks/>
              </p:cNvSpPr>
              <p:nvPr/>
            </p:nvSpPr>
            <p:spPr bwMode="auto">
              <a:xfrm>
                <a:off x="3624" y="2304"/>
                <a:ext cx="216" cy="960"/>
              </a:xfrm>
              <a:custGeom>
                <a:avLst/>
                <a:gdLst>
                  <a:gd name="T0" fmla="*/ 216 w 216"/>
                  <a:gd name="T1" fmla="*/ 960 h 960"/>
                  <a:gd name="T2" fmla="*/ 24 w 216"/>
                  <a:gd name="T3" fmla="*/ 672 h 960"/>
                  <a:gd name="T4" fmla="*/ 72 w 216"/>
                  <a:gd name="T5" fmla="*/ 0 h 960"/>
                  <a:gd name="T6" fmla="*/ 0 60000 65536"/>
                  <a:gd name="T7" fmla="*/ 0 60000 65536"/>
                  <a:gd name="T8" fmla="*/ 0 60000 65536"/>
                  <a:gd name="T9" fmla="*/ 0 w 216"/>
                  <a:gd name="T10" fmla="*/ 0 h 960"/>
                  <a:gd name="T11" fmla="*/ 216 w 216"/>
                  <a:gd name="T12" fmla="*/ 960 h 960"/>
                </a:gdLst>
                <a:ahLst/>
                <a:cxnLst>
                  <a:cxn ang="T6">
                    <a:pos x="T0" y="T1"/>
                  </a:cxn>
                  <a:cxn ang="T7">
                    <a:pos x="T2" y="T3"/>
                  </a:cxn>
                  <a:cxn ang="T8">
                    <a:pos x="T4" y="T5"/>
                  </a:cxn>
                </a:cxnLst>
                <a:rect l="T9" t="T10" r="T11" b="T12"/>
                <a:pathLst>
                  <a:path w="216" h="960">
                    <a:moveTo>
                      <a:pt x="216" y="960"/>
                    </a:moveTo>
                    <a:cubicBezTo>
                      <a:pt x="132" y="896"/>
                      <a:pt x="48" y="832"/>
                      <a:pt x="24" y="672"/>
                    </a:cubicBezTo>
                    <a:cubicBezTo>
                      <a:pt x="0" y="512"/>
                      <a:pt x="36" y="256"/>
                      <a:pt x="72" y="0"/>
                    </a:cubicBezTo>
                  </a:path>
                </a:pathLst>
              </a:custGeom>
              <a:noFill/>
              <a:ln w="254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grpSp>
      <p:sp>
        <p:nvSpPr>
          <p:cNvPr id="232460"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91963FC-3949-41A5-A204-51DC0D185AC7}" type="slidenum">
              <a:rPr lang="zh-CN" altLang="en-US" sz="1400" smtClean="0">
                <a:solidFill>
                  <a:schemeClr val="bg2"/>
                </a:solidFill>
                <a:latin typeface="Arial" panose="020B0604020202020204" pitchFamily="34" charset="0"/>
              </a:rPr>
              <a:pPr>
                <a:spcBef>
                  <a:spcPct val="50000"/>
                </a:spcBef>
                <a:buClrTx/>
                <a:buSzTx/>
                <a:buFontTx/>
                <a:buNone/>
              </a:pPr>
              <a:t>163</a:t>
            </a:fld>
            <a:endParaRPr lang="en-US" altLang="zh-CN" sz="1400">
              <a:solidFill>
                <a:schemeClr val="bg2"/>
              </a:solidFill>
              <a:latin typeface="Arial" panose="020B0604020202020204" pitchFamily="34" charset="0"/>
            </a:endParaRPr>
          </a:p>
        </p:txBody>
      </p:sp>
      <p:sp>
        <p:nvSpPr>
          <p:cNvPr id="3" name="Footer Placeholder 4">
            <a:extLst>
              <a:ext uri="{FF2B5EF4-FFF2-40B4-BE49-F238E27FC236}">
                <a16:creationId xmlns:a16="http://schemas.microsoft.com/office/drawing/2014/main" id="{44B622CE-1313-6359-A167-B35C18F29F5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8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7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21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7" grpId="0"/>
      <p:bldP spid="92181"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pPr algn="ctr"/>
            <a:r>
              <a:rPr lang="en-US" altLang="zh-CN">
                <a:ea typeface="SimSun" panose="02010600030101010101" pitchFamily="2" charset="-122"/>
              </a:rPr>
              <a:t>Linear Discriminant Function</a:t>
            </a:r>
          </a:p>
        </p:txBody>
      </p:sp>
      <p:graphicFrame>
        <p:nvGraphicFramePr>
          <p:cNvPr id="233475" name="Object 2"/>
          <p:cNvGraphicFramePr>
            <a:graphicFrameLocks noChangeAspect="1"/>
          </p:cNvGraphicFramePr>
          <p:nvPr/>
        </p:nvGraphicFramePr>
        <p:xfrm>
          <a:off x="2438400" y="2286000"/>
          <a:ext cx="3960813" cy="722313"/>
        </p:xfrm>
        <a:graphic>
          <a:graphicData uri="http://schemas.openxmlformats.org/presentationml/2006/ole">
            <mc:AlternateContent xmlns:mc="http://schemas.openxmlformats.org/markup-compatibility/2006">
              <mc:Choice xmlns:v="urn:schemas-microsoft-com:vml" Requires="v">
                <p:oleObj name="Equation" r:id="rId2" imgW="1879600" imgH="342900" progId="Equation.DSMT4">
                  <p:embed/>
                </p:oleObj>
              </mc:Choice>
              <mc:Fallback>
                <p:oleObj name="Equation" r:id="rId2" imgW="1879600" imgH="342900" progId="Equation.DSMT4">
                  <p:embed/>
                  <p:pic>
                    <p:nvPicPr>
                      <p:cNvPr id="23347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286000"/>
                        <a:ext cx="3960813"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3476" name="Rectangle 5"/>
          <p:cNvSpPr>
            <a:spLocks noChangeArrowheads="1"/>
          </p:cNvSpPr>
          <p:nvPr/>
        </p:nvSpPr>
        <p:spPr bwMode="auto">
          <a:xfrm>
            <a:off x="1295400" y="1752600"/>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The linear discriminant function is: </a:t>
            </a:r>
          </a:p>
        </p:txBody>
      </p:sp>
      <p:sp>
        <p:nvSpPr>
          <p:cNvPr id="93190" name="Rectangle 6"/>
          <p:cNvSpPr>
            <a:spLocks noChangeArrowheads="1"/>
          </p:cNvSpPr>
          <p:nvPr/>
        </p:nvSpPr>
        <p:spPr bwMode="auto">
          <a:xfrm>
            <a:off x="838200" y="3200400"/>
            <a:ext cx="7315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It is a weighted </a:t>
            </a:r>
            <a:r>
              <a:rPr lang="en-US" altLang="zh-CN" sz="2200" i="1">
                <a:solidFill>
                  <a:srgbClr val="FF9900"/>
                </a:solidFill>
                <a:latin typeface="Arial" panose="020B0604020202020204" pitchFamily="34" charset="0"/>
                <a:ea typeface="SimSun" panose="02010600030101010101" pitchFamily="2" charset="-122"/>
              </a:rPr>
              <a:t>dot product</a:t>
            </a:r>
            <a:r>
              <a:rPr lang="en-US" altLang="zh-CN" sz="2200">
                <a:latin typeface="Arial" panose="020B0604020202020204" pitchFamily="34" charset="0"/>
                <a:ea typeface="SimSun" panose="02010600030101010101" pitchFamily="2" charset="-122"/>
              </a:rPr>
              <a:t> between the test point </a:t>
            </a:r>
            <a:r>
              <a:rPr lang="en-US" altLang="zh-CN" sz="2200" b="1" i="1">
                <a:solidFill>
                  <a:schemeClr val="tx2"/>
                </a:solidFill>
                <a:latin typeface="Arial" panose="020B0604020202020204" pitchFamily="34" charset="0"/>
                <a:ea typeface="SimSun" panose="02010600030101010101" pitchFamily="2" charset="-122"/>
              </a:rPr>
              <a:t>x</a:t>
            </a:r>
            <a:r>
              <a:rPr lang="en-US" altLang="zh-CN" sz="2200" b="1" i="1">
                <a:latin typeface="Arial" panose="020B0604020202020204" pitchFamily="34" charset="0"/>
                <a:ea typeface="SimSun" panose="02010600030101010101" pitchFamily="2" charset="-122"/>
              </a:rPr>
              <a:t> </a:t>
            </a:r>
            <a:r>
              <a:rPr lang="en-US" altLang="zh-CN" sz="2200">
                <a:latin typeface="Arial" panose="020B0604020202020204" pitchFamily="34" charset="0"/>
                <a:ea typeface="SimSun" panose="02010600030101010101" pitchFamily="2" charset="-122"/>
              </a:rPr>
              <a:t>and the support vectors </a:t>
            </a:r>
            <a:r>
              <a:rPr lang="en-US" altLang="zh-CN" sz="2200" b="1" i="1">
                <a:solidFill>
                  <a:schemeClr val="tx2"/>
                </a:solidFill>
                <a:latin typeface="Arial" panose="020B0604020202020204" pitchFamily="34" charset="0"/>
                <a:ea typeface="SimSun" panose="02010600030101010101" pitchFamily="2" charset="-122"/>
              </a:rPr>
              <a:t>x</a:t>
            </a:r>
            <a:r>
              <a:rPr lang="en-US" altLang="zh-CN" sz="2200" b="1" i="1" baseline="-25000">
                <a:solidFill>
                  <a:schemeClr val="tx2"/>
                </a:solidFill>
                <a:latin typeface="Arial" panose="020B0604020202020204" pitchFamily="34" charset="0"/>
                <a:ea typeface="SimSun" panose="02010600030101010101" pitchFamily="2" charset="-122"/>
              </a:rPr>
              <a:t>i</a:t>
            </a:r>
          </a:p>
        </p:txBody>
      </p:sp>
      <p:sp>
        <p:nvSpPr>
          <p:cNvPr id="93195" name="Rectangle 11"/>
          <p:cNvSpPr>
            <a:spLocks noChangeArrowheads="1"/>
          </p:cNvSpPr>
          <p:nvPr/>
        </p:nvSpPr>
        <p:spPr bwMode="auto">
          <a:xfrm>
            <a:off x="990600" y="4267200"/>
            <a:ext cx="7239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Solving the optimization problem involved computing the </a:t>
            </a:r>
            <a:r>
              <a:rPr lang="en-US" altLang="zh-CN" sz="2200">
                <a:solidFill>
                  <a:srgbClr val="FF9900"/>
                </a:solidFill>
                <a:latin typeface="Arial" panose="020B0604020202020204" pitchFamily="34" charset="0"/>
                <a:ea typeface="SimSun" panose="02010600030101010101" pitchFamily="2" charset="-122"/>
              </a:rPr>
              <a:t>dot products</a:t>
            </a:r>
            <a:r>
              <a:rPr lang="en-US" altLang="zh-CN" sz="2200">
                <a:latin typeface="Arial" panose="020B0604020202020204" pitchFamily="34" charset="0"/>
                <a:ea typeface="SimSun" panose="02010600030101010101" pitchFamily="2" charset="-122"/>
              </a:rPr>
              <a:t> </a:t>
            </a:r>
            <a:r>
              <a:rPr lang="en-US" altLang="zh-CN" sz="2200" b="1" i="1">
                <a:solidFill>
                  <a:schemeClr val="tx2"/>
                </a:solidFill>
                <a:latin typeface="Arial" panose="020B0604020202020204" pitchFamily="34" charset="0"/>
                <a:ea typeface="SimSun" panose="02010600030101010101" pitchFamily="2" charset="-122"/>
              </a:rPr>
              <a:t>x</a:t>
            </a:r>
            <a:r>
              <a:rPr lang="en-US" altLang="zh-CN" sz="2200" b="1" i="1" baseline="-25000">
                <a:solidFill>
                  <a:schemeClr val="tx2"/>
                </a:solidFill>
                <a:latin typeface="Arial" panose="020B0604020202020204" pitchFamily="34" charset="0"/>
                <a:ea typeface="SimSun" panose="02010600030101010101" pitchFamily="2" charset="-122"/>
              </a:rPr>
              <a:t>i</a:t>
            </a:r>
            <a:r>
              <a:rPr lang="en-US" altLang="zh-CN" sz="2200" b="1" i="1" baseline="30000">
                <a:solidFill>
                  <a:schemeClr val="tx2"/>
                </a:solidFill>
                <a:latin typeface="Arial" panose="020B0604020202020204" pitchFamily="34" charset="0"/>
                <a:ea typeface="SimSun" panose="02010600030101010101" pitchFamily="2" charset="-122"/>
              </a:rPr>
              <a:t>T</a:t>
            </a:r>
            <a:r>
              <a:rPr lang="en-US" altLang="zh-CN" sz="2200" b="1" i="1">
                <a:solidFill>
                  <a:schemeClr val="tx2"/>
                </a:solidFill>
                <a:latin typeface="Arial" panose="020B0604020202020204" pitchFamily="34" charset="0"/>
                <a:ea typeface="SimSun" panose="02010600030101010101" pitchFamily="2" charset="-122"/>
              </a:rPr>
              <a:t>x</a:t>
            </a:r>
            <a:r>
              <a:rPr lang="en-US" altLang="zh-CN" sz="2200" b="1" i="1" baseline="-25000">
                <a:solidFill>
                  <a:schemeClr val="tx2"/>
                </a:solidFill>
                <a:latin typeface="Arial" panose="020B0604020202020204" pitchFamily="34" charset="0"/>
                <a:ea typeface="SimSun" panose="02010600030101010101" pitchFamily="2" charset="-122"/>
              </a:rPr>
              <a:t>j</a:t>
            </a:r>
            <a:r>
              <a:rPr lang="en-US" altLang="zh-CN" sz="2200" b="1" baseline="-25000">
                <a:solidFill>
                  <a:schemeClr val="tx2"/>
                </a:solidFill>
                <a:latin typeface="Arial" panose="020B0604020202020204" pitchFamily="34" charset="0"/>
                <a:ea typeface="SimSun" panose="02010600030101010101" pitchFamily="2" charset="-122"/>
              </a:rPr>
              <a:t> </a:t>
            </a:r>
            <a:r>
              <a:rPr lang="en-US" altLang="zh-CN" sz="2200">
                <a:latin typeface="Arial" panose="020B0604020202020204" pitchFamily="34" charset="0"/>
                <a:ea typeface="SimSun" panose="02010600030101010101" pitchFamily="2" charset="-122"/>
              </a:rPr>
              <a:t>between all pairs of training samples</a:t>
            </a:r>
          </a:p>
        </p:txBody>
      </p:sp>
      <p:sp>
        <p:nvSpPr>
          <p:cNvPr id="23348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13ED3D6-5B1F-4D9A-BFC1-1EC5848104D4}" type="slidenum">
              <a:rPr lang="zh-CN" altLang="en-US" sz="1400" smtClean="0">
                <a:solidFill>
                  <a:schemeClr val="bg2"/>
                </a:solidFill>
                <a:latin typeface="Arial" panose="020B0604020202020204" pitchFamily="34" charset="0"/>
              </a:rPr>
              <a:pPr>
                <a:spcBef>
                  <a:spcPct val="50000"/>
                </a:spcBef>
                <a:buClrTx/>
                <a:buSzTx/>
                <a:buFontTx/>
                <a:buNone/>
              </a:pPr>
              <a:t>164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E88162C-F5E8-22CF-F070-717DED8BB11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0" grpId="0"/>
      <p:bldP spid="93195"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algn="ctr"/>
            <a:r>
              <a:rPr lang="en-US" altLang="zh-CN">
                <a:ea typeface="SimSun" panose="02010600030101010101" pitchFamily="2" charset="-122"/>
              </a:rPr>
              <a:t>Soft Constraints</a:t>
            </a:r>
          </a:p>
        </p:txBody>
      </p:sp>
      <p:grpSp>
        <p:nvGrpSpPr>
          <p:cNvPr id="234499" name="Group 4"/>
          <p:cNvGrpSpPr>
            <a:grpSpLocks/>
          </p:cNvGrpSpPr>
          <p:nvPr/>
        </p:nvGrpSpPr>
        <p:grpSpPr bwMode="auto">
          <a:xfrm>
            <a:off x="4343400" y="1600200"/>
            <a:ext cx="4419600" cy="4419600"/>
            <a:chOff x="2736" y="1008"/>
            <a:chExt cx="2784" cy="2784"/>
          </a:xfrm>
        </p:grpSpPr>
        <p:sp>
          <p:nvSpPr>
            <p:cNvPr id="234534" name="Line 5"/>
            <p:cNvSpPr>
              <a:spLocks noChangeShapeType="1"/>
            </p:cNvSpPr>
            <p:nvPr/>
          </p:nvSpPr>
          <p:spPr bwMode="auto">
            <a:xfrm>
              <a:off x="2736" y="3648"/>
              <a:ext cx="27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4535" name="Line 6"/>
            <p:cNvSpPr>
              <a:spLocks noChangeShapeType="1"/>
            </p:cNvSpPr>
            <p:nvPr/>
          </p:nvSpPr>
          <p:spPr bwMode="auto">
            <a:xfrm flipV="1">
              <a:off x="2928" y="1008"/>
              <a:ext cx="0" cy="27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34500" name="Oval 8"/>
          <p:cNvSpPr>
            <a:spLocks noChangeArrowheads="1"/>
          </p:cNvSpPr>
          <p:nvPr/>
        </p:nvSpPr>
        <p:spPr bwMode="auto">
          <a:xfrm>
            <a:off x="6294438" y="4103688"/>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1" name="Oval 9"/>
          <p:cNvSpPr>
            <a:spLocks noChangeArrowheads="1"/>
          </p:cNvSpPr>
          <p:nvPr/>
        </p:nvSpPr>
        <p:spPr bwMode="auto">
          <a:xfrm>
            <a:off x="6781800" y="39624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2" name="Oval 10"/>
          <p:cNvSpPr>
            <a:spLocks noChangeArrowheads="1"/>
          </p:cNvSpPr>
          <p:nvPr/>
        </p:nvSpPr>
        <p:spPr bwMode="auto">
          <a:xfrm>
            <a:off x="6705600" y="43434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3" name="Oval 11"/>
          <p:cNvSpPr>
            <a:spLocks noChangeArrowheads="1"/>
          </p:cNvSpPr>
          <p:nvPr/>
        </p:nvSpPr>
        <p:spPr bwMode="auto">
          <a:xfrm>
            <a:off x="7162800" y="44196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4" name="Oval 12"/>
          <p:cNvSpPr>
            <a:spLocks noChangeArrowheads="1"/>
          </p:cNvSpPr>
          <p:nvPr/>
        </p:nvSpPr>
        <p:spPr bwMode="auto">
          <a:xfrm>
            <a:off x="7543800" y="38862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5" name="Oval 13"/>
          <p:cNvSpPr>
            <a:spLocks noChangeArrowheads="1"/>
          </p:cNvSpPr>
          <p:nvPr/>
        </p:nvSpPr>
        <p:spPr bwMode="auto">
          <a:xfrm>
            <a:off x="6400800" y="47244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6" name="Oval 14"/>
          <p:cNvSpPr>
            <a:spLocks noChangeArrowheads="1"/>
          </p:cNvSpPr>
          <p:nvPr/>
        </p:nvSpPr>
        <p:spPr bwMode="auto">
          <a:xfrm>
            <a:off x="5867400" y="51816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7" name="Oval 15"/>
          <p:cNvSpPr>
            <a:spLocks noChangeArrowheads="1"/>
          </p:cNvSpPr>
          <p:nvPr/>
        </p:nvSpPr>
        <p:spPr bwMode="auto">
          <a:xfrm>
            <a:off x="7239000" y="49530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8" name="Oval 17"/>
          <p:cNvSpPr>
            <a:spLocks noChangeArrowheads="1"/>
          </p:cNvSpPr>
          <p:nvPr/>
        </p:nvSpPr>
        <p:spPr bwMode="auto">
          <a:xfrm>
            <a:off x="5105400" y="21336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09" name="Oval 18"/>
          <p:cNvSpPr>
            <a:spLocks noChangeArrowheads="1"/>
          </p:cNvSpPr>
          <p:nvPr/>
        </p:nvSpPr>
        <p:spPr bwMode="auto">
          <a:xfrm>
            <a:off x="5181600" y="2590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10" name="Oval 19"/>
          <p:cNvSpPr>
            <a:spLocks noChangeArrowheads="1"/>
          </p:cNvSpPr>
          <p:nvPr/>
        </p:nvSpPr>
        <p:spPr bwMode="auto">
          <a:xfrm>
            <a:off x="6019800" y="24384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11" name="Oval 20"/>
          <p:cNvSpPr>
            <a:spLocks noChangeArrowheads="1"/>
          </p:cNvSpPr>
          <p:nvPr/>
        </p:nvSpPr>
        <p:spPr bwMode="auto">
          <a:xfrm>
            <a:off x="5181600" y="3352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12" name="Oval 21"/>
          <p:cNvSpPr>
            <a:spLocks noChangeArrowheads="1"/>
          </p:cNvSpPr>
          <p:nvPr/>
        </p:nvSpPr>
        <p:spPr bwMode="auto">
          <a:xfrm>
            <a:off x="5867400" y="3352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13" name="Oval 22"/>
          <p:cNvSpPr>
            <a:spLocks noChangeArrowheads="1"/>
          </p:cNvSpPr>
          <p:nvPr/>
        </p:nvSpPr>
        <p:spPr bwMode="auto">
          <a:xfrm>
            <a:off x="6781800" y="20574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14" name="Oval 23"/>
          <p:cNvSpPr>
            <a:spLocks noChangeArrowheads="1"/>
          </p:cNvSpPr>
          <p:nvPr/>
        </p:nvSpPr>
        <p:spPr bwMode="auto">
          <a:xfrm>
            <a:off x="7162800" y="25146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15" name="Rectangle 25"/>
          <p:cNvSpPr>
            <a:spLocks noGrp="1" noChangeArrowheads="1"/>
          </p:cNvSpPr>
          <p:nvPr>
            <p:ph type="body" idx="1"/>
          </p:nvPr>
        </p:nvSpPr>
        <p:spPr>
          <a:xfrm>
            <a:off x="762000" y="1752600"/>
            <a:ext cx="3733800" cy="1600200"/>
          </a:xfrm>
          <a:noFill/>
        </p:spPr>
        <p:txBody>
          <a:bodyPr/>
          <a:lstStyle/>
          <a:p>
            <a:pPr>
              <a:buFont typeface="Monotype Sorts" pitchFamily="2" charset="2"/>
              <a:buNone/>
            </a:pPr>
            <a:r>
              <a:rPr lang="en-US" altLang="zh-CN" sz="2200">
                <a:ea typeface="SimSun" panose="02010600030101010101" pitchFamily="2" charset="-122"/>
              </a:rPr>
              <a:t>     </a:t>
            </a:r>
            <a:r>
              <a:rPr lang="en-US" altLang="zh-CN" sz="2800">
                <a:ea typeface="SimSun" panose="02010600030101010101" pitchFamily="2" charset="-122"/>
              </a:rPr>
              <a:t>What to do if data is not linearly separable? (noisy data, outliers, etc.)</a:t>
            </a:r>
          </a:p>
        </p:txBody>
      </p:sp>
      <p:sp>
        <p:nvSpPr>
          <p:cNvPr id="95258" name="Rectangle 26"/>
          <p:cNvSpPr>
            <a:spLocks noChangeArrowheads="1"/>
          </p:cNvSpPr>
          <p:nvPr/>
        </p:nvSpPr>
        <p:spPr bwMode="auto">
          <a:xfrm>
            <a:off x="838200" y="3733800"/>
            <a:ext cx="3048000" cy="2057400"/>
          </a:xfrm>
          <a:prstGeom prst="rect">
            <a:avLst/>
          </a:prstGeom>
          <a:noFill/>
          <a:ln w="9525">
            <a:noFill/>
            <a:miter lim="800000"/>
            <a:headEnd/>
            <a:tailEnd/>
          </a:ln>
          <a:effectLst/>
        </p:spPr>
        <p:txBody>
          <a:bodyPr/>
          <a:lstStyle/>
          <a:p>
            <a:pPr marL="342900" indent="-342900">
              <a:spcBef>
                <a:spcPct val="20000"/>
              </a:spcBef>
              <a:buClr>
                <a:schemeClr val="accent1"/>
              </a:buClr>
              <a:buSzPct val="65000"/>
              <a:defRPr/>
            </a:pPr>
            <a:r>
              <a:rPr lang="en-US" altLang="zh-CN" sz="2200">
                <a:latin typeface="Arial" charset="0"/>
              </a:rPr>
              <a:t>    </a:t>
            </a:r>
            <a:r>
              <a:rPr lang="en-US" altLang="zh-CN">
                <a:latin typeface="+mn-ea"/>
              </a:rPr>
              <a:t>Slack variables </a:t>
            </a:r>
            <a:r>
              <a:rPr lang="el-GR" i="1">
                <a:latin typeface="+mn-ea"/>
              </a:rPr>
              <a:t>ξ</a:t>
            </a:r>
            <a:r>
              <a:rPr lang="en-US" altLang="zh-CN" i="1" baseline="-25000" err="1">
                <a:latin typeface="+mn-ea"/>
              </a:rPr>
              <a:t>i</a:t>
            </a:r>
            <a:r>
              <a:rPr lang="en-US" altLang="zh-CN" baseline="-25000">
                <a:latin typeface="+mn-ea"/>
              </a:rPr>
              <a:t> </a:t>
            </a:r>
            <a:r>
              <a:rPr lang="en-US" altLang="zh-CN">
                <a:latin typeface="+mn-ea"/>
              </a:rPr>
              <a:t>can be added to allow </a:t>
            </a:r>
            <a:r>
              <a:rPr lang="en-US" altLang="zh-CN" err="1">
                <a:latin typeface="+mn-ea"/>
              </a:rPr>
              <a:t>mis</a:t>
            </a:r>
            <a:r>
              <a:rPr lang="en-US" altLang="zh-CN">
                <a:latin typeface="+mn-ea"/>
              </a:rPr>
              <a:t>-classification of nonlinearly distributed or noisy data </a:t>
            </a:r>
          </a:p>
        </p:txBody>
      </p:sp>
      <p:sp>
        <p:nvSpPr>
          <p:cNvPr id="234517" name="Text Box 27"/>
          <p:cNvSpPr txBox="1">
            <a:spLocks noChangeArrowheads="1"/>
          </p:cNvSpPr>
          <p:nvPr/>
        </p:nvSpPr>
        <p:spPr bwMode="auto">
          <a:xfrm>
            <a:off x="8518525" y="5294313"/>
            <a:ext cx="382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1</a:t>
            </a:r>
          </a:p>
        </p:txBody>
      </p:sp>
      <p:sp>
        <p:nvSpPr>
          <p:cNvPr id="234518" name="Text Box 28"/>
          <p:cNvSpPr txBox="1">
            <a:spLocks noChangeArrowheads="1"/>
          </p:cNvSpPr>
          <p:nvPr/>
        </p:nvSpPr>
        <p:spPr bwMode="auto">
          <a:xfrm>
            <a:off x="4724400" y="1447800"/>
            <a:ext cx="382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x</a:t>
            </a:r>
            <a:r>
              <a:rPr lang="en-US" altLang="zh-CN" sz="2400" baseline="-25000">
                <a:latin typeface="Arial" panose="020B0604020202020204" pitchFamily="34" charset="0"/>
                <a:ea typeface="SimSun" panose="02010600030101010101" pitchFamily="2" charset="-122"/>
              </a:rPr>
              <a:t>2</a:t>
            </a:r>
          </a:p>
        </p:txBody>
      </p:sp>
      <p:sp>
        <p:nvSpPr>
          <p:cNvPr id="234519" name="Oval 39"/>
          <p:cNvSpPr>
            <a:spLocks noChangeArrowheads="1"/>
          </p:cNvSpPr>
          <p:nvPr/>
        </p:nvSpPr>
        <p:spPr bwMode="auto">
          <a:xfrm>
            <a:off x="7239000" y="4114800"/>
            <a:ext cx="152400" cy="152400"/>
          </a:xfrm>
          <a:prstGeom prst="ellipse">
            <a:avLst/>
          </a:prstGeom>
          <a:solidFill>
            <a:srgbClr val="008000"/>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4520" name="Oval 40"/>
          <p:cNvSpPr>
            <a:spLocks noChangeArrowheads="1"/>
          </p:cNvSpPr>
          <p:nvPr/>
        </p:nvSpPr>
        <p:spPr bwMode="auto">
          <a:xfrm>
            <a:off x="5486400" y="3048000"/>
            <a:ext cx="152400" cy="15240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3" name="Group 50"/>
          <p:cNvGrpSpPr>
            <a:grpSpLocks/>
          </p:cNvGrpSpPr>
          <p:nvPr/>
        </p:nvGrpSpPr>
        <p:grpSpPr bwMode="auto">
          <a:xfrm>
            <a:off x="3429000" y="1905000"/>
            <a:ext cx="5334000" cy="3352800"/>
            <a:chOff x="2160" y="1200"/>
            <a:chExt cx="3360" cy="2112"/>
          </a:xfrm>
        </p:grpSpPr>
        <p:sp>
          <p:nvSpPr>
            <p:cNvPr id="234528" name="Line 24"/>
            <p:cNvSpPr>
              <a:spLocks noChangeShapeType="1"/>
            </p:cNvSpPr>
            <p:nvPr/>
          </p:nvSpPr>
          <p:spPr bwMode="auto">
            <a:xfrm flipV="1">
              <a:off x="2832" y="1440"/>
              <a:ext cx="2544" cy="16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529" name="Line 41"/>
            <p:cNvSpPr>
              <a:spLocks noChangeShapeType="1"/>
            </p:cNvSpPr>
            <p:nvPr/>
          </p:nvSpPr>
          <p:spPr bwMode="auto">
            <a:xfrm flipV="1">
              <a:off x="2688" y="1200"/>
              <a:ext cx="2544" cy="16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530" name="Line 42"/>
            <p:cNvSpPr>
              <a:spLocks noChangeShapeType="1"/>
            </p:cNvSpPr>
            <p:nvPr/>
          </p:nvSpPr>
          <p:spPr bwMode="auto">
            <a:xfrm flipV="1">
              <a:off x="2976" y="1632"/>
              <a:ext cx="2544" cy="16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4531" name="Rectangle 43"/>
            <p:cNvSpPr>
              <a:spLocks noChangeArrowheads="1"/>
            </p:cNvSpPr>
            <p:nvPr/>
          </p:nvSpPr>
          <p:spPr bwMode="auto">
            <a:xfrm rot="-2054740">
              <a:off x="2352" y="2736"/>
              <a:ext cx="15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0</a:t>
              </a:r>
            </a:p>
          </p:txBody>
        </p:sp>
        <p:sp>
          <p:nvSpPr>
            <p:cNvPr id="234532" name="Rectangle 44"/>
            <p:cNvSpPr>
              <a:spLocks noChangeArrowheads="1"/>
            </p:cNvSpPr>
            <p:nvPr/>
          </p:nvSpPr>
          <p:spPr bwMode="auto">
            <a:xfrm rot="-2054740">
              <a:off x="2496" y="2928"/>
              <a:ext cx="15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sp>
          <p:nvSpPr>
            <p:cNvPr id="234533" name="Rectangle 45"/>
            <p:cNvSpPr>
              <a:spLocks noChangeArrowheads="1"/>
            </p:cNvSpPr>
            <p:nvPr/>
          </p:nvSpPr>
          <p:spPr bwMode="auto">
            <a:xfrm rot="-2054740">
              <a:off x="2160" y="2496"/>
              <a:ext cx="15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2400" b="1" i="1">
                  <a:latin typeface="Arial" panose="020B0604020202020204" pitchFamily="34" charset="0"/>
                  <a:ea typeface="SimSun" panose="02010600030101010101" pitchFamily="2" charset="-122"/>
                </a:rPr>
                <a:t>w</a:t>
              </a:r>
              <a:r>
                <a:rPr lang="en-US" altLang="zh-CN" sz="2400" b="1" i="1" baseline="30000">
                  <a:latin typeface="Arial" panose="020B0604020202020204" pitchFamily="34" charset="0"/>
                  <a:ea typeface="SimSun" panose="02010600030101010101" pitchFamily="2" charset="-122"/>
                </a:rPr>
                <a:t>T</a:t>
              </a:r>
              <a:r>
                <a:rPr lang="en-US" altLang="zh-CN" sz="2400" b="1" i="1">
                  <a:latin typeface="Arial" panose="020B0604020202020204" pitchFamily="34" charset="0"/>
                  <a:ea typeface="SimSun" panose="02010600030101010101" pitchFamily="2" charset="-122"/>
                </a:rPr>
                <a:t> x + b = 1</a:t>
              </a:r>
            </a:p>
          </p:txBody>
        </p:sp>
      </p:grpSp>
      <p:sp>
        <p:nvSpPr>
          <p:cNvPr id="95278" name="Line 46"/>
          <p:cNvSpPr>
            <a:spLocks noChangeShapeType="1"/>
          </p:cNvSpPr>
          <p:nvPr/>
        </p:nvSpPr>
        <p:spPr bwMode="auto">
          <a:xfrm>
            <a:off x="5564188" y="3132138"/>
            <a:ext cx="690562" cy="1120775"/>
          </a:xfrm>
          <a:prstGeom prst="line">
            <a:avLst/>
          </a:prstGeom>
          <a:noFill/>
          <a:ln w="25400">
            <a:solidFill>
              <a:srgbClr val="FF99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5279" name="Line 47"/>
          <p:cNvSpPr>
            <a:spLocks noChangeShapeType="1"/>
          </p:cNvSpPr>
          <p:nvPr/>
        </p:nvSpPr>
        <p:spPr bwMode="auto">
          <a:xfrm>
            <a:off x="6599238" y="3044825"/>
            <a:ext cx="690562" cy="1120775"/>
          </a:xfrm>
          <a:prstGeom prst="line">
            <a:avLst/>
          </a:prstGeom>
          <a:noFill/>
          <a:ln w="25400">
            <a:solidFill>
              <a:srgbClr val="FF99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95280" name="Object 2"/>
          <p:cNvGraphicFramePr>
            <a:graphicFrameLocks noChangeAspect="1"/>
          </p:cNvGraphicFramePr>
          <p:nvPr/>
        </p:nvGraphicFramePr>
        <p:xfrm>
          <a:off x="5672138" y="3551238"/>
          <a:ext cx="312737" cy="469900"/>
        </p:xfrm>
        <a:graphic>
          <a:graphicData uri="http://schemas.openxmlformats.org/presentationml/2006/ole">
            <mc:AlternateContent xmlns:mc="http://schemas.openxmlformats.org/markup-compatibility/2006">
              <mc:Choice xmlns:v="urn:schemas-microsoft-com:vml" Requires="v">
                <p:oleObj name="Equation" r:id="rId2" imgW="152334" imgH="228501" progId="Equation.DSMT4">
                  <p:embed/>
                </p:oleObj>
              </mc:Choice>
              <mc:Fallback>
                <p:oleObj name="Equation" r:id="rId2" imgW="152334" imgH="228501" progId="Equation.DSMT4">
                  <p:embed/>
                  <p:pic>
                    <p:nvPicPr>
                      <p:cNvPr id="9528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2138" y="3551238"/>
                        <a:ext cx="312737"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81" name="Object 3"/>
          <p:cNvGraphicFramePr>
            <a:graphicFrameLocks noChangeAspect="1"/>
          </p:cNvGraphicFramePr>
          <p:nvPr/>
        </p:nvGraphicFramePr>
        <p:xfrm>
          <a:off x="6932613" y="3194050"/>
          <a:ext cx="338137" cy="469900"/>
        </p:xfrm>
        <a:graphic>
          <a:graphicData uri="http://schemas.openxmlformats.org/presentationml/2006/ole">
            <mc:AlternateContent xmlns:mc="http://schemas.openxmlformats.org/markup-compatibility/2006">
              <mc:Choice xmlns:v="urn:schemas-microsoft-com:vml" Requires="v">
                <p:oleObj name="Equation" r:id="rId4" imgW="165028" imgH="228501" progId="Equation.DSMT4">
                  <p:embed/>
                </p:oleObj>
              </mc:Choice>
              <mc:Fallback>
                <p:oleObj name="Equation" r:id="rId4" imgW="165028" imgH="228501" progId="Equation.DSMT4">
                  <p:embed/>
                  <p:pic>
                    <p:nvPicPr>
                      <p:cNvPr id="9528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2613" y="3194050"/>
                        <a:ext cx="338137"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2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D2DA65-E696-4BC5-9CE3-D1D0B7C7844D}" type="slidenum">
              <a:rPr lang="zh-CN" altLang="en-US" sz="1400" smtClean="0">
                <a:solidFill>
                  <a:schemeClr val="bg2"/>
                </a:solidFill>
                <a:latin typeface="Arial" panose="020B0604020202020204" pitchFamily="34" charset="0"/>
              </a:rPr>
              <a:pPr>
                <a:spcBef>
                  <a:spcPct val="50000"/>
                </a:spcBef>
                <a:buClrTx/>
                <a:buSzTx/>
                <a:buFontTx/>
                <a:buNone/>
              </a:pPr>
              <a:t>165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6B5CDCC-3252-A0F1-6E9A-CFD42653264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2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2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527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5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58" grpId="0"/>
      <p:bldP spid="95278" grpId="0" animBg="1"/>
      <p:bldP spid="95279"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990600" y="457200"/>
            <a:ext cx="7772400" cy="1219200"/>
          </a:xfrm>
        </p:spPr>
        <p:txBody>
          <a:bodyPr/>
          <a:lstStyle/>
          <a:p>
            <a:pPr algn="ctr"/>
            <a:r>
              <a:rPr lang="en-US" altLang="zh-CN">
                <a:ea typeface="SimSun" panose="02010600030101010101" pitchFamily="2" charset="-122"/>
              </a:rPr>
              <a:t>Soft Constraints</a:t>
            </a:r>
          </a:p>
        </p:txBody>
      </p:sp>
      <p:sp>
        <p:nvSpPr>
          <p:cNvPr id="235523" name="Rectangle 22"/>
          <p:cNvSpPr>
            <a:spLocks noChangeArrowheads="1"/>
          </p:cNvSpPr>
          <p:nvPr/>
        </p:nvSpPr>
        <p:spPr bwMode="auto">
          <a:xfrm>
            <a:off x="1371600" y="1752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Problem formulation:</a:t>
            </a:r>
          </a:p>
        </p:txBody>
      </p:sp>
      <p:graphicFrame>
        <p:nvGraphicFramePr>
          <p:cNvPr id="235524" name="Object 2"/>
          <p:cNvGraphicFramePr>
            <a:graphicFrameLocks noChangeAspect="1"/>
          </p:cNvGraphicFramePr>
          <p:nvPr/>
        </p:nvGraphicFramePr>
        <p:xfrm>
          <a:off x="2743200" y="3810000"/>
          <a:ext cx="2597150" cy="508000"/>
        </p:xfrm>
        <a:graphic>
          <a:graphicData uri="http://schemas.openxmlformats.org/presentationml/2006/ole">
            <mc:AlternateContent xmlns:mc="http://schemas.openxmlformats.org/markup-compatibility/2006">
              <mc:Choice xmlns:v="urn:schemas-microsoft-com:vml" Requires="v">
                <p:oleObj name="Equation" r:id="rId2" imgW="1231366" imgH="241195" progId="Equation.DSMT4">
                  <p:embed/>
                </p:oleObj>
              </mc:Choice>
              <mc:Fallback>
                <p:oleObj name="Equation" r:id="rId2" imgW="1231366" imgH="241195" progId="Equation.DSMT4">
                  <p:embed/>
                  <p:pic>
                    <p:nvPicPr>
                      <p:cNvPr id="23552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810000"/>
                        <a:ext cx="259715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25" name="Object 3"/>
          <p:cNvGraphicFramePr>
            <a:graphicFrameLocks noChangeAspect="1"/>
          </p:cNvGraphicFramePr>
          <p:nvPr/>
        </p:nvGraphicFramePr>
        <p:xfrm>
          <a:off x="2590800" y="2209800"/>
          <a:ext cx="3481388" cy="908050"/>
        </p:xfrm>
        <a:graphic>
          <a:graphicData uri="http://schemas.openxmlformats.org/presentationml/2006/ole">
            <mc:AlternateContent xmlns:mc="http://schemas.openxmlformats.org/markup-compatibility/2006">
              <mc:Choice xmlns:v="urn:schemas-microsoft-com:vml" Requires="v">
                <p:oleObj name="Equation" r:id="rId4" imgW="1651000" imgH="431800" progId="Equation.DSMT4">
                  <p:embed/>
                </p:oleObj>
              </mc:Choice>
              <mc:Fallback>
                <p:oleObj name="Equation" r:id="rId4" imgW="1651000" imgH="431800" progId="Equation.DSMT4">
                  <p:embed/>
                  <p:pic>
                    <p:nvPicPr>
                      <p:cNvPr id="23552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2209800"/>
                        <a:ext cx="3481388"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6" name="Text Box 46"/>
          <p:cNvSpPr txBox="1">
            <a:spLocks noChangeArrowheads="1"/>
          </p:cNvSpPr>
          <p:nvPr/>
        </p:nvSpPr>
        <p:spPr bwMode="auto">
          <a:xfrm>
            <a:off x="2667000" y="3200400"/>
            <a:ext cx="205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subject to</a:t>
            </a:r>
          </a:p>
        </p:txBody>
      </p:sp>
      <p:graphicFrame>
        <p:nvGraphicFramePr>
          <p:cNvPr id="235527" name="Object 4"/>
          <p:cNvGraphicFramePr>
            <a:graphicFrameLocks noChangeAspect="1"/>
          </p:cNvGraphicFramePr>
          <p:nvPr/>
        </p:nvGraphicFramePr>
        <p:xfrm>
          <a:off x="2743200" y="4572000"/>
          <a:ext cx="803275" cy="482600"/>
        </p:xfrm>
        <a:graphic>
          <a:graphicData uri="http://schemas.openxmlformats.org/presentationml/2006/ole">
            <mc:AlternateContent xmlns:mc="http://schemas.openxmlformats.org/markup-compatibility/2006">
              <mc:Choice xmlns:v="urn:schemas-microsoft-com:vml" Requires="v">
                <p:oleObj name="Equation" r:id="rId6" imgW="381000" imgH="228600" progId="Equation.DSMT4">
                  <p:embed/>
                </p:oleObj>
              </mc:Choice>
              <mc:Fallback>
                <p:oleObj name="Equation" r:id="rId6" imgW="381000" imgH="228600" progId="Equation.DSMT4">
                  <p:embed/>
                  <p:pic>
                    <p:nvPicPr>
                      <p:cNvPr id="23552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4572000"/>
                        <a:ext cx="8032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8" name="Rectangle 49"/>
          <p:cNvSpPr>
            <a:spLocks noChangeArrowheads="1"/>
          </p:cNvSpPr>
          <p:nvPr/>
        </p:nvSpPr>
        <p:spPr bwMode="auto">
          <a:xfrm>
            <a:off x="990600" y="5181600"/>
            <a:ext cx="7696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Parameter </a:t>
            </a:r>
            <a:r>
              <a:rPr lang="en-US" altLang="zh-CN" sz="2200" i="1">
                <a:latin typeface="Arial" panose="020B0604020202020204" pitchFamily="34" charset="0"/>
                <a:ea typeface="SimSun" panose="02010600030101010101" pitchFamily="2" charset="-122"/>
              </a:rPr>
              <a:t>C</a:t>
            </a:r>
            <a:r>
              <a:rPr lang="en-US" altLang="zh-CN" sz="2200">
                <a:latin typeface="Arial" panose="020B0604020202020204" pitchFamily="34" charset="0"/>
                <a:ea typeface="SimSun" panose="02010600030101010101" pitchFamily="2" charset="-122"/>
              </a:rPr>
              <a:t> is a weight between marginal maximization and misclassification miinimization.</a:t>
            </a:r>
          </a:p>
        </p:txBody>
      </p:sp>
      <p:sp>
        <p:nvSpPr>
          <p:cNvPr id="23553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13A0D68-BAAD-45D4-83FE-0811266AFB2C}" type="slidenum">
              <a:rPr lang="zh-CN" altLang="en-US" sz="1400" smtClean="0">
                <a:solidFill>
                  <a:schemeClr val="bg2"/>
                </a:solidFill>
                <a:latin typeface="Arial" panose="020B0604020202020204" pitchFamily="34" charset="0"/>
              </a:rPr>
              <a:pPr>
                <a:spcBef>
                  <a:spcPct val="50000"/>
                </a:spcBef>
                <a:buClrTx/>
                <a:buSzTx/>
                <a:buFontTx/>
                <a:buNone/>
              </a:pPr>
              <a:t>166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124E334-A263-85D7-F592-5184DA32605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pPr algn="ctr"/>
            <a:r>
              <a:rPr lang="en-US" altLang="zh-CN">
                <a:ea typeface="SimSun" panose="02010600030101010101" pitchFamily="2" charset="-122"/>
              </a:rPr>
              <a:t>Maximal Margin Classifier </a:t>
            </a:r>
          </a:p>
        </p:txBody>
      </p:sp>
      <p:sp>
        <p:nvSpPr>
          <p:cNvPr id="236547" name="Rectangle 3"/>
          <p:cNvSpPr>
            <a:spLocks noChangeArrowheads="1"/>
          </p:cNvSpPr>
          <p:nvPr/>
        </p:nvSpPr>
        <p:spPr bwMode="auto">
          <a:xfrm>
            <a:off x="1143000" y="1752600"/>
            <a:ext cx="7086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Problem reformulation: (Lagrangian dual problem)</a:t>
            </a:r>
          </a:p>
        </p:txBody>
      </p:sp>
      <p:graphicFrame>
        <p:nvGraphicFramePr>
          <p:cNvPr id="236548" name="Object 2"/>
          <p:cNvGraphicFramePr>
            <a:graphicFrameLocks noChangeAspect="1"/>
          </p:cNvGraphicFramePr>
          <p:nvPr/>
        </p:nvGraphicFramePr>
        <p:xfrm>
          <a:off x="1752600" y="2362200"/>
          <a:ext cx="5222875" cy="935038"/>
        </p:xfrm>
        <a:graphic>
          <a:graphicData uri="http://schemas.openxmlformats.org/presentationml/2006/ole">
            <mc:AlternateContent xmlns:mc="http://schemas.openxmlformats.org/markup-compatibility/2006">
              <mc:Choice xmlns:v="urn:schemas-microsoft-com:vml" Requires="v">
                <p:oleObj name="Equation" r:id="rId2" imgW="2476500" imgH="444500" progId="Equation.DSMT4">
                  <p:embed/>
                </p:oleObj>
              </mc:Choice>
              <mc:Fallback>
                <p:oleObj name="Equation" r:id="rId2" imgW="2476500" imgH="444500" progId="Equation.DSMT4">
                  <p:embed/>
                  <p:pic>
                    <p:nvPicPr>
                      <p:cNvPr id="23654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362200"/>
                        <a:ext cx="522287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49" name="Text Box 10"/>
          <p:cNvSpPr txBox="1">
            <a:spLocks noChangeArrowheads="1"/>
          </p:cNvSpPr>
          <p:nvPr/>
        </p:nvSpPr>
        <p:spPr bwMode="auto">
          <a:xfrm>
            <a:off x="1752600" y="3429000"/>
            <a:ext cx="15541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Subject to</a:t>
            </a:r>
          </a:p>
        </p:txBody>
      </p:sp>
      <p:graphicFrame>
        <p:nvGraphicFramePr>
          <p:cNvPr id="236550" name="Object 3"/>
          <p:cNvGraphicFramePr>
            <a:graphicFrameLocks noChangeAspect="1"/>
          </p:cNvGraphicFramePr>
          <p:nvPr/>
        </p:nvGraphicFramePr>
        <p:xfrm>
          <a:off x="3581400" y="3962400"/>
          <a:ext cx="1393825" cy="481013"/>
        </p:xfrm>
        <a:graphic>
          <a:graphicData uri="http://schemas.openxmlformats.org/presentationml/2006/ole">
            <mc:AlternateContent xmlns:mc="http://schemas.openxmlformats.org/markup-compatibility/2006">
              <mc:Choice xmlns:v="urn:schemas-microsoft-com:vml" Requires="v">
                <p:oleObj name="Equation" r:id="rId4" imgW="660400" imgH="228600" progId="Equation.DSMT4">
                  <p:embed/>
                </p:oleObj>
              </mc:Choice>
              <mc:Fallback>
                <p:oleObj name="Equation" r:id="rId4" imgW="660400" imgH="228600" progId="Equation.DSMT4">
                  <p:embed/>
                  <p:pic>
                    <p:nvPicPr>
                      <p:cNvPr id="23655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3962400"/>
                        <a:ext cx="13938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1" name="Object 4"/>
          <p:cNvGraphicFramePr>
            <a:graphicFrameLocks noChangeAspect="1"/>
          </p:cNvGraphicFramePr>
          <p:nvPr/>
        </p:nvGraphicFramePr>
        <p:xfrm>
          <a:off x="3581400" y="4572000"/>
          <a:ext cx="1498600" cy="908050"/>
        </p:xfrm>
        <a:graphic>
          <a:graphicData uri="http://schemas.openxmlformats.org/presentationml/2006/ole">
            <mc:AlternateContent xmlns:mc="http://schemas.openxmlformats.org/markup-compatibility/2006">
              <mc:Choice xmlns:v="urn:schemas-microsoft-com:vml" Requires="v">
                <p:oleObj name="Equation" r:id="rId6" imgW="710891" imgH="431613" progId="Equation.DSMT4">
                  <p:embed/>
                </p:oleObj>
              </mc:Choice>
              <mc:Fallback>
                <p:oleObj name="Equation" r:id="rId6" imgW="710891" imgH="431613" progId="Equation.DSMT4">
                  <p:embed/>
                  <p:pic>
                    <p:nvPicPr>
                      <p:cNvPr id="236551"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4572000"/>
                        <a:ext cx="14986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B42F087-720D-41CE-B381-233540A30FAF}" type="slidenum">
              <a:rPr lang="zh-CN" altLang="en-US" sz="1400" smtClean="0">
                <a:solidFill>
                  <a:schemeClr val="bg2"/>
                </a:solidFill>
                <a:latin typeface="Arial" panose="020B0604020202020204" pitchFamily="34" charset="0"/>
              </a:rPr>
              <a:pPr>
                <a:spcBef>
                  <a:spcPct val="50000"/>
                </a:spcBef>
                <a:buClrTx/>
                <a:buSzTx/>
                <a:buFontTx/>
                <a:buNone/>
              </a:pPr>
              <a:t>167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E607192-B732-9FD8-97A1-556C36BA828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ChangeArrowheads="1"/>
          </p:cNvSpPr>
          <p:nvPr/>
        </p:nvSpPr>
        <p:spPr bwMode="auto">
          <a:xfrm>
            <a:off x="2286000" y="457200"/>
            <a:ext cx="4800600" cy="762000"/>
          </a:xfrm>
          <a:prstGeom prst="rect">
            <a:avLst/>
          </a:prstGeom>
          <a:noFill/>
          <a:ln w="9525">
            <a:noFill/>
            <a:miter lim="800000"/>
            <a:headEnd/>
            <a:tailEnd/>
          </a:ln>
        </p:spPr>
        <p:txBody>
          <a:bodyPr anchor="ctr"/>
          <a:lstStyle/>
          <a:p>
            <a:pPr>
              <a:defRPr/>
            </a:pPr>
            <a:r>
              <a:rPr lang="en-US" altLang="zh-CN" sz="4200">
                <a:solidFill>
                  <a:schemeClr val="tx2"/>
                </a:solidFill>
                <a:latin typeface="+mj-ea"/>
                <a:ea typeface="+mj-ea"/>
              </a:rPr>
              <a:t>Nonlinear SVM</a:t>
            </a:r>
          </a:p>
        </p:txBody>
      </p:sp>
      <p:sp>
        <p:nvSpPr>
          <p:cNvPr id="237571" name="Rectangle 3"/>
          <p:cNvSpPr>
            <a:spLocks noChangeArrowheads="1"/>
          </p:cNvSpPr>
          <p:nvPr/>
        </p:nvSpPr>
        <p:spPr bwMode="auto">
          <a:xfrm>
            <a:off x="685800" y="15240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Datasets that are linearly separable with noise work out great:</a:t>
            </a:r>
          </a:p>
        </p:txBody>
      </p:sp>
      <p:grpSp>
        <p:nvGrpSpPr>
          <p:cNvPr id="237572" name="Group 21"/>
          <p:cNvGrpSpPr>
            <a:grpSpLocks/>
          </p:cNvGrpSpPr>
          <p:nvPr/>
        </p:nvGrpSpPr>
        <p:grpSpPr bwMode="auto">
          <a:xfrm>
            <a:off x="2438400" y="1981200"/>
            <a:ext cx="4324350" cy="642938"/>
            <a:chOff x="1056" y="1284"/>
            <a:chExt cx="2724" cy="405"/>
          </a:xfrm>
        </p:grpSpPr>
        <p:sp>
          <p:nvSpPr>
            <p:cNvPr id="237617" name="Line 22"/>
            <p:cNvSpPr>
              <a:spLocks noChangeShapeType="1"/>
            </p:cNvSpPr>
            <p:nvPr/>
          </p:nvSpPr>
          <p:spPr bwMode="auto">
            <a:xfrm>
              <a:off x="1056" y="1458"/>
              <a:ext cx="2496"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7618" name="AutoShape 23"/>
            <p:cNvSpPr>
              <a:spLocks noChangeArrowheads="1"/>
            </p:cNvSpPr>
            <p:nvPr/>
          </p:nvSpPr>
          <p:spPr bwMode="auto">
            <a:xfrm>
              <a:off x="1335" y="14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19" name="Line 24"/>
            <p:cNvSpPr>
              <a:spLocks noChangeShapeType="1"/>
            </p:cNvSpPr>
            <p:nvPr/>
          </p:nvSpPr>
          <p:spPr bwMode="auto">
            <a:xfrm>
              <a:off x="2196" y="1422"/>
              <a:ext cx="0" cy="7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20" name="Text Box 25"/>
            <p:cNvSpPr txBox="1">
              <a:spLocks noChangeArrowheads="1"/>
            </p:cNvSpPr>
            <p:nvPr/>
          </p:nvSpPr>
          <p:spPr bwMode="auto">
            <a:xfrm>
              <a:off x="2106" y="1458"/>
              <a:ext cx="2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a:ea typeface="SimSun" panose="02010600030101010101" pitchFamily="2" charset="-122"/>
                </a:rPr>
                <a:t>0</a:t>
              </a:r>
            </a:p>
          </p:txBody>
        </p:sp>
        <p:sp>
          <p:nvSpPr>
            <p:cNvPr id="237621" name="AutoShape 26"/>
            <p:cNvSpPr>
              <a:spLocks noChangeArrowheads="1"/>
            </p:cNvSpPr>
            <p:nvPr/>
          </p:nvSpPr>
          <p:spPr bwMode="auto">
            <a:xfrm>
              <a:off x="1563" y="1427"/>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2" name="AutoShape 27"/>
            <p:cNvSpPr>
              <a:spLocks noChangeArrowheads="1"/>
            </p:cNvSpPr>
            <p:nvPr/>
          </p:nvSpPr>
          <p:spPr bwMode="auto">
            <a:xfrm>
              <a:off x="1863" y="14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3" name="AutoShape 28"/>
            <p:cNvSpPr>
              <a:spLocks noChangeArrowheads="1"/>
            </p:cNvSpPr>
            <p:nvPr/>
          </p:nvSpPr>
          <p:spPr bwMode="auto">
            <a:xfrm>
              <a:off x="1995" y="14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4" name="AutoShape 29"/>
            <p:cNvSpPr>
              <a:spLocks noChangeArrowheads="1"/>
            </p:cNvSpPr>
            <p:nvPr/>
          </p:nvSpPr>
          <p:spPr bwMode="auto">
            <a:xfrm>
              <a:off x="2535" y="143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5" name="AutoShape 30"/>
            <p:cNvSpPr>
              <a:spLocks noChangeArrowheads="1"/>
            </p:cNvSpPr>
            <p:nvPr/>
          </p:nvSpPr>
          <p:spPr bwMode="auto">
            <a:xfrm>
              <a:off x="2679" y="143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6" name="AutoShape 31"/>
            <p:cNvSpPr>
              <a:spLocks noChangeArrowheads="1"/>
            </p:cNvSpPr>
            <p:nvPr/>
          </p:nvSpPr>
          <p:spPr bwMode="auto">
            <a:xfrm>
              <a:off x="2451" y="143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7" name="Line 32"/>
            <p:cNvSpPr>
              <a:spLocks noChangeShapeType="1"/>
            </p:cNvSpPr>
            <p:nvPr/>
          </p:nvSpPr>
          <p:spPr bwMode="auto">
            <a:xfrm>
              <a:off x="2268" y="1302"/>
              <a:ext cx="0" cy="34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28" name="Oval 33"/>
            <p:cNvSpPr>
              <a:spLocks noChangeArrowheads="1"/>
            </p:cNvSpPr>
            <p:nvPr/>
          </p:nvSpPr>
          <p:spPr bwMode="auto">
            <a:xfrm>
              <a:off x="2405" y="1393"/>
              <a:ext cx="144" cy="138"/>
            </a:xfrm>
            <a:prstGeom prst="ellipse">
              <a:avLst/>
            </a:prstGeom>
            <a:noFill/>
            <a:ln w="1905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29" name="Oval 34"/>
            <p:cNvSpPr>
              <a:spLocks noChangeArrowheads="1"/>
            </p:cNvSpPr>
            <p:nvPr/>
          </p:nvSpPr>
          <p:spPr bwMode="auto">
            <a:xfrm>
              <a:off x="1955" y="1387"/>
              <a:ext cx="144" cy="138"/>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30" name="Line 35"/>
            <p:cNvSpPr>
              <a:spLocks noChangeShapeType="1"/>
            </p:cNvSpPr>
            <p:nvPr/>
          </p:nvSpPr>
          <p:spPr bwMode="auto">
            <a:xfrm flipH="1" flipV="1">
              <a:off x="2475" y="1284"/>
              <a:ext cx="6" cy="377"/>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7631" name="Line 36"/>
            <p:cNvSpPr>
              <a:spLocks noChangeShapeType="1"/>
            </p:cNvSpPr>
            <p:nvPr/>
          </p:nvSpPr>
          <p:spPr bwMode="auto">
            <a:xfrm flipH="1" flipV="1">
              <a:off x="2025" y="1284"/>
              <a:ext cx="6" cy="377"/>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7632" name="Text Box 37"/>
            <p:cNvSpPr txBox="1">
              <a:spLocks noChangeArrowheads="1"/>
            </p:cNvSpPr>
            <p:nvPr/>
          </p:nvSpPr>
          <p:spPr bwMode="auto">
            <a:xfrm>
              <a:off x="3492" y="141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i="1">
                  <a:ea typeface="SimSun" panose="02010600030101010101" pitchFamily="2" charset="-122"/>
                </a:rPr>
                <a:t>x</a:t>
              </a:r>
              <a:endParaRPr lang="en-US" altLang="zh-CN" sz="2400" i="1" baseline="30000">
                <a:ea typeface="SimSun" panose="02010600030101010101" pitchFamily="2" charset="-122"/>
              </a:endParaRPr>
            </a:p>
          </p:txBody>
        </p:sp>
      </p:grpSp>
      <p:grpSp>
        <p:nvGrpSpPr>
          <p:cNvPr id="3" name="Group 62"/>
          <p:cNvGrpSpPr>
            <a:grpSpLocks/>
          </p:cNvGrpSpPr>
          <p:nvPr/>
        </p:nvGrpSpPr>
        <p:grpSpPr bwMode="auto">
          <a:xfrm>
            <a:off x="2362200" y="4357688"/>
            <a:ext cx="4724400" cy="1985962"/>
            <a:chOff x="1488" y="2745"/>
            <a:chExt cx="2976" cy="1251"/>
          </a:xfrm>
        </p:grpSpPr>
        <p:sp>
          <p:nvSpPr>
            <p:cNvPr id="237594" name="Text Box 4"/>
            <p:cNvSpPr txBox="1">
              <a:spLocks noChangeArrowheads="1"/>
            </p:cNvSpPr>
            <p:nvPr/>
          </p:nvSpPr>
          <p:spPr bwMode="auto">
            <a:xfrm>
              <a:off x="2568" y="3744"/>
              <a:ext cx="2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a:ea typeface="SimSun" panose="02010600030101010101" pitchFamily="2" charset="-122"/>
                </a:rPr>
                <a:t>0</a:t>
              </a:r>
            </a:p>
          </p:txBody>
        </p:sp>
        <p:sp>
          <p:nvSpPr>
            <p:cNvPr id="237595" name="Text Box 5"/>
            <p:cNvSpPr txBox="1">
              <a:spLocks noChangeArrowheads="1"/>
            </p:cNvSpPr>
            <p:nvPr/>
          </p:nvSpPr>
          <p:spPr bwMode="auto">
            <a:xfrm>
              <a:off x="3936" y="3705"/>
              <a:ext cx="5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i="1">
                  <a:ea typeface="SimSun" panose="02010600030101010101" pitchFamily="2" charset="-122"/>
                </a:rPr>
                <a:t>x</a:t>
              </a:r>
              <a:r>
                <a:rPr lang="en-US" altLang="zh-CN" sz="2400" i="1" baseline="-25000">
                  <a:ea typeface="SimSun" panose="02010600030101010101" pitchFamily="2" charset="-122"/>
                </a:rPr>
                <a:t>1</a:t>
              </a:r>
            </a:p>
          </p:txBody>
        </p:sp>
        <p:grpSp>
          <p:nvGrpSpPr>
            <p:cNvPr id="237596" name="Group 38"/>
            <p:cNvGrpSpPr>
              <a:grpSpLocks/>
            </p:cNvGrpSpPr>
            <p:nvPr/>
          </p:nvGrpSpPr>
          <p:grpSpPr bwMode="auto">
            <a:xfrm>
              <a:off x="1488" y="2745"/>
              <a:ext cx="2742" cy="1151"/>
              <a:chOff x="1122" y="2874"/>
              <a:chExt cx="2742" cy="1151"/>
            </a:xfrm>
          </p:grpSpPr>
          <p:sp>
            <p:nvSpPr>
              <p:cNvPr id="237597" name="Line 39"/>
              <p:cNvSpPr>
                <a:spLocks noChangeShapeType="1"/>
              </p:cNvSpPr>
              <p:nvPr/>
            </p:nvSpPr>
            <p:spPr bwMode="auto">
              <a:xfrm>
                <a:off x="1122" y="3900"/>
                <a:ext cx="2496"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7598" name="AutoShape 40"/>
              <p:cNvSpPr>
                <a:spLocks noChangeArrowheads="1"/>
              </p:cNvSpPr>
              <p:nvPr/>
            </p:nvSpPr>
            <p:spPr bwMode="auto">
              <a:xfrm>
                <a:off x="1437" y="3257"/>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99" name="Line 41"/>
              <p:cNvSpPr>
                <a:spLocks noChangeShapeType="1"/>
              </p:cNvSpPr>
              <p:nvPr/>
            </p:nvSpPr>
            <p:spPr bwMode="auto">
              <a:xfrm>
                <a:off x="2262" y="3864"/>
                <a:ext cx="0" cy="7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00" name="AutoShape 42"/>
              <p:cNvSpPr>
                <a:spLocks noChangeArrowheads="1"/>
              </p:cNvSpPr>
              <p:nvPr/>
            </p:nvSpPr>
            <p:spPr bwMode="auto">
              <a:xfrm>
                <a:off x="1641" y="3557"/>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1" name="AutoShape 43"/>
              <p:cNvSpPr>
                <a:spLocks noChangeArrowheads="1"/>
              </p:cNvSpPr>
              <p:nvPr/>
            </p:nvSpPr>
            <p:spPr bwMode="auto">
              <a:xfrm>
                <a:off x="1929" y="3755"/>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2" name="AutoShape 44"/>
              <p:cNvSpPr>
                <a:spLocks noChangeArrowheads="1"/>
              </p:cNvSpPr>
              <p:nvPr/>
            </p:nvSpPr>
            <p:spPr bwMode="auto">
              <a:xfrm>
                <a:off x="2073" y="3815"/>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3" name="AutoShape 45"/>
              <p:cNvSpPr>
                <a:spLocks noChangeArrowheads="1"/>
              </p:cNvSpPr>
              <p:nvPr/>
            </p:nvSpPr>
            <p:spPr bwMode="auto">
              <a:xfrm>
                <a:off x="2601" y="3761"/>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4" name="AutoShape 46"/>
              <p:cNvSpPr>
                <a:spLocks noChangeArrowheads="1"/>
              </p:cNvSpPr>
              <p:nvPr/>
            </p:nvSpPr>
            <p:spPr bwMode="auto">
              <a:xfrm>
                <a:off x="2745" y="3647"/>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5" name="AutoShape 47"/>
              <p:cNvSpPr>
                <a:spLocks noChangeArrowheads="1"/>
              </p:cNvSpPr>
              <p:nvPr/>
            </p:nvSpPr>
            <p:spPr bwMode="auto">
              <a:xfrm>
                <a:off x="2481" y="380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6" name="AutoShape 48"/>
              <p:cNvSpPr>
                <a:spLocks noChangeArrowheads="1"/>
              </p:cNvSpPr>
              <p:nvPr/>
            </p:nvSpPr>
            <p:spPr bwMode="auto">
              <a:xfrm>
                <a:off x="2985" y="344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7" name="AutoShape 49"/>
              <p:cNvSpPr>
                <a:spLocks noChangeArrowheads="1"/>
              </p:cNvSpPr>
              <p:nvPr/>
            </p:nvSpPr>
            <p:spPr bwMode="auto">
              <a:xfrm>
                <a:off x="3165" y="3251"/>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8" name="AutoShape 50"/>
              <p:cNvSpPr>
                <a:spLocks noChangeArrowheads="1"/>
              </p:cNvSpPr>
              <p:nvPr/>
            </p:nvSpPr>
            <p:spPr bwMode="auto">
              <a:xfrm>
                <a:off x="3429" y="2921"/>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09" name="Line 51"/>
              <p:cNvSpPr>
                <a:spLocks noChangeShapeType="1"/>
              </p:cNvSpPr>
              <p:nvPr/>
            </p:nvSpPr>
            <p:spPr bwMode="auto">
              <a:xfrm flipV="1">
                <a:off x="2262" y="2988"/>
                <a:ext cx="0" cy="936"/>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7610" name="Text Box 52"/>
              <p:cNvSpPr txBox="1">
                <a:spLocks noChangeArrowheads="1"/>
              </p:cNvSpPr>
              <p:nvPr/>
            </p:nvSpPr>
            <p:spPr bwMode="auto">
              <a:xfrm>
                <a:off x="2262" y="2874"/>
                <a:ext cx="2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i="1">
                    <a:ea typeface="SimSun" panose="02010600030101010101" pitchFamily="2" charset="-122"/>
                  </a:rPr>
                  <a:t>x</a:t>
                </a:r>
                <a:r>
                  <a:rPr lang="en-US" altLang="zh-CN" sz="2400" i="1" baseline="-25000">
                    <a:ea typeface="SimSun" panose="02010600030101010101" pitchFamily="2" charset="-122"/>
                  </a:rPr>
                  <a:t>2</a:t>
                </a:r>
              </a:p>
            </p:txBody>
          </p:sp>
          <p:sp>
            <p:nvSpPr>
              <p:cNvPr id="237611" name="Line 53"/>
              <p:cNvSpPr>
                <a:spLocks noChangeShapeType="1"/>
              </p:cNvSpPr>
              <p:nvPr/>
            </p:nvSpPr>
            <p:spPr bwMode="auto">
              <a:xfrm flipV="1">
                <a:off x="1860" y="3180"/>
                <a:ext cx="2004" cy="81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12" name="Line 54"/>
              <p:cNvSpPr>
                <a:spLocks noChangeShapeType="1"/>
              </p:cNvSpPr>
              <p:nvPr/>
            </p:nvSpPr>
            <p:spPr bwMode="auto">
              <a:xfrm flipV="1">
                <a:off x="1857" y="3132"/>
                <a:ext cx="1962" cy="809"/>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7613" name="Line 55"/>
              <p:cNvSpPr>
                <a:spLocks noChangeShapeType="1"/>
              </p:cNvSpPr>
              <p:nvPr/>
            </p:nvSpPr>
            <p:spPr bwMode="auto">
              <a:xfrm flipV="1">
                <a:off x="1929" y="3240"/>
                <a:ext cx="1926" cy="785"/>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7614" name="Oval 56"/>
              <p:cNvSpPr>
                <a:spLocks noChangeArrowheads="1"/>
              </p:cNvSpPr>
              <p:nvPr/>
            </p:nvSpPr>
            <p:spPr bwMode="auto">
              <a:xfrm>
                <a:off x="2945" y="3403"/>
                <a:ext cx="144" cy="138"/>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15" name="Oval 57"/>
              <p:cNvSpPr>
                <a:spLocks noChangeArrowheads="1"/>
              </p:cNvSpPr>
              <p:nvPr/>
            </p:nvSpPr>
            <p:spPr bwMode="auto">
              <a:xfrm>
                <a:off x="2699" y="3601"/>
                <a:ext cx="144" cy="138"/>
              </a:xfrm>
              <a:prstGeom prst="ellipse">
                <a:avLst/>
              </a:prstGeom>
              <a:noFill/>
              <a:ln w="1905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616" name="Oval 58"/>
              <p:cNvSpPr>
                <a:spLocks noChangeArrowheads="1"/>
              </p:cNvSpPr>
              <p:nvPr/>
            </p:nvSpPr>
            <p:spPr bwMode="auto">
              <a:xfrm>
                <a:off x="2027" y="3775"/>
                <a:ext cx="144" cy="138"/>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grpSp>
        <p:nvGrpSpPr>
          <p:cNvPr id="5" name="Group 61"/>
          <p:cNvGrpSpPr>
            <a:grpSpLocks/>
          </p:cNvGrpSpPr>
          <p:nvPr/>
        </p:nvGrpSpPr>
        <p:grpSpPr bwMode="auto">
          <a:xfrm>
            <a:off x="381000" y="2590800"/>
            <a:ext cx="8229600" cy="1295400"/>
            <a:chOff x="240" y="1632"/>
            <a:chExt cx="5184" cy="816"/>
          </a:xfrm>
        </p:grpSpPr>
        <p:grpSp>
          <p:nvGrpSpPr>
            <p:cNvPr id="237578" name="Group 6"/>
            <p:cNvGrpSpPr>
              <a:grpSpLocks/>
            </p:cNvGrpSpPr>
            <p:nvPr/>
          </p:nvGrpSpPr>
          <p:grpSpPr bwMode="auto">
            <a:xfrm>
              <a:off x="1488" y="2181"/>
              <a:ext cx="2700" cy="267"/>
              <a:chOff x="1056" y="2322"/>
              <a:chExt cx="2700" cy="267"/>
            </a:xfrm>
          </p:grpSpPr>
          <p:sp>
            <p:nvSpPr>
              <p:cNvPr id="237580" name="Line 7"/>
              <p:cNvSpPr>
                <a:spLocks noChangeShapeType="1"/>
              </p:cNvSpPr>
              <p:nvPr/>
            </p:nvSpPr>
            <p:spPr bwMode="auto">
              <a:xfrm>
                <a:off x="1056" y="2358"/>
                <a:ext cx="2496"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7581" name="AutoShape 8"/>
              <p:cNvSpPr>
                <a:spLocks noChangeArrowheads="1"/>
              </p:cNvSpPr>
              <p:nvPr/>
            </p:nvSpPr>
            <p:spPr bwMode="auto">
              <a:xfrm>
                <a:off x="1335" y="23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82" name="Line 9"/>
              <p:cNvSpPr>
                <a:spLocks noChangeShapeType="1"/>
              </p:cNvSpPr>
              <p:nvPr/>
            </p:nvSpPr>
            <p:spPr bwMode="auto">
              <a:xfrm>
                <a:off x="2196" y="2322"/>
                <a:ext cx="0" cy="7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583" name="Text Box 10"/>
              <p:cNvSpPr txBox="1">
                <a:spLocks noChangeArrowheads="1"/>
              </p:cNvSpPr>
              <p:nvPr/>
            </p:nvSpPr>
            <p:spPr bwMode="auto">
              <a:xfrm>
                <a:off x="2106" y="2358"/>
                <a:ext cx="2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a:ea typeface="SimSun" panose="02010600030101010101" pitchFamily="2" charset="-122"/>
                  </a:rPr>
                  <a:t>0</a:t>
                </a:r>
              </a:p>
            </p:txBody>
          </p:sp>
          <p:sp>
            <p:nvSpPr>
              <p:cNvPr id="237584" name="AutoShape 11"/>
              <p:cNvSpPr>
                <a:spLocks noChangeArrowheads="1"/>
              </p:cNvSpPr>
              <p:nvPr/>
            </p:nvSpPr>
            <p:spPr bwMode="auto">
              <a:xfrm>
                <a:off x="1563" y="2327"/>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85" name="AutoShape 12"/>
              <p:cNvSpPr>
                <a:spLocks noChangeArrowheads="1"/>
              </p:cNvSpPr>
              <p:nvPr/>
            </p:nvSpPr>
            <p:spPr bwMode="auto">
              <a:xfrm>
                <a:off x="1863" y="23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86" name="AutoShape 13"/>
              <p:cNvSpPr>
                <a:spLocks noChangeArrowheads="1"/>
              </p:cNvSpPr>
              <p:nvPr/>
            </p:nvSpPr>
            <p:spPr bwMode="auto">
              <a:xfrm>
                <a:off x="1995" y="23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87" name="AutoShape 14"/>
              <p:cNvSpPr>
                <a:spLocks noChangeArrowheads="1"/>
              </p:cNvSpPr>
              <p:nvPr/>
            </p:nvSpPr>
            <p:spPr bwMode="auto">
              <a:xfrm>
                <a:off x="2535" y="233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88" name="AutoShape 15"/>
              <p:cNvSpPr>
                <a:spLocks noChangeArrowheads="1"/>
              </p:cNvSpPr>
              <p:nvPr/>
            </p:nvSpPr>
            <p:spPr bwMode="auto">
              <a:xfrm>
                <a:off x="2679" y="233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89" name="AutoShape 16"/>
              <p:cNvSpPr>
                <a:spLocks noChangeArrowheads="1"/>
              </p:cNvSpPr>
              <p:nvPr/>
            </p:nvSpPr>
            <p:spPr bwMode="auto">
              <a:xfrm>
                <a:off x="2451" y="2333"/>
                <a:ext cx="56" cy="56"/>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90" name="AutoShape 17"/>
              <p:cNvSpPr>
                <a:spLocks noChangeArrowheads="1"/>
              </p:cNvSpPr>
              <p:nvPr/>
            </p:nvSpPr>
            <p:spPr bwMode="auto">
              <a:xfrm>
                <a:off x="2919" y="23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91" name="AutoShape 18"/>
              <p:cNvSpPr>
                <a:spLocks noChangeArrowheads="1"/>
              </p:cNvSpPr>
              <p:nvPr/>
            </p:nvSpPr>
            <p:spPr bwMode="auto">
              <a:xfrm>
                <a:off x="3063" y="2333"/>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92" name="AutoShape 19"/>
              <p:cNvSpPr>
                <a:spLocks noChangeArrowheads="1"/>
              </p:cNvSpPr>
              <p:nvPr/>
            </p:nvSpPr>
            <p:spPr bwMode="auto">
              <a:xfrm>
                <a:off x="3375" y="2327"/>
                <a:ext cx="56" cy="56"/>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7593" name="Text Box 20"/>
              <p:cNvSpPr txBox="1">
                <a:spLocks noChangeArrowheads="1"/>
              </p:cNvSpPr>
              <p:nvPr/>
            </p:nvSpPr>
            <p:spPr bwMode="auto">
              <a:xfrm>
                <a:off x="3468" y="2322"/>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n-US" altLang="zh-CN" sz="2400" i="1">
                    <a:ea typeface="SimSun" panose="02010600030101010101" pitchFamily="2" charset="-122"/>
                  </a:rPr>
                  <a:t>x</a:t>
                </a:r>
                <a:endParaRPr lang="en-US" altLang="zh-CN" sz="2400" i="1" baseline="30000">
                  <a:ea typeface="SimSun" panose="02010600030101010101" pitchFamily="2" charset="-122"/>
                </a:endParaRPr>
              </a:p>
            </p:txBody>
          </p:sp>
        </p:grpSp>
        <p:sp>
          <p:nvSpPr>
            <p:cNvPr id="237579" name="Rectangle 59"/>
            <p:cNvSpPr>
              <a:spLocks noChangeArrowheads="1"/>
            </p:cNvSpPr>
            <p:nvPr/>
          </p:nvSpPr>
          <p:spPr bwMode="auto">
            <a:xfrm>
              <a:off x="240" y="1632"/>
              <a:ext cx="51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But what to do if the dataset is nonlinearly distributed? </a:t>
              </a:r>
            </a:p>
          </p:txBody>
        </p:sp>
      </p:grpSp>
      <p:sp>
        <p:nvSpPr>
          <p:cNvPr id="54332" name="Rectangle 60"/>
          <p:cNvSpPr>
            <a:spLocks noChangeArrowheads="1"/>
          </p:cNvSpPr>
          <p:nvPr/>
        </p:nvSpPr>
        <p:spPr bwMode="auto">
          <a:xfrm>
            <a:off x="381000" y="39624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How about</a:t>
            </a:r>
            <a:r>
              <a:rPr lang="en-US" altLang="zh-CN" sz="2200">
                <a:ea typeface="SimSun" panose="02010600030101010101" pitchFamily="2" charset="-122"/>
              </a:rPr>
              <a:t>…</a:t>
            </a:r>
            <a:r>
              <a:rPr lang="en-US" altLang="zh-CN" sz="2200">
                <a:latin typeface="Arial" panose="020B0604020202020204" pitchFamily="34" charset="0"/>
                <a:ea typeface="SimSun" panose="02010600030101010101" pitchFamily="2" charset="-122"/>
              </a:rPr>
              <a:t> mapping data to a higher-dimensional space:</a:t>
            </a:r>
          </a:p>
        </p:txBody>
      </p:sp>
      <p:sp>
        <p:nvSpPr>
          <p:cNvPr id="237577"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E0C75AD-7ED4-4340-A8AF-B3CED21099F3}" type="slidenum">
              <a:rPr lang="zh-CN" altLang="en-US" sz="1400" smtClean="0">
                <a:solidFill>
                  <a:schemeClr val="bg2"/>
                </a:solidFill>
                <a:latin typeface="Arial" panose="020B0604020202020204" pitchFamily="34" charset="0"/>
              </a:rPr>
              <a:pPr>
                <a:spcBef>
                  <a:spcPct val="50000"/>
                </a:spcBef>
                <a:buClrTx/>
                <a:buSzTx/>
                <a:buFontTx/>
                <a:buNone/>
              </a:pPr>
              <a:t>168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F3C90F3-F7D2-51D3-CC2C-2565828EBA8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3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32"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ChangeArrowheads="1"/>
          </p:cNvSpPr>
          <p:nvPr/>
        </p:nvSpPr>
        <p:spPr bwMode="auto">
          <a:xfrm>
            <a:off x="1066800" y="457200"/>
            <a:ext cx="7086600" cy="838200"/>
          </a:xfrm>
          <a:prstGeom prst="rect">
            <a:avLst/>
          </a:prstGeom>
          <a:noFill/>
          <a:ln w="9525">
            <a:noFill/>
            <a:miter lim="800000"/>
            <a:headEnd/>
            <a:tailEnd/>
          </a:ln>
        </p:spPr>
        <p:txBody>
          <a:bodyPr anchor="ctr"/>
          <a:lstStyle/>
          <a:p>
            <a:pPr algn="ctr">
              <a:defRPr/>
            </a:pPr>
            <a:r>
              <a:rPr lang="en-US" altLang="zh-CN" sz="4200">
                <a:solidFill>
                  <a:schemeClr val="tx2"/>
                </a:solidFill>
                <a:latin typeface="+mj-lt"/>
                <a:ea typeface="宋体" pitchFamily="2" charset="-122"/>
              </a:rPr>
              <a:t>Feature Space</a:t>
            </a:r>
          </a:p>
        </p:txBody>
      </p:sp>
      <p:sp>
        <p:nvSpPr>
          <p:cNvPr id="238595" name="Rectangle 3"/>
          <p:cNvSpPr>
            <a:spLocks noChangeArrowheads="1"/>
          </p:cNvSpPr>
          <p:nvPr/>
        </p:nvSpPr>
        <p:spPr bwMode="auto">
          <a:xfrm>
            <a:off x="838200" y="1600200"/>
            <a:ext cx="8077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400">
                <a:latin typeface="Arial" panose="020B0604020202020204" pitchFamily="34" charset="0"/>
                <a:ea typeface="SimSun" panose="02010600030101010101" pitchFamily="2" charset="-122"/>
              </a:rPr>
              <a:t>    General idea:  the original input space can be mapped to a higher-dimensional feature space where the training set is linearly separable</a:t>
            </a:r>
          </a:p>
        </p:txBody>
      </p:sp>
      <p:sp>
        <p:nvSpPr>
          <p:cNvPr id="238596" name="Line 4"/>
          <p:cNvSpPr>
            <a:spLocks noChangeShapeType="1"/>
          </p:cNvSpPr>
          <p:nvPr/>
        </p:nvSpPr>
        <p:spPr bwMode="auto">
          <a:xfrm flipV="1">
            <a:off x="2068513" y="2559050"/>
            <a:ext cx="0" cy="30416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8597" name="Line 5"/>
          <p:cNvSpPr>
            <a:spLocks noChangeShapeType="1"/>
          </p:cNvSpPr>
          <p:nvPr/>
        </p:nvSpPr>
        <p:spPr bwMode="auto">
          <a:xfrm flipV="1">
            <a:off x="447675" y="4170363"/>
            <a:ext cx="331946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8598" name="AutoShape 6"/>
          <p:cNvSpPr>
            <a:spLocks noChangeArrowheads="1"/>
          </p:cNvSpPr>
          <p:nvPr/>
        </p:nvSpPr>
        <p:spPr bwMode="auto">
          <a:xfrm>
            <a:off x="2098675" y="33909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599" name="AutoShape 7"/>
          <p:cNvSpPr>
            <a:spLocks noChangeArrowheads="1"/>
          </p:cNvSpPr>
          <p:nvPr/>
        </p:nvSpPr>
        <p:spPr bwMode="auto">
          <a:xfrm>
            <a:off x="1524000" y="37480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0" name="AutoShape 8"/>
          <p:cNvSpPr>
            <a:spLocks noChangeArrowheads="1"/>
          </p:cNvSpPr>
          <p:nvPr/>
        </p:nvSpPr>
        <p:spPr bwMode="auto">
          <a:xfrm>
            <a:off x="1676400" y="42941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1" name="AutoShape 9"/>
          <p:cNvSpPr>
            <a:spLocks noChangeArrowheads="1"/>
          </p:cNvSpPr>
          <p:nvPr/>
        </p:nvSpPr>
        <p:spPr bwMode="auto">
          <a:xfrm>
            <a:off x="2209800" y="477043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2" name="AutoShape 10"/>
          <p:cNvSpPr>
            <a:spLocks noChangeArrowheads="1"/>
          </p:cNvSpPr>
          <p:nvPr/>
        </p:nvSpPr>
        <p:spPr bwMode="auto">
          <a:xfrm>
            <a:off x="1790700" y="343693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3" name="AutoShape 11"/>
          <p:cNvSpPr>
            <a:spLocks noChangeArrowheads="1"/>
          </p:cNvSpPr>
          <p:nvPr/>
        </p:nvSpPr>
        <p:spPr bwMode="auto">
          <a:xfrm>
            <a:off x="1295400" y="40655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4" name="AutoShape 12"/>
          <p:cNvSpPr>
            <a:spLocks noChangeArrowheads="1"/>
          </p:cNvSpPr>
          <p:nvPr/>
        </p:nvSpPr>
        <p:spPr bwMode="auto">
          <a:xfrm>
            <a:off x="1714500" y="480853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5" name="AutoShape 13"/>
          <p:cNvSpPr>
            <a:spLocks noChangeArrowheads="1"/>
          </p:cNvSpPr>
          <p:nvPr/>
        </p:nvSpPr>
        <p:spPr bwMode="auto">
          <a:xfrm>
            <a:off x="2209800" y="38369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6" name="AutoShape 14"/>
          <p:cNvSpPr>
            <a:spLocks noChangeArrowheads="1"/>
          </p:cNvSpPr>
          <p:nvPr/>
        </p:nvSpPr>
        <p:spPr bwMode="auto">
          <a:xfrm>
            <a:off x="3111500" y="38242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7" name="AutoShape 15"/>
          <p:cNvSpPr>
            <a:spLocks noChangeArrowheads="1"/>
          </p:cNvSpPr>
          <p:nvPr/>
        </p:nvSpPr>
        <p:spPr bwMode="auto">
          <a:xfrm>
            <a:off x="2971800" y="50371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8" name="AutoShape 16"/>
          <p:cNvSpPr>
            <a:spLocks noChangeArrowheads="1"/>
          </p:cNvSpPr>
          <p:nvPr/>
        </p:nvSpPr>
        <p:spPr bwMode="auto">
          <a:xfrm>
            <a:off x="723900" y="39512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09" name="AutoShape 17"/>
          <p:cNvSpPr>
            <a:spLocks noChangeArrowheads="1"/>
          </p:cNvSpPr>
          <p:nvPr/>
        </p:nvSpPr>
        <p:spPr bwMode="auto">
          <a:xfrm>
            <a:off x="2235200" y="54054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0" name="AutoShape 18"/>
          <p:cNvSpPr>
            <a:spLocks noChangeArrowheads="1"/>
          </p:cNvSpPr>
          <p:nvPr/>
        </p:nvSpPr>
        <p:spPr bwMode="auto">
          <a:xfrm>
            <a:off x="3200400" y="45608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1" name="AutoShape 19"/>
          <p:cNvSpPr>
            <a:spLocks noChangeArrowheads="1"/>
          </p:cNvSpPr>
          <p:nvPr/>
        </p:nvSpPr>
        <p:spPr bwMode="auto">
          <a:xfrm>
            <a:off x="1263650" y="51006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2" name="AutoShape 20"/>
          <p:cNvSpPr>
            <a:spLocks noChangeArrowheads="1"/>
          </p:cNvSpPr>
          <p:nvPr/>
        </p:nvSpPr>
        <p:spPr bwMode="auto">
          <a:xfrm>
            <a:off x="952500" y="46180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3" name="AutoShape 21"/>
          <p:cNvSpPr>
            <a:spLocks noChangeArrowheads="1"/>
          </p:cNvSpPr>
          <p:nvPr/>
        </p:nvSpPr>
        <p:spPr bwMode="auto">
          <a:xfrm>
            <a:off x="1009650" y="30940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4" name="AutoShape 22"/>
          <p:cNvSpPr>
            <a:spLocks noChangeArrowheads="1"/>
          </p:cNvSpPr>
          <p:nvPr/>
        </p:nvSpPr>
        <p:spPr bwMode="auto">
          <a:xfrm>
            <a:off x="2505075" y="422910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5" name="AutoShape 23"/>
          <p:cNvSpPr>
            <a:spLocks noChangeArrowheads="1"/>
          </p:cNvSpPr>
          <p:nvPr/>
        </p:nvSpPr>
        <p:spPr bwMode="auto">
          <a:xfrm>
            <a:off x="2124075" y="4362450"/>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6" name="AutoShape 24"/>
          <p:cNvSpPr>
            <a:spLocks noChangeArrowheads="1"/>
          </p:cNvSpPr>
          <p:nvPr/>
        </p:nvSpPr>
        <p:spPr bwMode="auto">
          <a:xfrm>
            <a:off x="2409825" y="3124200"/>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7" name="Oval 25"/>
          <p:cNvSpPr>
            <a:spLocks noChangeArrowheads="1"/>
          </p:cNvSpPr>
          <p:nvPr/>
        </p:nvSpPr>
        <p:spPr bwMode="auto">
          <a:xfrm>
            <a:off x="1114425" y="3209925"/>
            <a:ext cx="1885950" cy="1905000"/>
          </a:xfrm>
          <a:prstGeom prst="ellipse">
            <a:avLst/>
          </a:prstGeom>
          <a:noFill/>
          <a:ln w="15875" algn="ctr">
            <a:solidFill>
              <a:schemeClr val="tx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8" name="AutoShape 26"/>
          <p:cNvSpPr>
            <a:spLocks noChangeArrowheads="1"/>
          </p:cNvSpPr>
          <p:nvPr/>
        </p:nvSpPr>
        <p:spPr bwMode="auto">
          <a:xfrm>
            <a:off x="1162050" y="32464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19" name="AutoShape 27"/>
          <p:cNvSpPr>
            <a:spLocks noChangeArrowheads="1"/>
          </p:cNvSpPr>
          <p:nvPr/>
        </p:nvSpPr>
        <p:spPr bwMode="auto">
          <a:xfrm>
            <a:off x="3086100" y="32273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0" name="Line 28"/>
          <p:cNvSpPr>
            <a:spLocks noChangeShapeType="1"/>
          </p:cNvSpPr>
          <p:nvPr/>
        </p:nvSpPr>
        <p:spPr bwMode="auto">
          <a:xfrm flipH="1" flipV="1">
            <a:off x="6107113" y="2311400"/>
            <a:ext cx="0" cy="20701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8621" name="Line 29"/>
          <p:cNvSpPr>
            <a:spLocks noChangeShapeType="1"/>
          </p:cNvSpPr>
          <p:nvPr/>
        </p:nvSpPr>
        <p:spPr bwMode="auto">
          <a:xfrm>
            <a:off x="6076950" y="4398963"/>
            <a:ext cx="23479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8622" name="AutoShape 30"/>
          <p:cNvSpPr>
            <a:spLocks noChangeArrowheads="1"/>
          </p:cNvSpPr>
          <p:nvPr/>
        </p:nvSpPr>
        <p:spPr bwMode="auto">
          <a:xfrm>
            <a:off x="6375400" y="3762375"/>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3" name="AutoShape 31"/>
          <p:cNvSpPr>
            <a:spLocks noChangeArrowheads="1"/>
          </p:cNvSpPr>
          <p:nvPr/>
        </p:nvSpPr>
        <p:spPr bwMode="auto">
          <a:xfrm>
            <a:off x="5800725" y="4119563"/>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4" name="AutoShape 32"/>
          <p:cNvSpPr>
            <a:spLocks noChangeArrowheads="1"/>
          </p:cNvSpPr>
          <p:nvPr/>
        </p:nvSpPr>
        <p:spPr bwMode="auto">
          <a:xfrm>
            <a:off x="6181725" y="46751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5" name="AutoShape 33"/>
          <p:cNvSpPr>
            <a:spLocks noChangeArrowheads="1"/>
          </p:cNvSpPr>
          <p:nvPr/>
        </p:nvSpPr>
        <p:spPr bwMode="auto">
          <a:xfrm>
            <a:off x="7000875" y="46751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6" name="AutoShape 34"/>
          <p:cNvSpPr>
            <a:spLocks noChangeArrowheads="1"/>
          </p:cNvSpPr>
          <p:nvPr/>
        </p:nvSpPr>
        <p:spPr bwMode="auto">
          <a:xfrm>
            <a:off x="6067425" y="3808413"/>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7" name="AutoShape 35"/>
          <p:cNvSpPr>
            <a:spLocks noChangeArrowheads="1"/>
          </p:cNvSpPr>
          <p:nvPr/>
        </p:nvSpPr>
        <p:spPr bwMode="auto">
          <a:xfrm>
            <a:off x="6276975" y="408463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8" name="AutoShape 36"/>
          <p:cNvSpPr>
            <a:spLocks noChangeArrowheads="1"/>
          </p:cNvSpPr>
          <p:nvPr/>
        </p:nvSpPr>
        <p:spPr bwMode="auto">
          <a:xfrm>
            <a:off x="6505575" y="4713288"/>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29" name="AutoShape 37"/>
          <p:cNvSpPr>
            <a:spLocks noChangeArrowheads="1"/>
          </p:cNvSpPr>
          <p:nvPr/>
        </p:nvSpPr>
        <p:spPr bwMode="auto">
          <a:xfrm>
            <a:off x="6486525" y="4208463"/>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0" name="AutoShape 38"/>
          <p:cNvSpPr>
            <a:spLocks noChangeArrowheads="1"/>
          </p:cNvSpPr>
          <p:nvPr/>
        </p:nvSpPr>
        <p:spPr bwMode="auto">
          <a:xfrm>
            <a:off x="8093075" y="38433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1" name="AutoShape 39"/>
          <p:cNvSpPr>
            <a:spLocks noChangeArrowheads="1"/>
          </p:cNvSpPr>
          <p:nvPr/>
        </p:nvSpPr>
        <p:spPr bwMode="auto">
          <a:xfrm>
            <a:off x="7953375" y="50561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2" name="AutoShape 40"/>
          <p:cNvSpPr>
            <a:spLocks noChangeArrowheads="1"/>
          </p:cNvSpPr>
          <p:nvPr/>
        </p:nvSpPr>
        <p:spPr bwMode="auto">
          <a:xfrm>
            <a:off x="7477125" y="28082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3" name="AutoShape 41"/>
          <p:cNvSpPr>
            <a:spLocks noChangeArrowheads="1"/>
          </p:cNvSpPr>
          <p:nvPr/>
        </p:nvSpPr>
        <p:spPr bwMode="auto">
          <a:xfrm>
            <a:off x="7483475" y="40719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4" name="AutoShape 42"/>
          <p:cNvSpPr>
            <a:spLocks noChangeArrowheads="1"/>
          </p:cNvSpPr>
          <p:nvPr/>
        </p:nvSpPr>
        <p:spPr bwMode="auto">
          <a:xfrm>
            <a:off x="8181975" y="45799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5" name="AutoShape 43"/>
          <p:cNvSpPr>
            <a:spLocks noChangeArrowheads="1"/>
          </p:cNvSpPr>
          <p:nvPr/>
        </p:nvSpPr>
        <p:spPr bwMode="auto">
          <a:xfrm>
            <a:off x="7007225" y="35194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6" name="AutoShape 44"/>
          <p:cNvSpPr>
            <a:spLocks noChangeArrowheads="1"/>
          </p:cNvSpPr>
          <p:nvPr/>
        </p:nvSpPr>
        <p:spPr bwMode="auto">
          <a:xfrm>
            <a:off x="7610475" y="475138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7" name="AutoShape 45"/>
          <p:cNvSpPr>
            <a:spLocks noChangeArrowheads="1"/>
          </p:cNvSpPr>
          <p:nvPr/>
        </p:nvSpPr>
        <p:spPr bwMode="auto">
          <a:xfrm>
            <a:off x="7400925" y="30178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8" name="AutoShape 46"/>
          <p:cNvSpPr>
            <a:spLocks noChangeArrowheads="1"/>
          </p:cNvSpPr>
          <p:nvPr/>
        </p:nvSpPr>
        <p:spPr bwMode="auto">
          <a:xfrm>
            <a:off x="6010275" y="4524375"/>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39" name="AutoShape 47"/>
          <p:cNvSpPr>
            <a:spLocks noChangeArrowheads="1"/>
          </p:cNvSpPr>
          <p:nvPr/>
        </p:nvSpPr>
        <p:spPr bwMode="auto">
          <a:xfrm>
            <a:off x="5629275" y="4657725"/>
            <a:ext cx="88900" cy="88900"/>
          </a:xfrm>
          <a:prstGeom prst="octagon">
            <a:avLst>
              <a:gd name="adj" fmla="val 29287"/>
            </a:avLst>
          </a:prstGeom>
          <a:solidFill>
            <a:srgbClr val="FF0000"/>
          </a:solidFill>
          <a:ln w="9525" algn="ctr">
            <a:solidFill>
              <a:srgbClr val="FF0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40" name="AutoShape 48"/>
          <p:cNvSpPr>
            <a:spLocks noChangeArrowheads="1"/>
          </p:cNvSpPr>
          <p:nvPr/>
        </p:nvSpPr>
        <p:spPr bwMode="auto">
          <a:xfrm>
            <a:off x="7391400" y="3143250"/>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41" name="AutoShape 49"/>
          <p:cNvSpPr>
            <a:spLocks noChangeArrowheads="1"/>
          </p:cNvSpPr>
          <p:nvPr/>
        </p:nvSpPr>
        <p:spPr bwMode="auto">
          <a:xfrm>
            <a:off x="6943725" y="26749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42" name="AutoShape 50"/>
          <p:cNvSpPr>
            <a:spLocks noChangeArrowheads="1"/>
          </p:cNvSpPr>
          <p:nvPr/>
        </p:nvSpPr>
        <p:spPr bwMode="auto">
          <a:xfrm>
            <a:off x="8067675" y="3246438"/>
            <a:ext cx="88900" cy="88900"/>
          </a:xfrm>
          <a:prstGeom prst="octagon">
            <a:avLst>
              <a:gd name="adj" fmla="val 29287"/>
            </a:avLst>
          </a:prstGeom>
          <a:solidFill>
            <a:srgbClr val="0000FF"/>
          </a:solidFill>
          <a:ln w="9525" algn="ctr">
            <a:solidFill>
              <a:srgbClr val="0000FF"/>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43" name="Line 51"/>
          <p:cNvSpPr>
            <a:spLocks noChangeShapeType="1"/>
          </p:cNvSpPr>
          <p:nvPr/>
        </p:nvSpPr>
        <p:spPr bwMode="auto">
          <a:xfrm flipH="1">
            <a:off x="4859338" y="4400550"/>
            <a:ext cx="1238250" cy="9969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38644" name="Group 60"/>
          <p:cNvGrpSpPr>
            <a:grpSpLocks/>
          </p:cNvGrpSpPr>
          <p:nvPr/>
        </p:nvGrpSpPr>
        <p:grpSpPr bwMode="auto">
          <a:xfrm>
            <a:off x="4610100" y="3048000"/>
            <a:ext cx="2933700" cy="2590800"/>
            <a:chOff x="2904" y="1920"/>
            <a:chExt cx="1848" cy="1632"/>
          </a:xfrm>
        </p:grpSpPr>
        <p:sp>
          <p:nvSpPr>
            <p:cNvPr id="238650" name="Line 52"/>
            <p:cNvSpPr>
              <a:spLocks noChangeShapeType="1"/>
            </p:cNvSpPr>
            <p:nvPr/>
          </p:nvSpPr>
          <p:spPr bwMode="auto">
            <a:xfrm>
              <a:off x="3840" y="1920"/>
              <a:ext cx="912" cy="840"/>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8651" name="Line 53"/>
            <p:cNvSpPr>
              <a:spLocks noChangeShapeType="1"/>
            </p:cNvSpPr>
            <p:nvPr/>
          </p:nvSpPr>
          <p:spPr bwMode="auto">
            <a:xfrm flipV="1">
              <a:off x="3984" y="2784"/>
              <a:ext cx="768" cy="768"/>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8652" name="Line 54"/>
            <p:cNvSpPr>
              <a:spLocks noChangeShapeType="1"/>
            </p:cNvSpPr>
            <p:nvPr/>
          </p:nvSpPr>
          <p:spPr bwMode="auto">
            <a:xfrm flipV="1">
              <a:off x="2916" y="1944"/>
              <a:ext cx="924" cy="528"/>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38653" name="Line 55"/>
            <p:cNvSpPr>
              <a:spLocks noChangeShapeType="1"/>
            </p:cNvSpPr>
            <p:nvPr/>
          </p:nvSpPr>
          <p:spPr bwMode="auto">
            <a:xfrm>
              <a:off x="2904" y="2472"/>
              <a:ext cx="1080" cy="1068"/>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8645" name="AutoShape 56"/>
          <p:cNvSpPr>
            <a:spLocks noChangeArrowheads="1"/>
          </p:cNvSpPr>
          <p:nvPr/>
        </p:nvSpPr>
        <p:spPr bwMode="auto">
          <a:xfrm>
            <a:off x="3429000" y="3200400"/>
            <a:ext cx="1638300" cy="457200"/>
          </a:xfrm>
          <a:prstGeom prst="curvedDownArrow">
            <a:avLst>
              <a:gd name="adj1" fmla="val 71667"/>
              <a:gd name="adj2" fmla="val 143333"/>
              <a:gd name="adj3" fmla="val 33333"/>
            </a:avLst>
          </a:prstGeom>
          <a:solidFill>
            <a:srgbClr val="008000"/>
          </a:solidFill>
          <a:ln w="9525">
            <a:solidFill>
              <a:srgbClr val="008000"/>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38646" name="Text Box 57"/>
          <p:cNvSpPr txBox="1">
            <a:spLocks noChangeArrowheads="1"/>
          </p:cNvSpPr>
          <p:nvPr/>
        </p:nvSpPr>
        <p:spPr bwMode="auto">
          <a:xfrm>
            <a:off x="3429000" y="4648200"/>
            <a:ext cx="182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el-GR" altLang="zh-CN" sz="2000">
                <a:cs typeface="Times New Roman" panose="02020603050405020304" pitchFamily="18" charset="0"/>
              </a:rPr>
              <a:t>Φ</a:t>
            </a:r>
            <a:r>
              <a:rPr lang="en-US" altLang="zh-CN" sz="2000">
                <a:ea typeface="SimSun" panose="02010600030101010101" pitchFamily="2" charset="-122"/>
                <a:cs typeface="Times New Roman" panose="02020603050405020304" pitchFamily="18" charset="0"/>
              </a:rPr>
              <a:t>:  </a:t>
            </a:r>
            <a:r>
              <a:rPr lang="en-US" altLang="zh-CN" sz="2000" b="1">
                <a:ea typeface="SimSun" panose="02010600030101010101" pitchFamily="2" charset="-122"/>
                <a:cs typeface="Times New Roman" panose="02020603050405020304" pitchFamily="18" charset="0"/>
              </a:rPr>
              <a:t>x</a:t>
            </a:r>
            <a:r>
              <a:rPr lang="en-US" altLang="zh-CN" sz="2000" b="1" baseline="-25000">
                <a:ea typeface="SimSun" panose="02010600030101010101" pitchFamily="2" charset="-122"/>
                <a:cs typeface="Times New Roman" panose="02020603050405020304" pitchFamily="18" charset="0"/>
              </a:rPr>
              <a:t> </a:t>
            </a:r>
            <a:r>
              <a:rPr lang="en-US" altLang="zh-CN" sz="2000" b="1">
                <a:ea typeface="SimSun" panose="02010600030101010101" pitchFamily="2" charset="-122"/>
                <a:cs typeface="Times New Roman" panose="02020603050405020304" pitchFamily="18" charset="0"/>
              </a:rPr>
              <a:t>→</a:t>
            </a:r>
            <a:r>
              <a:rPr lang="en-US" altLang="zh-CN" sz="2000">
                <a:ea typeface="SimSun" panose="02010600030101010101" pitchFamily="2" charset="-122"/>
                <a:cs typeface="Times New Roman" panose="02020603050405020304" pitchFamily="18" charset="0"/>
              </a:rPr>
              <a:t> </a:t>
            </a:r>
            <a:r>
              <a:rPr lang="el-GR" altLang="zh-CN" sz="2000">
                <a:cs typeface="Times New Roman" panose="02020603050405020304" pitchFamily="18" charset="0"/>
              </a:rPr>
              <a:t>φ</a:t>
            </a:r>
            <a:r>
              <a:rPr lang="en-US" altLang="zh-CN" sz="2000">
                <a:ea typeface="SimSun" panose="02010600030101010101" pitchFamily="2" charset="-122"/>
              </a:rPr>
              <a:t>(</a:t>
            </a:r>
            <a:r>
              <a:rPr lang="en-US" altLang="zh-CN" sz="2000" b="1">
                <a:ea typeface="SimSun" panose="02010600030101010101" pitchFamily="2" charset="-122"/>
              </a:rPr>
              <a:t>x</a:t>
            </a:r>
            <a:r>
              <a:rPr lang="en-US" altLang="zh-CN" sz="2000">
                <a:ea typeface="SimSun" panose="02010600030101010101" pitchFamily="2" charset="-122"/>
              </a:rPr>
              <a:t>)</a:t>
            </a:r>
          </a:p>
        </p:txBody>
      </p:sp>
      <p:sp>
        <p:nvSpPr>
          <p:cNvPr id="238647" name="TextBox 58"/>
          <p:cNvSpPr txBox="1">
            <a:spLocks noChangeArrowheads="1"/>
          </p:cNvSpPr>
          <p:nvPr/>
        </p:nvSpPr>
        <p:spPr bwMode="auto">
          <a:xfrm>
            <a:off x="3429000" y="4191000"/>
            <a:ext cx="1752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000">
                <a:latin typeface="Arial" panose="020B0604020202020204" pitchFamily="34" charset="0"/>
                <a:ea typeface="SimSun" panose="02010600030101010101" pitchFamily="2" charset="-122"/>
              </a:rPr>
              <a:t>feature map</a:t>
            </a:r>
            <a:endParaRPr lang="zh-CN" altLang="en-US" sz="2000">
              <a:latin typeface="Arial" panose="020B0604020202020204" pitchFamily="34" charset="0"/>
              <a:ea typeface="SimSun" panose="02010600030101010101" pitchFamily="2" charset="-122"/>
            </a:endParaRPr>
          </a:p>
        </p:txBody>
      </p:sp>
      <p:sp>
        <p:nvSpPr>
          <p:cNvPr id="238649"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2FFC78C-BD0F-46EA-B3A8-5DCFCD74B543}" type="slidenum">
              <a:rPr lang="zh-CN" altLang="en-US" sz="1400" smtClean="0">
                <a:solidFill>
                  <a:schemeClr val="bg2"/>
                </a:solidFill>
                <a:latin typeface="Arial" panose="020B0604020202020204" pitchFamily="34" charset="0"/>
              </a:rPr>
              <a:pPr>
                <a:spcBef>
                  <a:spcPct val="50000"/>
                </a:spcBef>
                <a:buClrTx/>
                <a:buSzTx/>
                <a:buFontTx/>
                <a:buNone/>
              </a:pPr>
              <a:t>169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3119647-7DF6-FCF1-F23F-04F0E94173C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ChangeArrowheads="1"/>
          </p:cNvSpPr>
          <p:nvPr/>
        </p:nvSpPr>
        <p:spPr bwMode="auto">
          <a:xfrm>
            <a:off x="762000" y="457200"/>
            <a:ext cx="8153400" cy="838200"/>
          </a:xfrm>
          <a:prstGeom prst="rect">
            <a:avLst/>
          </a:prstGeom>
          <a:noFill/>
          <a:ln w="9525">
            <a:noFill/>
            <a:miter lim="800000"/>
            <a:headEnd/>
            <a:tailEnd/>
          </a:ln>
        </p:spPr>
        <p:txBody>
          <a:bodyPr anchor="ctr"/>
          <a:lstStyle/>
          <a:p>
            <a:pPr algn="ctr">
              <a:defRPr/>
            </a:pPr>
            <a:r>
              <a:rPr lang="en-US" altLang="zh-CN" sz="4200">
                <a:solidFill>
                  <a:schemeClr val="tx2"/>
                </a:solidFill>
                <a:latin typeface="+mj-ea"/>
                <a:ea typeface="+mj-ea"/>
              </a:rPr>
              <a:t>The Kernel Trick</a:t>
            </a:r>
          </a:p>
        </p:txBody>
      </p:sp>
      <p:sp>
        <p:nvSpPr>
          <p:cNvPr id="239619" name="Rectangle 4"/>
          <p:cNvSpPr>
            <a:spLocks noChangeArrowheads="1"/>
          </p:cNvSpPr>
          <p:nvPr/>
        </p:nvSpPr>
        <p:spPr bwMode="auto">
          <a:xfrm>
            <a:off x="1219200" y="1646238"/>
            <a:ext cx="73914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With this mapping, the discriminant function is now:</a:t>
            </a:r>
          </a:p>
        </p:txBody>
      </p:sp>
      <p:graphicFrame>
        <p:nvGraphicFramePr>
          <p:cNvPr id="239620" name="Object 2"/>
          <p:cNvGraphicFramePr>
            <a:graphicFrameLocks noChangeAspect="1"/>
          </p:cNvGraphicFramePr>
          <p:nvPr/>
        </p:nvGraphicFramePr>
        <p:xfrm>
          <a:off x="1905000" y="2286000"/>
          <a:ext cx="5270500" cy="722313"/>
        </p:xfrm>
        <a:graphic>
          <a:graphicData uri="http://schemas.openxmlformats.org/presentationml/2006/ole">
            <mc:AlternateContent xmlns:mc="http://schemas.openxmlformats.org/markup-compatibility/2006">
              <mc:Choice xmlns:v="urn:schemas-microsoft-com:vml" Requires="v">
                <p:oleObj name="Equation" r:id="rId2" imgW="2501900" imgH="342900" progId="Equation.DSMT4">
                  <p:embed/>
                </p:oleObj>
              </mc:Choice>
              <mc:Fallback>
                <p:oleObj name="Equation" r:id="rId2" imgW="2501900" imgH="342900" progId="Equation.DSMT4">
                  <p:embed/>
                  <p:pic>
                    <p:nvPicPr>
                      <p:cNvPr id="23962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86000"/>
                        <a:ext cx="5270500"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6" name="Rectangle 6"/>
          <p:cNvSpPr>
            <a:spLocks noChangeArrowheads="1"/>
          </p:cNvSpPr>
          <p:nvPr/>
        </p:nvSpPr>
        <p:spPr bwMode="auto">
          <a:xfrm>
            <a:off x="990600" y="2971800"/>
            <a:ext cx="7620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No need to know this mapping explicitly, because we only use the </a:t>
            </a:r>
            <a:r>
              <a:rPr lang="en-US" altLang="zh-CN" sz="2200">
                <a:solidFill>
                  <a:srgbClr val="FF9900"/>
                </a:solidFill>
                <a:latin typeface="Arial" panose="020B0604020202020204" pitchFamily="34" charset="0"/>
                <a:ea typeface="SimSun" panose="02010600030101010101" pitchFamily="2" charset="-122"/>
              </a:rPr>
              <a:t>dot product</a:t>
            </a:r>
            <a:r>
              <a:rPr lang="en-US" altLang="zh-CN" sz="2200">
                <a:latin typeface="Arial" panose="020B0604020202020204" pitchFamily="34" charset="0"/>
                <a:ea typeface="SimSun" panose="02010600030101010101" pitchFamily="2" charset="-122"/>
              </a:rPr>
              <a:t> of feature vectors in both the training and test.</a:t>
            </a:r>
          </a:p>
        </p:txBody>
      </p:sp>
      <p:sp>
        <p:nvSpPr>
          <p:cNvPr id="56327" name="Rectangle 7"/>
          <p:cNvSpPr>
            <a:spLocks noChangeArrowheads="1"/>
          </p:cNvSpPr>
          <p:nvPr/>
        </p:nvSpPr>
        <p:spPr bwMode="auto">
          <a:xfrm>
            <a:off x="5257800" y="2286000"/>
            <a:ext cx="1447800" cy="533400"/>
          </a:xfrm>
          <a:prstGeom prst="rect">
            <a:avLst/>
          </a:prstGeom>
          <a:noFill/>
          <a:ln w="254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56328" name="Rectangle 8"/>
          <p:cNvSpPr>
            <a:spLocks noChangeArrowheads="1"/>
          </p:cNvSpPr>
          <p:nvPr/>
        </p:nvSpPr>
        <p:spPr bwMode="auto">
          <a:xfrm>
            <a:off x="1066800" y="419100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A </a:t>
            </a:r>
            <a:r>
              <a:rPr lang="en-US" altLang="zh-CN" sz="2200" i="1">
                <a:solidFill>
                  <a:srgbClr val="FF9900"/>
                </a:solidFill>
                <a:latin typeface="Arial" panose="020B0604020202020204" pitchFamily="34" charset="0"/>
                <a:ea typeface="SimSun" panose="02010600030101010101" pitchFamily="2" charset="-122"/>
              </a:rPr>
              <a:t>kernel function</a:t>
            </a:r>
            <a:r>
              <a:rPr lang="en-US" altLang="zh-CN" sz="2200">
                <a:latin typeface="Arial" panose="020B0604020202020204" pitchFamily="34" charset="0"/>
                <a:ea typeface="SimSun" panose="02010600030101010101" pitchFamily="2" charset="-122"/>
              </a:rPr>
              <a:t> is defined as a function that corresponds to a dot product of two feature vectors in some expanded feature space:</a:t>
            </a:r>
          </a:p>
        </p:txBody>
      </p:sp>
      <p:graphicFrame>
        <p:nvGraphicFramePr>
          <p:cNvPr id="56329" name="Object 3"/>
          <p:cNvGraphicFramePr>
            <a:graphicFrameLocks noChangeAspect="1"/>
          </p:cNvGraphicFramePr>
          <p:nvPr/>
        </p:nvGraphicFramePr>
        <p:xfrm>
          <a:off x="3124200" y="5715000"/>
          <a:ext cx="3103563" cy="534988"/>
        </p:xfrm>
        <a:graphic>
          <a:graphicData uri="http://schemas.openxmlformats.org/presentationml/2006/ole">
            <mc:AlternateContent xmlns:mc="http://schemas.openxmlformats.org/markup-compatibility/2006">
              <mc:Choice xmlns:v="urn:schemas-microsoft-com:vml" Requires="v">
                <p:oleObj name="Equation" r:id="rId4" imgW="1473200" imgH="254000" progId="Equation.DSMT4">
                  <p:embed/>
                </p:oleObj>
              </mc:Choice>
              <mc:Fallback>
                <p:oleObj name="Equation" r:id="rId4" imgW="1473200" imgH="254000" progId="Equation.DSMT4">
                  <p:embed/>
                  <p:pic>
                    <p:nvPicPr>
                      <p:cNvPr id="5632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5715000"/>
                        <a:ext cx="3103563"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9626"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C3673C3-E132-4CCE-AFFC-2D4F9DAFADE8}" type="slidenum">
              <a:rPr lang="zh-CN" altLang="en-US" sz="1400" smtClean="0">
                <a:solidFill>
                  <a:schemeClr val="bg2"/>
                </a:solidFill>
                <a:latin typeface="Arial" panose="020B0604020202020204" pitchFamily="34" charset="0"/>
              </a:rPr>
              <a:pPr>
                <a:spcBef>
                  <a:spcPct val="50000"/>
                </a:spcBef>
                <a:buClrTx/>
                <a:buSzTx/>
                <a:buFontTx/>
                <a:buNone/>
              </a:pPr>
              <a:t>170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7191179-B11D-93F0-5EDC-03CD04FD653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32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63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6" grpId="0"/>
      <p:bldP spid="56327" grpId="0" animBg="1"/>
      <p:bldP spid="56328"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ChangeArrowheads="1"/>
          </p:cNvSpPr>
          <p:nvPr/>
        </p:nvSpPr>
        <p:spPr bwMode="auto">
          <a:xfrm>
            <a:off x="1295400" y="457200"/>
            <a:ext cx="7086600" cy="762000"/>
          </a:xfrm>
          <a:prstGeom prst="rect">
            <a:avLst/>
          </a:prstGeom>
          <a:noFill/>
          <a:ln w="9525">
            <a:noFill/>
            <a:miter lim="800000"/>
            <a:headEnd/>
            <a:tailEnd/>
          </a:ln>
        </p:spPr>
        <p:txBody>
          <a:bodyPr anchor="ctr"/>
          <a:lstStyle/>
          <a:p>
            <a:pPr marL="342900" indent="-342900" algn="ctr">
              <a:spcBef>
                <a:spcPct val="20000"/>
              </a:spcBef>
              <a:buClr>
                <a:schemeClr val="accent1"/>
              </a:buClr>
              <a:buSzPct val="65000"/>
              <a:defRPr/>
            </a:pPr>
            <a:r>
              <a:rPr lang="en-US" altLang="zh-CN" sz="4400">
                <a:latin typeface="+mj-ea"/>
                <a:ea typeface="+mj-ea"/>
              </a:rPr>
              <a:t>An Example</a:t>
            </a:r>
          </a:p>
        </p:txBody>
      </p:sp>
      <p:sp>
        <p:nvSpPr>
          <p:cNvPr id="98307" name="Rectangle 3"/>
          <p:cNvSpPr>
            <a:spLocks noChangeArrowheads="1"/>
          </p:cNvSpPr>
          <p:nvPr/>
        </p:nvSpPr>
        <p:spPr bwMode="auto">
          <a:xfrm>
            <a:off x="990600" y="1752600"/>
            <a:ext cx="80772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 typeface="Wingdings" panose="05000000000000000000" pitchFamily="2" charset="2"/>
              <a:buNone/>
            </a:pPr>
            <a:r>
              <a:rPr lang="en-US" altLang="zh-CN" sz="2000" b="1">
                <a:ea typeface="SimSun" panose="02010600030101010101" pitchFamily="2" charset="-122"/>
              </a:rPr>
              <a:t>	</a:t>
            </a:r>
            <a:r>
              <a:rPr lang="en-US" altLang="zh-CN" sz="2000">
                <a:latin typeface="Arial" panose="020B0604020202020204" pitchFamily="34" charset="0"/>
                <a:ea typeface="SimSun" panose="02010600030101010101" pitchFamily="2" charset="-122"/>
              </a:rPr>
              <a:t>2-dimensional vectors</a:t>
            </a:r>
            <a:r>
              <a:rPr lang="en-US" altLang="zh-CN" sz="2000" b="1">
                <a:ea typeface="SimSun" panose="02010600030101010101" pitchFamily="2" charset="-122"/>
              </a:rPr>
              <a:t> x=[</a:t>
            </a:r>
            <a:r>
              <a:rPr lang="en-US" altLang="zh-CN" sz="2000" b="1" i="1">
                <a:ea typeface="SimSun" panose="02010600030101010101" pitchFamily="2" charset="-122"/>
              </a:rPr>
              <a:t>x</a:t>
            </a:r>
            <a:r>
              <a:rPr lang="en-US" altLang="zh-CN" sz="2000" b="1" i="1" baseline="-25000">
                <a:ea typeface="SimSun" panose="02010600030101010101" pitchFamily="2" charset="-122"/>
              </a:rPr>
              <a:t>1   </a:t>
            </a:r>
            <a:r>
              <a:rPr lang="en-US" altLang="zh-CN" sz="2000" b="1" i="1">
                <a:ea typeface="SimSun" panose="02010600030101010101" pitchFamily="2" charset="-122"/>
              </a:rPr>
              <a:t>x</a:t>
            </a:r>
            <a:r>
              <a:rPr lang="en-US" altLang="zh-CN" sz="2000" b="1" i="1" baseline="-25000">
                <a:ea typeface="SimSun" panose="02010600030101010101" pitchFamily="2" charset="-122"/>
              </a:rPr>
              <a:t>2</a:t>
            </a:r>
            <a:r>
              <a:rPr lang="en-US" altLang="zh-CN" sz="2000" b="1">
                <a:ea typeface="SimSun" panose="02010600030101010101" pitchFamily="2" charset="-122"/>
              </a:rPr>
              <a:t>];  </a:t>
            </a:r>
          </a:p>
          <a:p>
            <a:pPr>
              <a:buSzPct val="65000"/>
              <a:buFont typeface="Wingdings" panose="05000000000000000000" pitchFamily="2" charset="2"/>
              <a:buNone/>
            </a:pPr>
            <a:endParaRPr lang="en-US" altLang="zh-CN" sz="2000" b="1">
              <a:ea typeface="SimSun" panose="02010600030101010101" pitchFamily="2" charset="-122"/>
            </a:endParaRPr>
          </a:p>
          <a:p>
            <a:pPr>
              <a:buSzPct val="65000"/>
              <a:buFont typeface="Wingdings" panose="05000000000000000000" pitchFamily="2" charset="2"/>
              <a:buNone/>
            </a:pPr>
            <a:r>
              <a:rPr lang="en-US" altLang="zh-CN" sz="2000">
                <a:latin typeface="Arial" panose="020B0604020202020204" pitchFamily="34" charset="0"/>
                <a:ea typeface="SimSun" panose="02010600030101010101" pitchFamily="2" charset="-122"/>
              </a:rPr>
              <a:t>     let</a:t>
            </a:r>
            <a:r>
              <a:rPr lang="en-US" altLang="zh-CN" sz="2000" b="1">
                <a:ea typeface="SimSun" panose="02010600030101010101" pitchFamily="2" charset="-122"/>
              </a:rPr>
              <a:t> </a:t>
            </a:r>
            <a:r>
              <a:rPr lang="en-US" altLang="zh-CN" sz="2000" b="1" i="1">
                <a:ea typeface="SimSun" panose="02010600030101010101" pitchFamily="2" charset="-122"/>
              </a:rPr>
              <a:t>K</a:t>
            </a:r>
            <a:r>
              <a:rPr lang="en-US" altLang="zh-CN" sz="2000" b="1">
                <a:ea typeface="SimSun" panose="02010600030101010101" pitchFamily="2" charset="-122"/>
              </a:rPr>
              <a:t>(x</a:t>
            </a:r>
            <a:r>
              <a:rPr lang="en-US" altLang="zh-CN" sz="2000" b="1" baseline="-25000">
                <a:ea typeface="SimSun" panose="02010600030101010101" pitchFamily="2" charset="-122"/>
              </a:rPr>
              <a:t>i</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)=(1 + x</a:t>
            </a:r>
            <a:r>
              <a:rPr lang="en-US" altLang="zh-CN" sz="2000" b="1" baseline="-25000">
                <a:ea typeface="SimSun" panose="02010600030101010101" pitchFamily="2" charset="-122"/>
              </a:rPr>
              <a:t>i</a:t>
            </a:r>
            <a:r>
              <a:rPr lang="en-US" altLang="zh-CN" sz="2000" b="1" baseline="30000">
                <a:ea typeface="SimSun" panose="02010600030101010101" pitchFamily="2" charset="-122"/>
              </a:rPr>
              <a:t>T</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a:t>
            </a:r>
            <a:r>
              <a:rPr lang="en-US" altLang="zh-CN" sz="2000" b="1" baseline="30000">
                <a:ea typeface="SimSun" panose="02010600030101010101" pitchFamily="2" charset="-122"/>
              </a:rPr>
              <a:t>2</a:t>
            </a:r>
            <a:r>
              <a:rPr lang="en-US" altLang="zh-CN" sz="2000" b="1" baseline="-25000">
                <a:ea typeface="SimSun" panose="02010600030101010101" pitchFamily="2" charset="-122"/>
              </a:rPr>
              <a:t>,</a:t>
            </a:r>
            <a:endParaRPr lang="en-US" altLang="zh-CN" sz="2000" b="1">
              <a:ea typeface="SimSun" panose="02010600030101010101" pitchFamily="2" charset="-122"/>
            </a:endParaRPr>
          </a:p>
          <a:p>
            <a:pPr>
              <a:buSzPct val="65000"/>
              <a:buFont typeface="Wingdings" panose="05000000000000000000" pitchFamily="2" charset="2"/>
              <a:buNone/>
            </a:pPr>
            <a:r>
              <a:rPr lang="en-US" altLang="zh-CN" sz="2000" b="1">
                <a:ea typeface="SimSun" panose="02010600030101010101" pitchFamily="2" charset="-122"/>
              </a:rPr>
              <a:t>	</a:t>
            </a:r>
          </a:p>
          <a:p>
            <a:pPr>
              <a:buSzPct val="65000"/>
              <a:buFont typeface="Wingdings" panose="05000000000000000000" pitchFamily="2" charset="2"/>
              <a:buNone/>
            </a:pPr>
            <a:r>
              <a:rPr lang="en-US" altLang="zh-CN" sz="2000" b="1">
                <a:ea typeface="SimSun" panose="02010600030101010101" pitchFamily="2" charset="-122"/>
              </a:rPr>
              <a:t>     </a:t>
            </a:r>
            <a:r>
              <a:rPr lang="en-US" altLang="zh-CN" sz="2000">
                <a:latin typeface="Arial" panose="020B0604020202020204" pitchFamily="34" charset="0"/>
                <a:ea typeface="SimSun" panose="02010600030101010101" pitchFamily="2" charset="-122"/>
              </a:rPr>
              <a:t>Need to show that</a:t>
            </a:r>
            <a:r>
              <a:rPr lang="en-US" altLang="zh-CN" sz="2000" b="1">
                <a:ea typeface="SimSun" panose="02010600030101010101" pitchFamily="2" charset="-122"/>
              </a:rPr>
              <a:t> </a:t>
            </a:r>
            <a:r>
              <a:rPr lang="en-US" altLang="zh-CN" sz="2000" b="1" i="1">
                <a:ea typeface="SimSun" panose="02010600030101010101" pitchFamily="2" charset="-122"/>
              </a:rPr>
              <a:t>K</a:t>
            </a:r>
            <a:r>
              <a:rPr lang="en-US" altLang="zh-CN" sz="2000" b="1">
                <a:ea typeface="SimSun" panose="02010600030101010101" pitchFamily="2" charset="-122"/>
              </a:rPr>
              <a:t>(x</a:t>
            </a:r>
            <a:r>
              <a:rPr lang="en-US" altLang="zh-CN" sz="2000" b="1" baseline="-25000">
                <a:ea typeface="SimSun" panose="02010600030101010101" pitchFamily="2" charset="-122"/>
              </a:rPr>
              <a:t>i</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 = </a:t>
            </a:r>
            <a:r>
              <a:rPr lang="el-GR" altLang="zh-CN" sz="2000" b="1">
                <a:cs typeface="Times New Roman" panose="02020603050405020304" pitchFamily="18" charset="0"/>
              </a:rPr>
              <a:t>φ</a:t>
            </a:r>
            <a:r>
              <a:rPr lang="en-US" altLang="zh-CN" sz="2000" b="1">
                <a:ea typeface="SimSun" panose="02010600030101010101" pitchFamily="2" charset="-122"/>
              </a:rPr>
              <a:t>(x</a:t>
            </a:r>
            <a:r>
              <a:rPr lang="en-US" altLang="zh-CN" sz="2000" b="1" baseline="-25000">
                <a:ea typeface="SimSun" panose="02010600030101010101" pitchFamily="2" charset="-122"/>
              </a:rPr>
              <a:t>i</a:t>
            </a:r>
            <a:r>
              <a:rPr lang="en-US" altLang="zh-CN" sz="2000" b="1">
                <a:ea typeface="SimSun" panose="02010600030101010101" pitchFamily="2" charset="-122"/>
              </a:rPr>
              <a:t>)</a:t>
            </a:r>
            <a:r>
              <a:rPr lang="en-US" altLang="zh-CN" sz="2000" b="1" baseline="-25000">
                <a:ea typeface="SimSun" panose="02010600030101010101" pitchFamily="2" charset="-122"/>
              </a:rPr>
              <a:t> </a:t>
            </a:r>
            <a:r>
              <a:rPr lang="en-US" altLang="zh-CN" sz="2000" b="1" baseline="30000">
                <a:ea typeface="SimSun" panose="02010600030101010101" pitchFamily="2" charset="-122"/>
              </a:rPr>
              <a:t>T</a:t>
            </a:r>
            <a:r>
              <a:rPr lang="el-GR" altLang="zh-CN" sz="2000" b="1">
                <a:cs typeface="Times New Roman" panose="02020603050405020304" pitchFamily="18" charset="0"/>
              </a:rPr>
              <a:t>φ</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a:t>
            </a:r>
          </a:p>
          <a:p>
            <a:pPr>
              <a:buSzPct val="65000"/>
              <a:buFont typeface="Wingdings" panose="05000000000000000000" pitchFamily="2" charset="2"/>
              <a:buNone/>
            </a:pPr>
            <a:r>
              <a:rPr lang="en-US" altLang="zh-CN" sz="2000" b="1">
                <a:ea typeface="SimSun" panose="02010600030101010101" pitchFamily="2" charset="-122"/>
              </a:rPr>
              <a:t>	 </a:t>
            </a:r>
          </a:p>
          <a:p>
            <a:pPr>
              <a:buSzPct val="65000"/>
              <a:buFont typeface="Wingdings" panose="05000000000000000000" pitchFamily="2" charset="2"/>
              <a:buNone/>
            </a:pPr>
            <a:r>
              <a:rPr lang="en-US" altLang="zh-CN" sz="2000" b="1">
                <a:ea typeface="SimSun" panose="02010600030101010101" pitchFamily="2" charset="-122"/>
              </a:rPr>
              <a:t>     </a:t>
            </a:r>
            <a:r>
              <a:rPr lang="en-US" altLang="zh-CN" sz="2000" b="1" i="1">
                <a:ea typeface="SimSun" panose="02010600030101010101" pitchFamily="2" charset="-122"/>
              </a:rPr>
              <a:t>K</a:t>
            </a:r>
            <a:r>
              <a:rPr lang="en-US" altLang="zh-CN" sz="2000" b="1">
                <a:ea typeface="SimSun" panose="02010600030101010101" pitchFamily="2" charset="-122"/>
              </a:rPr>
              <a:t>(x</a:t>
            </a:r>
            <a:r>
              <a:rPr lang="en-US" altLang="zh-CN" sz="2000" b="1" baseline="-25000">
                <a:ea typeface="SimSun" panose="02010600030101010101" pitchFamily="2" charset="-122"/>
              </a:rPr>
              <a:t>i</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)=(1 + x</a:t>
            </a:r>
            <a:r>
              <a:rPr lang="en-US" altLang="zh-CN" sz="2000" b="1" baseline="-25000">
                <a:ea typeface="SimSun" panose="02010600030101010101" pitchFamily="2" charset="-122"/>
              </a:rPr>
              <a:t>i</a:t>
            </a:r>
            <a:r>
              <a:rPr lang="en-US" altLang="zh-CN" sz="2000" b="1" baseline="30000">
                <a:ea typeface="SimSun" panose="02010600030101010101" pitchFamily="2" charset="-122"/>
              </a:rPr>
              <a:t>T</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a:t>
            </a:r>
            <a:r>
              <a:rPr lang="en-US" altLang="zh-CN" sz="2000" b="1" baseline="30000">
                <a:ea typeface="SimSun" panose="02010600030101010101" pitchFamily="2" charset="-122"/>
              </a:rPr>
              <a:t>2</a:t>
            </a:r>
            <a:r>
              <a:rPr lang="en-US" altLang="zh-CN" sz="2000" b="1" baseline="-25000">
                <a:ea typeface="SimSun" panose="02010600030101010101" pitchFamily="2" charset="-122"/>
              </a:rPr>
              <a:t>,</a:t>
            </a:r>
          </a:p>
          <a:p>
            <a:pPr>
              <a:buSzPct val="65000"/>
              <a:buFont typeface="Wingdings" panose="05000000000000000000" pitchFamily="2" charset="2"/>
              <a:buNone/>
            </a:pPr>
            <a:r>
              <a:rPr lang="en-US" altLang="zh-CN" sz="2000" b="1" baseline="-25000">
                <a:ea typeface="SimSun" panose="02010600030101010101" pitchFamily="2" charset="-122"/>
              </a:rPr>
              <a:t>        </a:t>
            </a:r>
            <a:r>
              <a:rPr lang="en-US" altLang="zh-CN" sz="2000" b="1">
                <a:ea typeface="SimSun" panose="02010600030101010101" pitchFamily="2" charset="-122"/>
              </a:rPr>
              <a:t>= 1+ </a:t>
            </a:r>
            <a:r>
              <a:rPr lang="en-US" altLang="zh-CN" sz="2000" b="1" i="1">
                <a:ea typeface="SimSun" panose="02010600030101010101" pitchFamily="2" charset="-122"/>
              </a:rPr>
              <a:t>x</a:t>
            </a:r>
            <a:r>
              <a:rPr lang="en-US" altLang="zh-CN" sz="2000" b="1" i="1" baseline="-25000">
                <a:ea typeface="SimSun" panose="02010600030101010101" pitchFamily="2" charset="-122"/>
              </a:rPr>
              <a:t>i1</a:t>
            </a:r>
            <a:r>
              <a:rPr lang="en-US" altLang="zh-CN" sz="2000" b="1" i="1" baseline="30000">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j1</a:t>
            </a:r>
            <a:r>
              <a:rPr lang="en-US" altLang="zh-CN" sz="2000" b="1" i="1" baseline="30000">
                <a:ea typeface="SimSun" panose="02010600030101010101" pitchFamily="2" charset="-122"/>
              </a:rPr>
              <a:t>2 </a:t>
            </a:r>
            <a:r>
              <a:rPr lang="en-US" altLang="zh-CN" sz="2000" b="1" i="1">
                <a:ea typeface="SimSun" panose="02010600030101010101" pitchFamily="2" charset="-122"/>
              </a:rPr>
              <a:t>+ </a:t>
            </a:r>
            <a:r>
              <a:rPr lang="en-US" altLang="zh-CN" sz="2000" b="1">
                <a:ea typeface="SimSun" panose="02010600030101010101" pitchFamily="2" charset="-122"/>
              </a:rPr>
              <a:t>2 </a:t>
            </a:r>
            <a:r>
              <a:rPr lang="en-US" altLang="zh-CN" sz="2000" b="1" i="1">
                <a:ea typeface="SimSun" panose="02010600030101010101" pitchFamily="2" charset="-122"/>
              </a:rPr>
              <a:t>x</a:t>
            </a:r>
            <a:r>
              <a:rPr lang="en-US" altLang="zh-CN" sz="2000" b="1" i="1" baseline="-25000">
                <a:ea typeface="SimSun" panose="02010600030101010101" pitchFamily="2" charset="-122"/>
              </a:rPr>
              <a:t>i1</a:t>
            </a:r>
            <a:r>
              <a:rPr lang="en-US" altLang="zh-CN" sz="2000" b="1" i="1">
                <a:ea typeface="SimSun" panose="02010600030101010101" pitchFamily="2" charset="-122"/>
              </a:rPr>
              <a:t>x</a:t>
            </a:r>
            <a:r>
              <a:rPr lang="en-US" altLang="zh-CN" sz="2000" b="1" i="1" baseline="-25000">
                <a:ea typeface="SimSun" panose="02010600030101010101" pitchFamily="2" charset="-122"/>
              </a:rPr>
              <a:t>j1</a:t>
            </a:r>
            <a:r>
              <a:rPr lang="en-US" altLang="zh-CN" sz="2000" b="1" i="1" baseline="30000">
                <a:ea typeface="SimSun" panose="02010600030101010101" pitchFamily="2" charset="-122"/>
              </a:rPr>
              <a:t> </a:t>
            </a:r>
            <a:r>
              <a:rPr lang="en-US" altLang="zh-CN" sz="2000" b="1" i="1">
                <a:ea typeface="SimSun" panose="02010600030101010101" pitchFamily="2" charset="-122"/>
              </a:rPr>
              <a:t>x</a:t>
            </a:r>
            <a:r>
              <a:rPr lang="en-US" altLang="zh-CN" sz="2000" b="1" i="1" baseline="-25000">
                <a:ea typeface="SimSun" panose="02010600030101010101" pitchFamily="2" charset="-122"/>
              </a:rPr>
              <a:t>i2</a:t>
            </a:r>
            <a:r>
              <a:rPr lang="en-US" altLang="zh-CN" sz="2000" b="1" i="1">
                <a:ea typeface="SimSun" panose="02010600030101010101" pitchFamily="2" charset="-122"/>
              </a:rPr>
              <a:t>x</a:t>
            </a:r>
            <a:r>
              <a:rPr lang="en-US" altLang="zh-CN" sz="2000" b="1" i="1" baseline="-25000">
                <a:ea typeface="SimSun" panose="02010600030101010101" pitchFamily="2" charset="-122"/>
              </a:rPr>
              <a:t>j2</a:t>
            </a:r>
            <a:r>
              <a:rPr lang="en-US" altLang="zh-CN" sz="2000" b="1" i="1">
                <a:ea typeface="SimSun" panose="02010600030101010101" pitchFamily="2" charset="-122"/>
              </a:rPr>
              <a:t>+ x</a:t>
            </a:r>
            <a:r>
              <a:rPr lang="en-US" altLang="zh-CN" sz="2000" b="1" i="1" baseline="-25000">
                <a:ea typeface="SimSun" panose="02010600030101010101" pitchFamily="2" charset="-122"/>
              </a:rPr>
              <a:t>i2</a:t>
            </a:r>
            <a:r>
              <a:rPr lang="en-US" altLang="zh-CN" sz="2000" b="1" i="1" baseline="30000">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j2</a:t>
            </a:r>
            <a:r>
              <a:rPr lang="en-US" altLang="zh-CN" sz="2000" b="1" i="1" baseline="30000">
                <a:ea typeface="SimSun" panose="02010600030101010101" pitchFamily="2" charset="-122"/>
              </a:rPr>
              <a:t>2 </a:t>
            </a:r>
            <a:r>
              <a:rPr lang="en-US" altLang="zh-CN" sz="2000" b="1">
                <a:ea typeface="SimSun" panose="02010600030101010101" pitchFamily="2" charset="-122"/>
              </a:rPr>
              <a:t>+ 2</a:t>
            </a:r>
            <a:r>
              <a:rPr lang="en-US" altLang="zh-CN" sz="2000" b="1" i="1">
                <a:ea typeface="SimSun" panose="02010600030101010101" pitchFamily="2" charset="-122"/>
              </a:rPr>
              <a:t>x</a:t>
            </a:r>
            <a:r>
              <a:rPr lang="en-US" altLang="zh-CN" sz="2000" b="1" i="1" baseline="-25000">
                <a:ea typeface="SimSun" panose="02010600030101010101" pitchFamily="2" charset="-122"/>
              </a:rPr>
              <a:t>i1</a:t>
            </a:r>
            <a:r>
              <a:rPr lang="en-US" altLang="zh-CN" sz="2000" b="1" i="1">
                <a:ea typeface="SimSun" panose="02010600030101010101" pitchFamily="2" charset="-122"/>
              </a:rPr>
              <a:t>x</a:t>
            </a:r>
            <a:r>
              <a:rPr lang="en-US" altLang="zh-CN" sz="2000" b="1" i="1" baseline="-25000">
                <a:ea typeface="SimSun" panose="02010600030101010101" pitchFamily="2" charset="-122"/>
              </a:rPr>
              <a:t>j1 </a:t>
            </a:r>
            <a:r>
              <a:rPr lang="en-US" altLang="zh-CN" sz="2000" b="1" i="1">
                <a:ea typeface="SimSun" panose="02010600030101010101" pitchFamily="2" charset="-122"/>
              </a:rPr>
              <a:t>+ </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i2</a:t>
            </a:r>
            <a:r>
              <a:rPr lang="en-US" altLang="zh-CN" sz="2000" b="1" i="1">
                <a:ea typeface="SimSun" panose="02010600030101010101" pitchFamily="2" charset="-122"/>
              </a:rPr>
              <a:t>x</a:t>
            </a:r>
            <a:r>
              <a:rPr lang="en-US" altLang="zh-CN" sz="2000" b="1" i="1" baseline="-25000">
                <a:ea typeface="SimSun" panose="02010600030101010101" pitchFamily="2" charset="-122"/>
              </a:rPr>
              <a:t>j2</a:t>
            </a:r>
            <a:endParaRPr lang="en-US" altLang="zh-CN" sz="2000" b="1" i="1">
              <a:ea typeface="SimSun" panose="02010600030101010101" pitchFamily="2" charset="-122"/>
            </a:endParaRPr>
          </a:p>
          <a:p>
            <a:pPr>
              <a:buSzPct val="65000"/>
              <a:buFont typeface="Wingdings" panose="05000000000000000000" pitchFamily="2" charset="2"/>
              <a:buNone/>
            </a:pPr>
            <a:r>
              <a:rPr lang="en-US" altLang="zh-CN" sz="2000" b="1" i="1">
                <a:ea typeface="SimSun" panose="02010600030101010101" pitchFamily="2" charset="-122"/>
              </a:rPr>
              <a:t>	= </a:t>
            </a:r>
            <a:r>
              <a:rPr lang="en-US" altLang="zh-CN" sz="2000" b="1">
                <a:ea typeface="SimSun" panose="02010600030101010101" pitchFamily="2" charset="-122"/>
              </a:rPr>
              <a:t>[1  </a:t>
            </a:r>
            <a:r>
              <a:rPr lang="en-US" altLang="zh-CN" sz="2000" b="1" i="1">
                <a:ea typeface="SimSun" panose="02010600030101010101" pitchFamily="2" charset="-122"/>
              </a:rPr>
              <a:t>x</a:t>
            </a:r>
            <a:r>
              <a:rPr lang="en-US" altLang="zh-CN" sz="2000" b="1" i="1" baseline="-25000">
                <a:ea typeface="SimSun" panose="02010600030101010101" pitchFamily="2" charset="-122"/>
              </a:rPr>
              <a:t>i1</a:t>
            </a:r>
            <a:r>
              <a:rPr lang="en-US" altLang="zh-CN" sz="2000" b="1" i="1" baseline="30000">
                <a:ea typeface="SimSun" panose="02010600030101010101" pitchFamily="2" charset="-122"/>
              </a:rPr>
              <a:t>2  </a:t>
            </a:r>
            <a:r>
              <a:rPr lang="en-US" altLang="zh-CN" sz="2000" b="1" i="1">
                <a:ea typeface="SimSun" panose="02010600030101010101" pitchFamily="2" charset="-122"/>
                <a:cs typeface="Times New Roman" panose="02020603050405020304" pitchFamily="18" charset="0"/>
              </a:rPr>
              <a:t>√</a:t>
            </a:r>
            <a:r>
              <a:rPr lang="en-US" altLang="zh-CN" sz="2000" b="1">
                <a:ea typeface="SimSun" panose="02010600030101010101" pitchFamily="2" charset="-122"/>
              </a:rPr>
              <a:t>2 </a:t>
            </a:r>
            <a:r>
              <a:rPr lang="en-US" altLang="zh-CN" sz="2000" b="1" i="1">
                <a:ea typeface="SimSun" panose="02010600030101010101" pitchFamily="2" charset="-122"/>
              </a:rPr>
              <a:t>x</a:t>
            </a:r>
            <a:r>
              <a:rPr lang="en-US" altLang="zh-CN" sz="2000" b="1" i="1" baseline="-25000">
                <a:ea typeface="SimSun" panose="02010600030101010101" pitchFamily="2" charset="-122"/>
              </a:rPr>
              <a:t>i1</a:t>
            </a:r>
            <a:r>
              <a:rPr lang="en-US" altLang="zh-CN" sz="2000" b="1" i="1">
                <a:ea typeface="SimSun" panose="02010600030101010101" pitchFamily="2" charset="-122"/>
              </a:rPr>
              <a:t>x</a:t>
            </a:r>
            <a:r>
              <a:rPr lang="en-US" altLang="zh-CN" sz="2000" b="1" i="1" baseline="-25000">
                <a:ea typeface="SimSun" panose="02010600030101010101" pitchFamily="2" charset="-122"/>
              </a:rPr>
              <a:t>i2  </a:t>
            </a:r>
            <a:r>
              <a:rPr lang="en-US" altLang="zh-CN" sz="2000" b="1" i="1">
                <a:ea typeface="SimSun" panose="02010600030101010101" pitchFamily="2" charset="-122"/>
              </a:rPr>
              <a:t> x</a:t>
            </a:r>
            <a:r>
              <a:rPr lang="en-US" altLang="zh-CN" sz="2000" b="1" i="1" baseline="-25000">
                <a:ea typeface="SimSun" panose="02010600030101010101" pitchFamily="2" charset="-122"/>
              </a:rPr>
              <a:t>i2</a:t>
            </a:r>
            <a:r>
              <a:rPr lang="en-US" altLang="zh-CN" sz="2000" b="1" i="1" baseline="30000">
                <a:ea typeface="SimSun" panose="02010600030101010101" pitchFamily="2" charset="-122"/>
              </a:rPr>
              <a:t>2  </a:t>
            </a:r>
            <a:r>
              <a:rPr lang="en-US" altLang="zh-CN" sz="2000" b="1" i="1">
                <a:ea typeface="SimSun" panose="02010600030101010101" pitchFamily="2" charset="-122"/>
              </a:rPr>
              <a:t>√</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i1  </a:t>
            </a:r>
            <a:r>
              <a:rPr lang="en-US" altLang="zh-CN" sz="2000" b="1" i="1">
                <a:ea typeface="SimSun" panose="02010600030101010101" pitchFamily="2" charset="-122"/>
              </a:rPr>
              <a:t>√</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i2</a:t>
            </a:r>
            <a:r>
              <a:rPr lang="en-US" altLang="zh-CN" sz="2000" b="1">
                <a:ea typeface="SimSun" panose="02010600030101010101" pitchFamily="2" charset="-122"/>
              </a:rPr>
              <a:t>]</a:t>
            </a:r>
            <a:r>
              <a:rPr lang="en-US" altLang="zh-CN" sz="2000" b="1" baseline="30000">
                <a:ea typeface="SimSun" panose="02010600030101010101" pitchFamily="2" charset="-122"/>
              </a:rPr>
              <a:t>T </a:t>
            </a:r>
            <a:r>
              <a:rPr lang="en-US" altLang="zh-CN" sz="2000" b="1">
                <a:ea typeface="SimSun" panose="02010600030101010101" pitchFamily="2" charset="-122"/>
              </a:rPr>
              <a:t>[1  </a:t>
            </a:r>
            <a:r>
              <a:rPr lang="en-US" altLang="zh-CN" sz="2000" b="1" i="1">
                <a:ea typeface="SimSun" panose="02010600030101010101" pitchFamily="2" charset="-122"/>
              </a:rPr>
              <a:t>x</a:t>
            </a:r>
            <a:r>
              <a:rPr lang="en-US" altLang="zh-CN" sz="2000" b="1" i="1" baseline="-25000">
                <a:ea typeface="SimSun" panose="02010600030101010101" pitchFamily="2" charset="-122"/>
              </a:rPr>
              <a:t>j1</a:t>
            </a:r>
            <a:r>
              <a:rPr lang="en-US" altLang="zh-CN" sz="2000" b="1" i="1" baseline="30000">
                <a:ea typeface="SimSun" panose="02010600030101010101" pitchFamily="2" charset="-122"/>
              </a:rPr>
              <a:t>2  </a:t>
            </a:r>
            <a:r>
              <a:rPr lang="en-US" altLang="zh-CN" sz="2000" b="1" i="1">
                <a:ea typeface="SimSun" panose="02010600030101010101" pitchFamily="2" charset="-122"/>
              </a:rPr>
              <a:t>√</a:t>
            </a:r>
            <a:r>
              <a:rPr lang="en-US" altLang="zh-CN" sz="2000" b="1">
                <a:ea typeface="SimSun" panose="02010600030101010101" pitchFamily="2" charset="-122"/>
              </a:rPr>
              <a:t>2 </a:t>
            </a:r>
            <a:r>
              <a:rPr lang="en-US" altLang="zh-CN" sz="2000" b="1" i="1">
                <a:ea typeface="SimSun" panose="02010600030101010101" pitchFamily="2" charset="-122"/>
              </a:rPr>
              <a:t>x</a:t>
            </a:r>
            <a:r>
              <a:rPr lang="en-US" altLang="zh-CN" sz="2000" b="1" i="1" baseline="-25000">
                <a:ea typeface="SimSun" panose="02010600030101010101" pitchFamily="2" charset="-122"/>
              </a:rPr>
              <a:t>j1</a:t>
            </a:r>
            <a:r>
              <a:rPr lang="en-US" altLang="zh-CN" sz="2000" b="1" i="1">
                <a:ea typeface="SimSun" panose="02010600030101010101" pitchFamily="2" charset="-122"/>
              </a:rPr>
              <a:t>x</a:t>
            </a:r>
            <a:r>
              <a:rPr lang="en-US" altLang="zh-CN" sz="2000" b="1" i="1" baseline="-25000">
                <a:ea typeface="SimSun" panose="02010600030101010101" pitchFamily="2" charset="-122"/>
              </a:rPr>
              <a:t>j2  </a:t>
            </a:r>
            <a:r>
              <a:rPr lang="en-US" altLang="zh-CN" sz="2000" b="1" i="1">
                <a:ea typeface="SimSun" panose="02010600030101010101" pitchFamily="2" charset="-122"/>
              </a:rPr>
              <a:t> x</a:t>
            </a:r>
            <a:r>
              <a:rPr lang="en-US" altLang="zh-CN" sz="2000" b="1" i="1" baseline="-25000">
                <a:ea typeface="SimSun" panose="02010600030101010101" pitchFamily="2" charset="-122"/>
              </a:rPr>
              <a:t>j2</a:t>
            </a:r>
            <a:r>
              <a:rPr lang="en-US" altLang="zh-CN" sz="2000" b="1" i="1" baseline="30000">
                <a:ea typeface="SimSun" panose="02010600030101010101" pitchFamily="2" charset="-122"/>
              </a:rPr>
              <a:t>2  </a:t>
            </a:r>
            <a:r>
              <a:rPr lang="en-US" altLang="zh-CN" sz="2000" b="1" i="1">
                <a:ea typeface="SimSun" panose="02010600030101010101" pitchFamily="2" charset="-122"/>
              </a:rPr>
              <a:t>√</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j1  </a:t>
            </a:r>
            <a:r>
              <a:rPr lang="en-US" altLang="zh-CN" sz="2000" b="1" i="1">
                <a:ea typeface="SimSun" panose="02010600030101010101" pitchFamily="2" charset="-122"/>
              </a:rPr>
              <a:t>√</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j2</a:t>
            </a:r>
            <a:r>
              <a:rPr lang="en-US" altLang="zh-CN" sz="2000" b="1">
                <a:ea typeface="SimSun" panose="02010600030101010101" pitchFamily="2" charset="-122"/>
              </a:rPr>
              <a:t>] </a:t>
            </a:r>
          </a:p>
          <a:p>
            <a:pPr>
              <a:buSzPct val="65000"/>
              <a:buFont typeface="Wingdings" panose="05000000000000000000" pitchFamily="2" charset="2"/>
              <a:buNone/>
            </a:pPr>
            <a:r>
              <a:rPr lang="en-US" altLang="zh-CN" sz="2000" b="1">
                <a:ea typeface="SimSun" panose="02010600030101010101" pitchFamily="2" charset="-122"/>
              </a:rPr>
              <a:t>      = </a:t>
            </a:r>
            <a:r>
              <a:rPr lang="el-GR" altLang="zh-CN" sz="2000" b="1">
                <a:cs typeface="Times New Roman" panose="02020603050405020304" pitchFamily="18" charset="0"/>
              </a:rPr>
              <a:t>φ</a:t>
            </a:r>
            <a:r>
              <a:rPr lang="en-US" altLang="zh-CN" sz="2000" b="1">
                <a:ea typeface="SimSun" panose="02010600030101010101" pitchFamily="2" charset="-122"/>
              </a:rPr>
              <a:t>(x</a:t>
            </a:r>
            <a:r>
              <a:rPr lang="en-US" altLang="zh-CN" sz="2000" b="1" baseline="-25000">
                <a:ea typeface="SimSun" panose="02010600030101010101" pitchFamily="2" charset="-122"/>
              </a:rPr>
              <a:t>i</a:t>
            </a:r>
            <a:r>
              <a:rPr lang="en-US" altLang="zh-CN" sz="2000" b="1">
                <a:ea typeface="SimSun" panose="02010600030101010101" pitchFamily="2" charset="-122"/>
              </a:rPr>
              <a:t>)</a:t>
            </a:r>
            <a:r>
              <a:rPr lang="en-US" altLang="zh-CN" sz="2000" b="1" baseline="-25000">
                <a:ea typeface="SimSun" panose="02010600030101010101" pitchFamily="2" charset="-122"/>
              </a:rPr>
              <a:t> </a:t>
            </a:r>
            <a:r>
              <a:rPr lang="en-US" altLang="zh-CN" sz="2000" b="1" baseline="30000">
                <a:ea typeface="SimSun" panose="02010600030101010101" pitchFamily="2" charset="-122"/>
              </a:rPr>
              <a:t>T</a:t>
            </a:r>
            <a:r>
              <a:rPr lang="el-GR" altLang="zh-CN" sz="2000" b="1">
                <a:cs typeface="Times New Roman" panose="02020603050405020304" pitchFamily="18" charset="0"/>
              </a:rPr>
              <a:t>φ</a:t>
            </a:r>
            <a:r>
              <a:rPr lang="en-US" altLang="zh-CN" sz="2000" b="1">
                <a:ea typeface="SimSun" panose="02010600030101010101" pitchFamily="2" charset="-122"/>
              </a:rPr>
              <a:t>(x</a:t>
            </a:r>
            <a:r>
              <a:rPr lang="en-US" altLang="zh-CN" sz="2000" b="1" baseline="-25000">
                <a:ea typeface="SimSun" panose="02010600030101010101" pitchFamily="2" charset="-122"/>
              </a:rPr>
              <a:t>j</a:t>
            </a:r>
            <a:r>
              <a:rPr lang="en-US" altLang="zh-CN" sz="2000" b="1">
                <a:ea typeface="SimSun" panose="02010600030101010101" pitchFamily="2" charset="-122"/>
              </a:rPr>
              <a:t>),    </a:t>
            </a:r>
            <a:r>
              <a:rPr lang="en-US" altLang="zh-CN" sz="2000">
                <a:latin typeface="Arial" panose="020B0604020202020204" pitchFamily="34" charset="0"/>
                <a:ea typeface="SimSun" panose="02010600030101010101" pitchFamily="2" charset="-122"/>
              </a:rPr>
              <a:t>where</a:t>
            </a:r>
            <a:r>
              <a:rPr lang="en-US" altLang="zh-CN" sz="2000" b="1">
                <a:ea typeface="SimSun" panose="02010600030101010101" pitchFamily="2" charset="-122"/>
              </a:rPr>
              <a:t> </a:t>
            </a:r>
            <a:r>
              <a:rPr lang="el-GR" altLang="zh-CN" sz="2000" b="1">
                <a:cs typeface="Times New Roman" panose="02020603050405020304" pitchFamily="18" charset="0"/>
              </a:rPr>
              <a:t>φ</a:t>
            </a:r>
            <a:r>
              <a:rPr lang="en-US" altLang="zh-CN" sz="2000" b="1">
                <a:ea typeface="SimSun" panose="02010600030101010101" pitchFamily="2" charset="-122"/>
              </a:rPr>
              <a:t>(x) = </a:t>
            </a:r>
            <a:r>
              <a:rPr lang="en-US" altLang="zh-CN" sz="2000" b="1" baseline="-25000">
                <a:ea typeface="SimSun" panose="02010600030101010101" pitchFamily="2" charset="-122"/>
              </a:rPr>
              <a:t> </a:t>
            </a:r>
            <a:r>
              <a:rPr lang="en-US" altLang="zh-CN" sz="2000" b="1">
                <a:ea typeface="SimSun" panose="02010600030101010101" pitchFamily="2" charset="-122"/>
              </a:rPr>
              <a:t>[1  </a:t>
            </a:r>
            <a:r>
              <a:rPr lang="en-US" altLang="zh-CN" sz="2000" b="1" i="1">
                <a:ea typeface="SimSun" panose="02010600030101010101" pitchFamily="2" charset="-122"/>
              </a:rPr>
              <a:t>x</a:t>
            </a:r>
            <a:r>
              <a:rPr lang="en-US" altLang="zh-CN" sz="2000" b="1" i="1" baseline="-25000">
                <a:ea typeface="SimSun" panose="02010600030101010101" pitchFamily="2" charset="-122"/>
              </a:rPr>
              <a:t>1</a:t>
            </a:r>
            <a:r>
              <a:rPr lang="en-US" altLang="zh-CN" sz="2000" b="1" i="1" baseline="30000">
                <a:ea typeface="SimSun" panose="02010600030101010101" pitchFamily="2" charset="-122"/>
              </a:rPr>
              <a:t>2  </a:t>
            </a:r>
            <a:r>
              <a:rPr lang="en-US" altLang="zh-CN" sz="2000" b="1" i="1">
                <a:ea typeface="SimSun" panose="02010600030101010101" pitchFamily="2" charset="-122"/>
              </a:rPr>
              <a:t>√</a:t>
            </a:r>
            <a:r>
              <a:rPr lang="en-US" altLang="zh-CN" sz="2000" b="1">
                <a:ea typeface="SimSun" panose="02010600030101010101" pitchFamily="2" charset="-122"/>
              </a:rPr>
              <a:t>2 </a:t>
            </a:r>
            <a:r>
              <a:rPr lang="en-US" altLang="zh-CN" sz="2000" b="1" i="1">
                <a:ea typeface="SimSun" panose="02010600030101010101" pitchFamily="2" charset="-122"/>
              </a:rPr>
              <a:t>x</a:t>
            </a:r>
            <a:r>
              <a:rPr lang="en-US" altLang="zh-CN" sz="2000" b="1" i="1" baseline="-25000">
                <a:ea typeface="SimSun" panose="02010600030101010101" pitchFamily="2" charset="-122"/>
              </a:rPr>
              <a:t>1</a:t>
            </a:r>
            <a:r>
              <a:rPr lang="en-US" altLang="zh-CN" sz="2000" b="1" i="1">
                <a:ea typeface="SimSun" panose="02010600030101010101" pitchFamily="2" charset="-122"/>
              </a:rPr>
              <a:t>x</a:t>
            </a:r>
            <a:r>
              <a:rPr lang="en-US" altLang="zh-CN" sz="2000" b="1" i="1" baseline="-25000">
                <a:ea typeface="SimSun" panose="02010600030101010101" pitchFamily="2" charset="-122"/>
              </a:rPr>
              <a:t>2  </a:t>
            </a:r>
            <a:r>
              <a:rPr lang="en-US" altLang="zh-CN" sz="2000" b="1" i="1">
                <a:ea typeface="SimSun" panose="02010600030101010101" pitchFamily="2" charset="-122"/>
              </a:rPr>
              <a:t> x</a:t>
            </a:r>
            <a:r>
              <a:rPr lang="en-US" altLang="zh-CN" sz="2000" b="1" i="1" baseline="-25000">
                <a:ea typeface="SimSun" panose="02010600030101010101" pitchFamily="2" charset="-122"/>
              </a:rPr>
              <a:t>2</a:t>
            </a:r>
            <a:r>
              <a:rPr lang="en-US" altLang="zh-CN" sz="2000" b="1" i="1" baseline="30000">
                <a:ea typeface="SimSun" panose="02010600030101010101" pitchFamily="2" charset="-122"/>
              </a:rPr>
              <a:t>2   </a:t>
            </a:r>
            <a:r>
              <a:rPr lang="en-US" altLang="zh-CN" sz="2000" b="1" i="1">
                <a:ea typeface="SimSun" panose="02010600030101010101" pitchFamily="2" charset="-122"/>
              </a:rPr>
              <a:t>√</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1  </a:t>
            </a:r>
            <a:r>
              <a:rPr lang="en-US" altLang="zh-CN" sz="2000" b="1" i="1">
                <a:ea typeface="SimSun" panose="02010600030101010101" pitchFamily="2" charset="-122"/>
              </a:rPr>
              <a:t>√</a:t>
            </a:r>
            <a:r>
              <a:rPr lang="en-US" altLang="zh-CN" sz="2000" b="1">
                <a:ea typeface="SimSun" panose="02010600030101010101" pitchFamily="2" charset="-122"/>
              </a:rPr>
              <a:t>2</a:t>
            </a:r>
            <a:r>
              <a:rPr lang="en-US" altLang="zh-CN" sz="2000" b="1" i="1">
                <a:ea typeface="SimSun" panose="02010600030101010101" pitchFamily="2" charset="-122"/>
              </a:rPr>
              <a:t>x</a:t>
            </a:r>
            <a:r>
              <a:rPr lang="en-US" altLang="zh-CN" sz="2000" b="1" i="1" baseline="-25000">
                <a:ea typeface="SimSun" panose="02010600030101010101" pitchFamily="2" charset="-122"/>
              </a:rPr>
              <a:t>2</a:t>
            </a:r>
            <a:r>
              <a:rPr lang="en-US" altLang="zh-CN" sz="2000" b="1">
                <a:ea typeface="SimSun" panose="02010600030101010101" pitchFamily="2" charset="-122"/>
              </a:rPr>
              <a:t>]</a:t>
            </a:r>
          </a:p>
          <a:p>
            <a:pPr>
              <a:buSzPct val="65000"/>
              <a:buFont typeface="Wingdings" panose="05000000000000000000" pitchFamily="2" charset="2"/>
              <a:buNone/>
            </a:pPr>
            <a:endParaRPr lang="el-GR" altLang="zh-CN" sz="2000" b="1"/>
          </a:p>
        </p:txBody>
      </p:sp>
      <p:sp>
        <p:nvSpPr>
          <p:cNvPr id="240644" name="Rectangle 4"/>
          <p:cNvSpPr>
            <a:spLocks noChangeArrowheads="1"/>
          </p:cNvSpPr>
          <p:nvPr/>
        </p:nvSpPr>
        <p:spPr bwMode="auto">
          <a:xfrm>
            <a:off x="381000" y="1066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 typeface="Wingdings" panose="05000000000000000000" pitchFamily="2" charset="2"/>
              <a:buChar char="n"/>
            </a:pPr>
            <a:endParaRPr lang="en-US" altLang="zh-CN" sz="2200">
              <a:latin typeface="Arial" panose="020B0604020202020204" pitchFamily="34" charset="0"/>
              <a:ea typeface="SimSun" panose="02010600030101010101" pitchFamily="2" charset="-122"/>
            </a:endParaRPr>
          </a:p>
        </p:txBody>
      </p:sp>
      <p:sp>
        <p:nvSpPr>
          <p:cNvPr id="240646"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BF37B22-62B6-433E-89AD-F4372A9A2C51}" type="slidenum">
              <a:rPr lang="zh-CN" altLang="en-US" sz="1400" smtClean="0">
                <a:solidFill>
                  <a:schemeClr val="bg2"/>
                </a:solidFill>
                <a:latin typeface="Arial" panose="020B0604020202020204" pitchFamily="34" charset="0"/>
              </a:rPr>
              <a:pPr>
                <a:spcBef>
                  <a:spcPct val="50000"/>
                </a:spcBef>
                <a:buClrTx/>
                <a:buSzTx/>
                <a:buFontTx/>
                <a:buNone/>
              </a:pPr>
              <a:t>171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77B8DC1-93B3-5329-9A82-2556453E813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830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8307">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830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307">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830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83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2"/>
          <p:cNvSpPr>
            <a:spLocks noChangeArrowheads="1"/>
          </p:cNvSpPr>
          <p:nvPr/>
        </p:nvSpPr>
        <p:spPr bwMode="auto">
          <a:xfrm>
            <a:off x="990600" y="381000"/>
            <a:ext cx="7772400" cy="990600"/>
          </a:xfrm>
          <a:prstGeom prst="rect">
            <a:avLst/>
          </a:prstGeom>
          <a:noFill/>
          <a:ln w="9525">
            <a:noFill/>
            <a:miter lim="800000"/>
            <a:headEnd/>
            <a:tailEnd/>
          </a:ln>
        </p:spPr>
        <p:txBody>
          <a:bodyPr anchor="ctr"/>
          <a:lstStyle/>
          <a:p>
            <a:pPr algn="ctr">
              <a:defRPr/>
            </a:pPr>
            <a:r>
              <a:rPr lang="en-US" altLang="zh-CN" sz="4200">
                <a:solidFill>
                  <a:schemeClr val="tx2"/>
                </a:solidFill>
                <a:latin typeface="+mj-ea"/>
                <a:ea typeface="+mj-ea"/>
              </a:rPr>
              <a:t>Common Kernel Functions</a:t>
            </a:r>
          </a:p>
        </p:txBody>
      </p:sp>
      <p:sp>
        <p:nvSpPr>
          <p:cNvPr id="99332" name="Rectangle 4"/>
          <p:cNvSpPr>
            <a:spLocks noChangeArrowheads="1"/>
          </p:cNvSpPr>
          <p:nvPr/>
        </p:nvSpPr>
        <p:spPr bwMode="auto">
          <a:xfrm>
            <a:off x="685800" y="1828800"/>
            <a:ext cx="2438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669925" indent="-325438">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lvl="1">
              <a:buClr>
                <a:schemeClr val="accent2"/>
              </a:buClr>
              <a:buSzPct val="60000"/>
              <a:buFont typeface="Wingdings" panose="05000000000000000000" pitchFamily="2" charset="2"/>
              <a:buChar char="q"/>
            </a:pPr>
            <a:r>
              <a:rPr lang="en-US" altLang="zh-CN" sz="2000">
                <a:latin typeface="Arial" panose="020B0604020202020204" pitchFamily="34" charset="0"/>
                <a:ea typeface="SimSun" panose="02010600030101010101" pitchFamily="2" charset="-122"/>
              </a:rPr>
              <a:t>Linear kernel:</a:t>
            </a:r>
          </a:p>
        </p:txBody>
      </p:sp>
      <p:graphicFrame>
        <p:nvGraphicFramePr>
          <p:cNvPr id="99334" name="Object 2"/>
          <p:cNvGraphicFramePr>
            <a:graphicFrameLocks noChangeAspect="1"/>
          </p:cNvGraphicFramePr>
          <p:nvPr/>
        </p:nvGraphicFramePr>
        <p:xfrm>
          <a:off x="2362200" y="3810000"/>
          <a:ext cx="4005263" cy="1095375"/>
        </p:xfrm>
        <a:graphic>
          <a:graphicData uri="http://schemas.openxmlformats.org/presentationml/2006/ole">
            <mc:AlternateContent xmlns:mc="http://schemas.openxmlformats.org/markup-compatibility/2006">
              <mc:Choice xmlns:v="urn:schemas-microsoft-com:vml" Requires="v">
                <p:oleObj name="Equation" r:id="rId2" imgW="1765300" imgH="482600" progId="Equation.DSMT4">
                  <p:embed/>
                </p:oleObj>
              </mc:Choice>
              <mc:Fallback>
                <p:oleObj name="Equation" r:id="rId2" imgW="1765300" imgH="482600" progId="Equation.DSMT4">
                  <p:embed/>
                  <p:pic>
                    <p:nvPicPr>
                      <p:cNvPr id="9933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810000"/>
                        <a:ext cx="4005263"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5" name="Object 3"/>
          <p:cNvGraphicFramePr>
            <a:graphicFrameLocks noChangeAspect="1"/>
          </p:cNvGraphicFramePr>
          <p:nvPr/>
        </p:nvGraphicFramePr>
        <p:xfrm>
          <a:off x="3429000" y="1752600"/>
          <a:ext cx="2333625" cy="576263"/>
        </p:xfrm>
        <a:graphic>
          <a:graphicData uri="http://schemas.openxmlformats.org/presentationml/2006/ole">
            <mc:AlternateContent xmlns:mc="http://schemas.openxmlformats.org/markup-compatibility/2006">
              <mc:Choice xmlns:v="urn:schemas-microsoft-com:vml" Requires="v">
                <p:oleObj name="Equation" r:id="rId4" imgW="1028254" imgH="253890" progId="Equation.DSMT4">
                  <p:embed/>
                </p:oleObj>
              </mc:Choice>
              <mc:Fallback>
                <p:oleObj name="Equation" r:id="rId4" imgW="1028254" imgH="253890" progId="Equation.DSMT4">
                  <p:embed/>
                  <p:pic>
                    <p:nvPicPr>
                      <p:cNvPr id="9933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1752600"/>
                        <a:ext cx="23336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6" name="Object 4"/>
          <p:cNvGraphicFramePr>
            <a:graphicFrameLocks noChangeAspect="1"/>
          </p:cNvGraphicFramePr>
          <p:nvPr/>
        </p:nvGraphicFramePr>
        <p:xfrm>
          <a:off x="3276600" y="2514600"/>
          <a:ext cx="3168650" cy="576263"/>
        </p:xfrm>
        <a:graphic>
          <a:graphicData uri="http://schemas.openxmlformats.org/presentationml/2006/ole">
            <mc:AlternateContent xmlns:mc="http://schemas.openxmlformats.org/markup-compatibility/2006">
              <mc:Choice xmlns:v="urn:schemas-microsoft-com:vml" Requires="v">
                <p:oleObj name="Equation" r:id="rId6" imgW="1396394" imgH="253890" progId="Equation.DSMT4">
                  <p:embed/>
                </p:oleObj>
              </mc:Choice>
              <mc:Fallback>
                <p:oleObj name="Equation" r:id="rId6" imgW="1396394" imgH="253890" progId="Equation.DSMT4">
                  <p:embed/>
                  <p:pic>
                    <p:nvPicPr>
                      <p:cNvPr id="9933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514600"/>
                        <a:ext cx="316865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7" name="Object 5"/>
          <p:cNvGraphicFramePr>
            <a:graphicFrameLocks noChangeAspect="1"/>
          </p:cNvGraphicFramePr>
          <p:nvPr/>
        </p:nvGraphicFramePr>
        <p:xfrm>
          <a:off x="2590800" y="5562600"/>
          <a:ext cx="4149725" cy="576263"/>
        </p:xfrm>
        <a:graphic>
          <a:graphicData uri="http://schemas.openxmlformats.org/presentationml/2006/ole">
            <mc:AlternateContent xmlns:mc="http://schemas.openxmlformats.org/markup-compatibility/2006">
              <mc:Choice xmlns:v="urn:schemas-microsoft-com:vml" Requires="v">
                <p:oleObj name="Equation" r:id="rId8" imgW="1828800" imgH="254000" progId="Equation.DSMT4">
                  <p:embed/>
                </p:oleObj>
              </mc:Choice>
              <mc:Fallback>
                <p:oleObj name="Equation" r:id="rId8" imgW="1828800" imgH="254000" progId="Equation.DSMT4">
                  <p:embed/>
                  <p:pic>
                    <p:nvPicPr>
                      <p:cNvPr id="9933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0800" y="5562600"/>
                        <a:ext cx="41497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1672" name="Rectangle 10"/>
          <p:cNvSpPr>
            <a:spLocks noChangeArrowheads="1"/>
          </p:cNvSpPr>
          <p:nvPr/>
        </p:nvSpPr>
        <p:spPr bwMode="auto">
          <a:xfrm>
            <a:off x="533400" y="1066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 typeface="Wingdings" panose="05000000000000000000" pitchFamily="2" charset="2"/>
              <a:buChar char="n"/>
            </a:pPr>
            <a:endParaRPr lang="en-US" altLang="zh-CN" sz="2200">
              <a:latin typeface="Arial" panose="020B0604020202020204" pitchFamily="34" charset="0"/>
              <a:ea typeface="SimSun" panose="02010600030101010101" pitchFamily="2" charset="-122"/>
            </a:endParaRPr>
          </a:p>
        </p:txBody>
      </p:sp>
      <p:sp>
        <p:nvSpPr>
          <p:cNvPr id="99339" name="Rectangle 11"/>
          <p:cNvSpPr>
            <a:spLocks noChangeArrowheads="1"/>
          </p:cNvSpPr>
          <p:nvPr/>
        </p:nvSpPr>
        <p:spPr bwMode="auto">
          <a:xfrm>
            <a:off x="762000" y="2514600"/>
            <a:ext cx="2895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669925" indent="-325438">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lvl="1">
              <a:buClr>
                <a:schemeClr val="accent2"/>
              </a:buClr>
              <a:buSzPct val="60000"/>
              <a:buFont typeface="Wingdings" panose="05000000000000000000" pitchFamily="2" charset="2"/>
              <a:buChar char="q"/>
            </a:pPr>
            <a:r>
              <a:rPr lang="en-US" altLang="zh-CN" sz="2000">
                <a:latin typeface="Arial" panose="020B0604020202020204" pitchFamily="34" charset="0"/>
                <a:ea typeface="SimSun" panose="02010600030101010101" pitchFamily="2" charset="-122"/>
              </a:rPr>
              <a:t>Polynomial kernel:</a:t>
            </a:r>
          </a:p>
        </p:txBody>
      </p:sp>
      <p:sp>
        <p:nvSpPr>
          <p:cNvPr id="99340" name="Rectangle 12"/>
          <p:cNvSpPr>
            <a:spLocks noChangeArrowheads="1"/>
          </p:cNvSpPr>
          <p:nvPr/>
        </p:nvSpPr>
        <p:spPr bwMode="auto">
          <a:xfrm>
            <a:off x="762000" y="32766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669925" indent="-325438">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lvl="1">
              <a:buClr>
                <a:schemeClr val="accent2"/>
              </a:buClr>
              <a:buSzPct val="60000"/>
              <a:buFont typeface="Wingdings" panose="05000000000000000000" pitchFamily="2" charset="2"/>
              <a:buChar char="q"/>
            </a:pPr>
            <a:r>
              <a:rPr lang="en-US" altLang="zh-CN" sz="2000">
                <a:latin typeface="Arial" panose="020B0604020202020204" pitchFamily="34" charset="0"/>
                <a:ea typeface="SimSun" panose="02010600030101010101" pitchFamily="2" charset="-122"/>
              </a:rPr>
              <a:t>Gaussian (Radial-Basis Function (RBF) ) kernel:</a:t>
            </a:r>
          </a:p>
        </p:txBody>
      </p:sp>
      <p:sp>
        <p:nvSpPr>
          <p:cNvPr id="99341" name="Rectangle 13"/>
          <p:cNvSpPr>
            <a:spLocks noChangeArrowheads="1"/>
          </p:cNvSpPr>
          <p:nvPr/>
        </p:nvSpPr>
        <p:spPr bwMode="auto">
          <a:xfrm>
            <a:off x="838200" y="50292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669925" indent="-325438">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lvl="1">
              <a:buClr>
                <a:schemeClr val="accent2"/>
              </a:buClr>
              <a:buSzPct val="60000"/>
              <a:buFont typeface="Wingdings" panose="05000000000000000000" pitchFamily="2" charset="2"/>
              <a:buChar char="q"/>
            </a:pPr>
            <a:r>
              <a:rPr lang="en-US" altLang="zh-CN" sz="2000">
                <a:latin typeface="Arial" panose="020B0604020202020204" pitchFamily="34" charset="0"/>
                <a:ea typeface="SimSun" panose="02010600030101010101" pitchFamily="2" charset="-122"/>
              </a:rPr>
              <a:t>Sigmoid:</a:t>
            </a:r>
          </a:p>
        </p:txBody>
      </p:sp>
      <p:sp>
        <p:nvSpPr>
          <p:cNvPr id="241677"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0E63548-0CB6-4123-ACC5-C9A9B70BB9C7}" type="slidenum">
              <a:rPr lang="zh-CN" altLang="en-US" sz="1400" smtClean="0">
                <a:solidFill>
                  <a:schemeClr val="bg2"/>
                </a:solidFill>
                <a:latin typeface="Arial" panose="020B0604020202020204" pitchFamily="34" charset="0"/>
              </a:rPr>
              <a:pPr>
                <a:spcBef>
                  <a:spcPct val="50000"/>
                </a:spcBef>
                <a:buClrTx/>
                <a:buSzTx/>
                <a:buFontTx/>
                <a:buNone/>
              </a:pPr>
              <a:t>172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14157ED-0A92-146A-592E-E57A76FBFFD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933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93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33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93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934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93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93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P spid="99339" grpId="0"/>
      <p:bldP spid="99340" grpId="0"/>
      <p:bldP spid="99341"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4"/>
          <p:cNvSpPr>
            <a:spLocks noChangeArrowheads="1"/>
          </p:cNvSpPr>
          <p:nvPr/>
        </p:nvSpPr>
        <p:spPr bwMode="auto">
          <a:xfrm>
            <a:off x="1447800" y="228600"/>
            <a:ext cx="6705600" cy="762000"/>
          </a:xfrm>
          <a:prstGeom prst="rect">
            <a:avLst/>
          </a:prstGeom>
          <a:noFill/>
          <a:ln w="9525">
            <a:noFill/>
            <a:miter lim="800000"/>
            <a:headEnd/>
            <a:tailEnd/>
          </a:ln>
        </p:spPr>
        <p:txBody>
          <a:bodyPr anchor="ctr"/>
          <a:lstStyle/>
          <a:p>
            <a:pPr algn="ctr">
              <a:defRPr/>
            </a:pPr>
            <a:r>
              <a:rPr lang="en-US" altLang="zh-CN" sz="4200">
                <a:solidFill>
                  <a:schemeClr val="tx2"/>
                </a:solidFill>
                <a:latin typeface="+mj-lt"/>
                <a:ea typeface="宋体" pitchFamily="2" charset="-122"/>
              </a:rPr>
              <a:t>Kernel Functions</a:t>
            </a:r>
          </a:p>
        </p:txBody>
      </p:sp>
      <p:sp>
        <p:nvSpPr>
          <p:cNvPr id="242691" name="Rectangle 5"/>
          <p:cNvSpPr>
            <a:spLocks noChangeArrowheads="1"/>
          </p:cNvSpPr>
          <p:nvPr/>
        </p:nvSpPr>
        <p:spPr bwMode="auto">
          <a:xfrm>
            <a:off x="838200" y="1447800"/>
            <a:ext cx="7848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400" b="1">
                <a:ea typeface="SimSun" panose="02010600030101010101" pitchFamily="2" charset="-122"/>
              </a:rPr>
              <a:t>For some functions </a:t>
            </a:r>
            <a:r>
              <a:rPr lang="en-US" altLang="zh-CN" sz="2400" b="1" i="1">
                <a:ea typeface="SimSun" panose="02010600030101010101" pitchFamily="2" charset="-122"/>
              </a:rPr>
              <a:t>K</a:t>
            </a:r>
            <a:r>
              <a:rPr lang="en-US" altLang="zh-CN" sz="2400" b="1">
                <a:ea typeface="SimSun" panose="02010600030101010101" pitchFamily="2" charset="-122"/>
              </a:rPr>
              <a:t>(x</a:t>
            </a:r>
            <a:r>
              <a:rPr lang="en-US" altLang="zh-CN" sz="2400" b="1" baseline="-25000">
                <a:ea typeface="SimSun" panose="02010600030101010101" pitchFamily="2" charset="-122"/>
              </a:rPr>
              <a:t>i</a:t>
            </a:r>
            <a:r>
              <a:rPr lang="en-US" altLang="zh-CN" sz="2400" b="1">
                <a:ea typeface="SimSun" panose="02010600030101010101" pitchFamily="2" charset="-122"/>
              </a:rPr>
              <a:t>,x</a:t>
            </a:r>
            <a:r>
              <a:rPr lang="en-US" altLang="zh-CN" sz="2400" b="1" baseline="-25000">
                <a:ea typeface="SimSun" panose="02010600030101010101" pitchFamily="2" charset="-122"/>
              </a:rPr>
              <a:t>j</a:t>
            </a:r>
            <a:r>
              <a:rPr lang="en-US" altLang="zh-CN" sz="2400" b="1">
                <a:ea typeface="SimSun" panose="02010600030101010101" pitchFamily="2" charset="-122"/>
              </a:rPr>
              <a:t>) checking that </a:t>
            </a:r>
          </a:p>
          <a:p>
            <a:pPr>
              <a:buSzPct val="65000"/>
              <a:buFont typeface="Wingdings" panose="05000000000000000000" pitchFamily="2" charset="2"/>
              <a:buNone/>
            </a:pPr>
            <a:r>
              <a:rPr lang="en-US" altLang="zh-CN" sz="2400" b="1" i="1">
                <a:ea typeface="SimSun" panose="02010600030101010101" pitchFamily="2" charset="-122"/>
              </a:rPr>
              <a:t>                K</a:t>
            </a:r>
            <a:r>
              <a:rPr lang="en-US" altLang="zh-CN" sz="2400" b="1">
                <a:ea typeface="SimSun" panose="02010600030101010101" pitchFamily="2" charset="-122"/>
              </a:rPr>
              <a:t>(x</a:t>
            </a:r>
            <a:r>
              <a:rPr lang="en-US" altLang="zh-CN" sz="2400" b="1" baseline="-25000">
                <a:ea typeface="SimSun" panose="02010600030101010101" pitchFamily="2" charset="-122"/>
              </a:rPr>
              <a:t>i</a:t>
            </a:r>
            <a:r>
              <a:rPr lang="en-US" altLang="zh-CN" sz="2400" b="1">
                <a:ea typeface="SimSun" panose="02010600030101010101" pitchFamily="2" charset="-122"/>
              </a:rPr>
              <a:t>,x</a:t>
            </a:r>
            <a:r>
              <a:rPr lang="en-US" altLang="zh-CN" sz="2400" b="1" baseline="-25000">
                <a:ea typeface="SimSun" panose="02010600030101010101" pitchFamily="2" charset="-122"/>
              </a:rPr>
              <a:t>j</a:t>
            </a:r>
            <a:r>
              <a:rPr lang="en-US" altLang="zh-CN" sz="2400" b="1">
                <a:ea typeface="SimSun" panose="02010600030101010101" pitchFamily="2" charset="-122"/>
              </a:rPr>
              <a:t>)= </a:t>
            </a:r>
            <a:r>
              <a:rPr lang="el-GR" altLang="zh-CN" sz="2400" b="1">
                <a:cs typeface="Times New Roman" panose="02020603050405020304" pitchFamily="18" charset="0"/>
              </a:rPr>
              <a:t>φ</a:t>
            </a:r>
            <a:r>
              <a:rPr lang="en-US" altLang="zh-CN" sz="2400" b="1">
                <a:ea typeface="SimSun" panose="02010600030101010101" pitchFamily="2" charset="-122"/>
              </a:rPr>
              <a:t>(x</a:t>
            </a:r>
            <a:r>
              <a:rPr lang="en-US" altLang="zh-CN" sz="2400" b="1" baseline="-25000">
                <a:ea typeface="SimSun" panose="02010600030101010101" pitchFamily="2" charset="-122"/>
              </a:rPr>
              <a:t>i</a:t>
            </a:r>
            <a:r>
              <a:rPr lang="en-US" altLang="zh-CN" sz="2400" b="1">
                <a:ea typeface="SimSun" panose="02010600030101010101" pitchFamily="2" charset="-122"/>
              </a:rPr>
              <a:t>)</a:t>
            </a:r>
            <a:r>
              <a:rPr lang="en-US" altLang="zh-CN" sz="2400" b="1" baseline="-25000">
                <a:ea typeface="SimSun" panose="02010600030101010101" pitchFamily="2" charset="-122"/>
              </a:rPr>
              <a:t> </a:t>
            </a:r>
            <a:r>
              <a:rPr lang="en-US" altLang="zh-CN" sz="2400" b="1" baseline="30000">
                <a:ea typeface="SimSun" panose="02010600030101010101" pitchFamily="2" charset="-122"/>
              </a:rPr>
              <a:t>T</a:t>
            </a:r>
            <a:r>
              <a:rPr lang="el-GR" altLang="zh-CN" sz="2400" b="1">
                <a:cs typeface="Times New Roman" panose="02020603050405020304" pitchFamily="18" charset="0"/>
              </a:rPr>
              <a:t>φ</a:t>
            </a:r>
            <a:r>
              <a:rPr lang="en-US" altLang="zh-CN" sz="2400" b="1">
                <a:ea typeface="SimSun" panose="02010600030101010101" pitchFamily="2" charset="-122"/>
              </a:rPr>
              <a:t>(x</a:t>
            </a:r>
            <a:r>
              <a:rPr lang="en-US" altLang="zh-CN" sz="2400" b="1" baseline="-25000">
                <a:ea typeface="SimSun" panose="02010600030101010101" pitchFamily="2" charset="-122"/>
              </a:rPr>
              <a:t>j</a:t>
            </a:r>
            <a:r>
              <a:rPr lang="en-US" altLang="zh-CN" sz="2400" b="1">
                <a:ea typeface="SimSun" panose="02010600030101010101" pitchFamily="2" charset="-122"/>
              </a:rPr>
              <a:t>) can be cumbersome.</a:t>
            </a:r>
            <a:r>
              <a:rPr lang="en-US" altLang="zh-CN" sz="3000">
                <a:latin typeface="Arial" panose="020B0604020202020204" pitchFamily="34" charset="0"/>
                <a:ea typeface="SimSun" panose="02010600030101010101" pitchFamily="2" charset="-122"/>
              </a:rPr>
              <a:t> </a:t>
            </a:r>
          </a:p>
          <a:p>
            <a:pPr>
              <a:buSzPct val="65000"/>
              <a:buFont typeface="Wingdings" panose="05000000000000000000" pitchFamily="2" charset="2"/>
              <a:buNone/>
            </a:pPr>
            <a:r>
              <a:rPr lang="en-US" altLang="zh-CN" sz="2400" b="1">
                <a:ea typeface="SimSun" panose="02010600030101010101" pitchFamily="2" charset="-122"/>
              </a:rPr>
              <a:t>Mercer’s theorem:  </a:t>
            </a:r>
          </a:p>
          <a:p>
            <a:pPr>
              <a:buSzPct val="65000"/>
              <a:buFont typeface="Wingdings" panose="05000000000000000000" pitchFamily="2" charset="2"/>
              <a:buNone/>
            </a:pPr>
            <a:r>
              <a:rPr lang="en-US" altLang="zh-CN" sz="2400" b="1" i="1">
                <a:ea typeface="SimSun" panose="02010600030101010101" pitchFamily="2" charset="-122"/>
              </a:rPr>
              <a:t>Every semi-positive definite symmetric function is a kernel</a:t>
            </a:r>
          </a:p>
          <a:p>
            <a:pPr>
              <a:buSzPct val="65000"/>
              <a:buFont typeface="Wingdings" panose="05000000000000000000" pitchFamily="2" charset="2"/>
              <a:buChar char="n"/>
            </a:pPr>
            <a:r>
              <a:rPr lang="en-US" altLang="zh-CN" sz="2400" b="1">
                <a:ea typeface="SimSun" panose="02010600030101010101" pitchFamily="2" charset="-122"/>
              </a:rPr>
              <a:t>Semi-positive definite symmetric functions correspond to a semi-positive definite symmetric Gram matrix:</a:t>
            </a:r>
          </a:p>
          <a:p>
            <a:pPr>
              <a:buSzPct val="65000"/>
              <a:buFont typeface="Wingdings" panose="05000000000000000000" pitchFamily="2" charset="2"/>
              <a:buNone/>
            </a:pPr>
            <a:endParaRPr lang="en-US" altLang="zh-CN" sz="2400" i="1">
              <a:ea typeface="SimSun" panose="02010600030101010101" pitchFamily="2" charset="-122"/>
            </a:endParaRPr>
          </a:p>
        </p:txBody>
      </p:sp>
      <p:graphicFrame>
        <p:nvGraphicFramePr>
          <p:cNvPr id="314415" name="Group 47"/>
          <p:cNvGraphicFramePr>
            <a:graphicFrameLocks noGrp="1"/>
          </p:cNvGraphicFramePr>
          <p:nvPr/>
        </p:nvGraphicFramePr>
        <p:xfrm>
          <a:off x="1371600" y="4191000"/>
          <a:ext cx="6858000" cy="1951040"/>
        </p:xfrm>
        <a:graphic>
          <a:graphicData uri="http://schemas.openxmlformats.org/drawingml/2006/table">
            <a:tbl>
              <a:tblPr/>
              <a:tblGrid>
                <a:gridCol w="1370013">
                  <a:extLst>
                    <a:ext uri="{9D8B030D-6E8A-4147-A177-3AD203B41FA5}">
                      <a16:colId xmlns:a16="http://schemas.microsoft.com/office/drawing/2014/main" val="20000"/>
                    </a:ext>
                  </a:extLst>
                </a:gridCol>
                <a:gridCol w="1373187">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3188">
                  <a:extLst>
                    <a:ext uri="{9D8B030D-6E8A-4147-A177-3AD203B41FA5}">
                      <a16:colId xmlns:a16="http://schemas.microsoft.com/office/drawing/2014/main" val="20003"/>
                    </a:ext>
                  </a:extLst>
                </a:gridCol>
                <a:gridCol w="1370012">
                  <a:extLst>
                    <a:ext uri="{9D8B030D-6E8A-4147-A177-3AD203B41FA5}">
                      <a16:colId xmlns:a16="http://schemas.microsoft.com/office/drawing/2014/main" val="20004"/>
                    </a:ext>
                  </a:extLst>
                </a:gridCol>
              </a:tblGrid>
              <a:tr h="48776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3</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N</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76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3</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a:ln>
                          <a:noFill/>
                        </a:ln>
                        <a:solidFill>
                          <a:schemeClr val="tx1"/>
                        </a:solidFill>
                        <a:effectLst/>
                        <a:latin typeface="Arial" pitchFamily="34" charset="0"/>
                        <a:ea typeface="SimSun" pitchFamily="2"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N</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76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76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P</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1</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N</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2</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N</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3</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0" u="none" strike="noStrike" cap="none" normalizeH="0" baseline="0">
                          <a:ln>
                            <a:noFill/>
                          </a:ln>
                          <a:solidFill>
                            <a:schemeClr val="tx1"/>
                          </a:solidFill>
                          <a:effectLst/>
                          <a:latin typeface="Times New Roman" pitchFamily="18" charset="0"/>
                          <a:ea typeface="SimSun" pitchFamily="2" charset="-122"/>
                        </a:rPr>
                        <a:t>…</a:t>
                      </a:r>
                      <a:r>
                        <a:rPr kumimoji="0" lang="en-US" altLang="zh-CN" sz="2600" b="0" i="0" u="none" strike="noStrike" cap="none" normalizeH="0" baseline="0">
                          <a:ln>
                            <a:noFill/>
                          </a:ln>
                          <a:solidFill>
                            <a:schemeClr val="tx1"/>
                          </a:solidFill>
                          <a:effectLst/>
                          <a:latin typeface="Arial" pitchFamily="34" charset="0"/>
                          <a:ea typeface="SimSun" pitchFamily="2" charset="-122"/>
                        </a:rPr>
                        <a:t> </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600" b="0" i="1" u="none" strike="noStrike" cap="none" normalizeH="0" baseline="0">
                          <a:ln>
                            <a:noFill/>
                          </a:ln>
                          <a:solidFill>
                            <a:schemeClr val="tx1"/>
                          </a:solidFill>
                          <a:effectLst/>
                          <a:latin typeface="Arial" pitchFamily="34" charset="0"/>
                          <a:ea typeface="SimSun" pitchFamily="2" charset="-122"/>
                        </a:rPr>
                        <a:t>K</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N</a:t>
                      </a:r>
                      <a:r>
                        <a:rPr kumimoji="0" lang="en-US" altLang="zh-CN" sz="2600" b="0" i="0" u="none" strike="noStrike" cap="none" normalizeH="0" baseline="0">
                          <a:ln>
                            <a:noFill/>
                          </a:ln>
                          <a:solidFill>
                            <a:schemeClr val="tx1"/>
                          </a:solidFill>
                          <a:effectLst/>
                          <a:latin typeface="Arial" pitchFamily="34" charset="0"/>
                          <a:ea typeface="SimSun" pitchFamily="2" charset="-122"/>
                        </a:rPr>
                        <a:t>,</a:t>
                      </a:r>
                      <a:r>
                        <a:rPr kumimoji="0" lang="en-US" altLang="zh-CN" sz="2600" b="1" i="0" u="none" strike="noStrike" cap="none" normalizeH="0" baseline="0">
                          <a:ln>
                            <a:noFill/>
                          </a:ln>
                          <a:solidFill>
                            <a:schemeClr val="tx1"/>
                          </a:solidFill>
                          <a:effectLst/>
                          <a:latin typeface="Arial" pitchFamily="34" charset="0"/>
                          <a:ea typeface="SimSun" pitchFamily="2" charset="-122"/>
                        </a:rPr>
                        <a:t>x</a:t>
                      </a:r>
                      <a:r>
                        <a:rPr kumimoji="0" lang="en-US" altLang="zh-CN" sz="2600" b="1" i="0" u="none" strike="noStrike" cap="none" normalizeH="0" baseline="-25000">
                          <a:ln>
                            <a:noFill/>
                          </a:ln>
                          <a:solidFill>
                            <a:schemeClr val="tx1"/>
                          </a:solidFill>
                          <a:effectLst/>
                          <a:latin typeface="Arial" pitchFamily="34" charset="0"/>
                          <a:ea typeface="SimSun" pitchFamily="2" charset="-122"/>
                        </a:rPr>
                        <a:t>N</a:t>
                      </a:r>
                      <a:r>
                        <a:rPr kumimoji="0" lang="en-US" altLang="zh-CN" sz="2600" b="0" i="0" u="none" strike="noStrike" cap="none" normalizeH="0" baseline="0">
                          <a:ln>
                            <a:noFill/>
                          </a:ln>
                          <a:solidFill>
                            <a:schemeClr val="tx1"/>
                          </a:solidFill>
                          <a:effectLst/>
                          <a:latin typeface="Arial" pitchFamily="34" charset="0"/>
                          <a:ea typeface="SimSun" pitchFamily="2" charset="-122"/>
                        </a:rPr>
                        <a:t>)</a:t>
                      </a: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2725"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344E465-2ED5-401D-9000-7E64546A2785}" type="slidenum">
              <a:rPr lang="zh-CN" altLang="en-US" sz="1400" smtClean="0">
                <a:solidFill>
                  <a:schemeClr val="bg2"/>
                </a:solidFill>
                <a:latin typeface="Arial" panose="020B0604020202020204" pitchFamily="34" charset="0"/>
              </a:rPr>
              <a:pPr>
                <a:spcBef>
                  <a:spcPct val="50000"/>
                </a:spcBef>
                <a:buClrTx/>
                <a:buSzTx/>
                <a:buFontTx/>
                <a:buNone/>
              </a:pPr>
              <a:t>173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501C4B5-01AB-87D4-3C7E-A8BCC053DA6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en-US" altLang="zh-CN">
                <a:ea typeface="SimSun" panose="02010600030101010101" pitchFamily="2" charset="-122"/>
              </a:rPr>
              <a:t>Nonlinear SVM: Optimization</a:t>
            </a:r>
          </a:p>
        </p:txBody>
      </p:sp>
      <p:sp>
        <p:nvSpPr>
          <p:cNvPr id="243715" name="Rectangle 3"/>
          <p:cNvSpPr>
            <a:spLocks noChangeArrowheads="1"/>
          </p:cNvSpPr>
          <p:nvPr/>
        </p:nvSpPr>
        <p:spPr bwMode="auto">
          <a:xfrm>
            <a:off x="1219200" y="1828800"/>
            <a:ext cx="64770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Problem reformulation: (Lagrangian dual problem)</a:t>
            </a:r>
          </a:p>
        </p:txBody>
      </p:sp>
      <p:graphicFrame>
        <p:nvGraphicFramePr>
          <p:cNvPr id="243716" name="Object 2"/>
          <p:cNvGraphicFramePr>
            <a:graphicFrameLocks noChangeAspect="1"/>
          </p:cNvGraphicFramePr>
          <p:nvPr/>
        </p:nvGraphicFramePr>
        <p:xfrm>
          <a:off x="1905000" y="2209800"/>
          <a:ext cx="5784850" cy="935038"/>
        </p:xfrm>
        <a:graphic>
          <a:graphicData uri="http://schemas.openxmlformats.org/presentationml/2006/ole">
            <mc:AlternateContent xmlns:mc="http://schemas.openxmlformats.org/markup-compatibility/2006">
              <mc:Choice xmlns:v="urn:schemas-microsoft-com:vml" Requires="v">
                <p:oleObj name="Equation" r:id="rId2" imgW="2743200" imgH="444500" progId="Equation.DSMT4">
                  <p:embed/>
                </p:oleObj>
              </mc:Choice>
              <mc:Fallback>
                <p:oleObj name="Equation" r:id="rId2" imgW="2743200" imgH="444500" progId="Equation.DSMT4">
                  <p:embed/>
                  <p:pic>
                    <p:nvPicPr>
                      <p:cNvPr id="24371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09800"/>
                        <a:ext cx="5784850"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3717" name="Text Box 5"/>
          <p:cNvSpPr txBox="1">
            <a:spLocks noChangeArrowheads="1"/>
          </p:cNvSpPr>
          <p:nvPr/>
        </p:nvSpPr>
        <p:spPr bwMode="auto">
          <a:xfrm>
            <a:off x="1828800" y="3048000"/>
            <a:ext cx="1501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latin typeface="Arial" panose="020B0604020202020204" pitchFamily="34" charset="0"/>
                <a:ea typeface="SimSun" panose="02010600030101010101" pitchFamily="2" charset="-122"/>
              </a:rPr>
              <a:t>subject to</a:t>
            </a:r>
          </a:p>
        </p:txBody>
      </p:sp>
      <p:graphicFrame>
        <p:nvGraphicFramePr>
          <p:cNvPr id="243718" name="Object 3"/>
          <p:cNvGraphicFramePr>
            <a:graphicFrameLocks noChangeAspect="1"/>
          </p:cNvGraphicFramePr>
          <p:nvPr/>
        </p:nvGraphicFramePr>
        <p:xfrm>
          <a:off x="3581400" y="3048000"/>
          <a:ext cx="1393825" cy="481013"/>
        </p:xfrm>
        <a:graphic>
          <a:graphicData uri="http://schemas.openxmlformats.org/presentationml/2006/ole">
            <mc:AlternateContent xmlns:mc="http://schemas.openxmlformats.org/markup-compatibility/2006">
              <mc:Choice xmlns:v="urn:schemas-microsoft-com:vml" Requires="v">
                <p:oleObj name="Equation" r:id="rId4" imgW="660400" imgH="228600" progId="Equation.DSMT4">
                  <p:embed/>
                </p:oleObj>
              </mc:Choice>
              <mc:Fallback>
                <p:oleObj name="Equation" r:id="rId4" imgW="660400" imgH="228600" progId="Equation.DSMT4">
                  <p:embed/>
                  <p:pic>
                    <p:nvPicPr>
                      <p:cNvPr id="24371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3048000"/>
                        <a:ext cx="13938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3719" name="Object 4"/>
          <p:cNvGraphicFramePr>
            <a:graphicFrameLocks noChangeAspect="1"/>
          </p:cNvGraphicFramePr>
          <p:nvPr/>
        </p:nvGraphicFramePr>
        <p:xfrm>
          <a:off x="3581400" y="3352800"/>
          <a:ext cx="1498600" cy="908050"/>
        </p:xfrm>
        <a:graphic>
          <a:graphicData uri="http://schemas.openxmlformats.org/presentationml/2006/ole">
            <mc:AlternateContent xmlns:mc="http://schemas.openxmlformats.org/markup-compatibility/2006">
              <mc:Choice xmlns:v="urn:schemas-microsoft-com:vml" Requires="v">
                <p:oleObj name="Equation" r:id="rId6" imgW="710891" imgH="431613" progId="Equation.DSMT4">
                  <p:embed/>
                </p:oleObj>
              </mc:Choice>
              <mc:Fallback>
                <p:oleObj name="Equation" r:id="rId6" imgW="710891" imgH="431613" progId="Equation.DSMT4">
                  <p:embed/>
                  <p:pic>
                    <p:nvPicPr>
                      <p:cNvPr id="243719"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3352800"/>
                        <a:ext cx="14986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0" name="Rectangle 8"/>
          <p:cNvSpPr>
            <a:spLocks noChangeArrowheads="1"/>
          </p:cNvSpPr>
          <p:nvPr/>
        </p:nvSpPr>
        <p:spPr bwMode="auto">
          <a:xfrm>
            <a:off x="838200" y="4267200"/>
            <a:ext cx="7696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         The solution of the discriminant function is</a:t>
            </a:r>
          </a:p>
        </p:txBody>
      </p:sp>
      <p:graphicFrame>
        <p:nvGraphicFramePr>
          <p:cNvPr id="100361" name="Object 5"/>
          <p:cNvGraphicFramePr>
            <a:graphicFrameLocks noChangeAspect="1"/>
          </p:cNvGraphicFramePr>
          <p:nvPr/>
        </p:nvGraphicFramePr>
        <p:xfrm>
          <a:off x="2819400" y="4953000"/>
          <a:ext cx="3184525" cy="722313"/>
        </p:xfrm>
        <a:graphic>
          <a:graphicData uri="http://schemas.openxmlformats.org/presentationml/2006/ole">
            <mc:AlternateContent xmlns:mc="http://schemas.openxmlformats.org/markup-compatibility/2006">
              <mc:Choice xmlns:v="urn:schemas-microsoft-com:vml" Requires="v">
                <p:oleObj name="Equation" r:id="rId8" imgW="1511300" imgH="342900" progId="Equation.DSMT4">
                  <p:embed/>
                </p:oleObj>
              </mc:Choice>
              <mc:Fallback>
                <p:oleObj name="Equation" r:id="rId8" imgW="1511300" imgH="342900" progId="Equation.DSMT4">
                  <p:embed/>
                  <p:pic>
                    <p:nvPicPr>
                      <p:cNvPr id="10036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9400" y="4953000"/>
                        <a:ext cx="3184525"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2" name="Rectangle 10"/>
          <p:cNvSpPr>
            <a:spLocks noChangeArrowheads="1"/>
          </p:cNvSpPr>
          <p:nvPr/>
        </p:nvSpPr>
        <p:spPr bwMode="auto">
          <a:xfrm>
            <a:off x="1524000" y="5715000"/>
            <a:ext cx="7162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65000"/>
              <a:buFontTx/>
              <a:buNone/>
            </a:pPr>
            <a:r>
              <a:rPr lang="en-US" altLang="zh-CN" sz="2200">
                <a:latin typeface="Arial" panose="020B0604020202020204" pitchFamily="34" charset="0"/>
                <a:ea typeface="SimSun" panose="02010600030101010101" pitchFamily="2" charset="-122"/>
              </a:rPr>
              <a:t>The optimization technique is the same.  </a:t>
            </a:r>
          </a:p>
        </p:txBody>
      </p:sp>
      <p:sp>
        <p:nvSpPr>
          <p:cNvPr id="24372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683E584-F928-4221-B245-77CC36C5EA29}" type="slidenum">
              <a:rPr lang="zh-CN" altLang="en-US" sz="1400" smtClean="0">
                <a:solidFill>
                  <a:schemeClr val="bg2"/>
                </a:solidFill>
                <a:latin typeface="Arial" panose="020B0604020202020204" pitchFamily="34" charset="0"/>
              </a:rPr>
              <a:pPr>
                <a:spcBef>
                  <a:spcPct val="50000"/>
                </a:spcBef>
                <a:buClrTx/>
                <a:buSzTx/>
                <a:buFontTx/>
                <a:buNone/>
              </a:pPr>
              <a:t>174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D643012-2A42-AC44-1381-F84D009C1F8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3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036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0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0" grpId="0"/>
      <p:bldP spid="100362"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pPr algn="ctr"/>
            <a:r>
              <a:rPr lang="en-US" altLang="zh-CN">
                <a:ea typeface="SimSun" panose="02010600030101010101" pitchFamily="2" charset="-122"/>
              </a:rPr>
              <a:t>SVM Learning</a:t>
            </a:r>
          </a:p>
        </p:txBody>
      </p:sp>
      <p:sp>
        <p:nvSpPr>
          <p:cNvPr id="244739" name="Rectangle 3"/>
          <p:cNvSpPr>
            <a:spLocks noGrp="1" noChangeArrowheads="1"/>
          </p:cNvSpPr>
          <p:nvPr>
            <p:ph type="body" idx="1"/>
          </p:nvPr>
        </p:nvSpPr>
        <p:spPr>
          <a:xfrm>
            <a:off x="1447800" y="1905000"/>
            <a:ext cx="6858000" cy="4038600"/>
          </a:xfrm>
        </p:spPr>
        <p:txBody>
          <a:bodyPr/>
          <a:lstStyle/>
          <a:p>
            <a:pPr>
              <a:buFont typeface="Monotype Sorts" pitchFamily="2" charset="2"/>
              <a:buNone/>
            </a:pPr>
            <a:r>
              <a:rPr lang="en-US" altLang="zh-CN">
                <a:ea typeface="SimSun" panose="02010600030101010101" pitchFamily="2" charset="-122"/>
              </a:rPr>
              <a:t>1. Choose a kernel function</a:t>
            </a:r>
          </a:p>
          <a:p>
            <a:pPr>
              <a:buFont typeface="Monotype Sorts" pitchFamily="2" charset="2"/>
              <a:buNone/>
            </a:pPr>
            <a:r>
              <a:rPr lang="en-US" altLang="zh-CN">
                <a:ea typeface="SimSun" panose="02010600030101010101" pitchFamily="2" charset="-122"/>
              </a:rPr>
              <a:t>2. Choose a value for </a:t>
            </a:r>
            <a:r>
              <a:rPr lang="en-US" altLang="zh-CN" i="1">
                <a:ea typeface="SimSun" panose="02010600030101010101" pitchFamily="2" charset="-122"/>
              </a:rPr>
              <a:t>C</a:t>
            </a:r>
            <a:endParaRPr lang="en-US" altLang="zh-CN">
              <a:ea typeface="SimSun" panose="02010600030101010101" pitchFamily="2" charset="-122"/>
            </a:endParaRPr>
          </a:p>
          <a:p>
            <a:pPr>
              <a:buFont typeface="Monotype Sorts" pitchFamily="2" charset="2"/>
              <a:buNone/>
            </a:pPr>
            <a:r>
              <a:rPr lang="en-US" altLang="zh-CN">
                <a:ea typeface="SimSun" panose="02010600030101010101" pitchFamily="2" charset="-122"/>
              </a:rPr>
              <a:t>3. Solve the quadratic programming problem (many software packages available)</a:t>
            </a:r>
          </a:p>
          <a:p>
            <a:pPr>
              <a:buFont typeface="Monotype Sorts" pitchFamily="2" charset="2"/>
              <a:buNone/>
            </a:pPr>
            <a:r>
              <a:rPr lang="en-US" altLang="zh-CN">
                <a:ea typeface="SimSun" panose="02010600030101010101" pitchFamily="2" charset="-122"/>
              </a:rPr>
              <a:t>4. Construct the discriminant function from the support vectors </a:t>
            </a:r>
          </a:p>
        </p:txBody>
      </p:sp>
      <p:sp>
        <p:nvSpPr>
          <p:cNvPr id="24474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EAF7AD6-9AD4-467D-A207-915247E94460}" type="slidenum">
              <a:rPr lang="zh-CN" altLang="en-US" sz="1400" smtClean="0">
                <a:solidFill>
                  <a:schemeClr val="bg2"/>
                </a:solidFill>
                <a:latin typeface="Arial" panose="020B0604020202020204" pitchFamily="34" charset="0"/>
              </a:rPr>
              <a:pPr>
                <a:spcBef>
                  <a:spcPct val="50000"/>
                </a:spcBef>
                <a:buClrTx/>
                <a:buSzTx/>
                <a:buFontTx/>
                <a:buNone/>
              </a:pPr>
              <a:t>175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8E4D82A-9C99-8D6F-2671-CD8440BA8D8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47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47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47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1600200" y="381000"/>
            <a:ext cx="7010400" cy="838200"/>
          </a:xfrm>
        </p:spPr>
        <p:txBody>
          <a:bodyPr/>
          <a:lstStyle/>
          <a:p>
            <a:pPr algn="ctr"/>
            <a:r>
              <a:rPr lang="en-US" altLang="zh-CN" sz="3800">
                <a:ea typeface="SimSun" panose="02010600030101010101" pitchFamily="2" charset="-122"/>
              </a:rPr>
              <a:t>Design Issues</a:t>
            </a:r>
          </a:p>
        </p:txBody>
      </p:sp>
      <p:sp>
        <p:nvSpPr>
          <p:cNvPr id="245763" name="Rectangle 3"/>
          <p:cNvSpPr>
            <a:spLocks noGrp="1" noChangeArrowheads="1"/>
          </p:cNvSpPr>
          <p:nvPr>
            <p:ph type="body" idx="1"/>
          </p:nvPr>
        </p:nvSpPr>
        <p:spPr>
          <a:xfrm>
            <a:off x="1066800" y="1676400"/>
            <a:ext cx="7543800" cy="4724400"/>
          </a:xfrm>
        </p:spPr>
        <p:txBody>
          <a:bodyPr/>
          <a:lstStyle/>
          <a:p>
            <a:pPr>
              <a:lnSpc>
                <a:spcPct val="80000"/>
              </a:lnSpc>
            </a:pPr>
            <a:r>
              <a:rPr lang="en-US" altLang="zh-CN" sz="2200">
                <a:ea typeface="SimSun" panose="02010600030101010101" pitchFamily="2" charset="-122"/>
              </a:rPr>
              <a:t>Choice of kernel</a:t>
            </a:r>
          </a:p>
          <a:p>
            <a:pPr>
              <a:lnSpc>
                <a:spcPct val="80000"/>
              </a:lnSpc>
              <a:buFont typeface="Wingdings" panose="05000000000000000000" pitchFamily="2" charset="2"/>
              <a:buNone/>
            </a:pPr>
            <a:r>
              <a:rPr lang="en-US" altLang="zh-CN" sz="2200">
                <a:ea typeface="SimSun" panose="02010600030101010101" pitchFamily="2" charset="-122"/>
              </a:rPr>
              <a:t>    - Gaussian or polynomial kernel is default</a:t>
            </a:r>
          </a:p>
          <a:p>
            <a:pPr>
              <a:lnSpc>
                <a:spcPct val="80000"/>
              </a:lnSpc>
              <a:buFont typeface="Wingdings" panose="05000000000000000000" pitchFamily="2" charset="2"/>
              <a:buNone/>
            </a:pPr>
            <a:r>
              <a:rPr lang="en-US" altLang="zh-CN" sz="2200">
                <a:ea typeface="SimSun" panose="02010600030101010101" pitchFamily="2" charset="-122"/>
              </a:rPr>
              <a:t>    - if ineffective, more elaborate kernels are needed</a:t>
            </a:r>
          </a:p>
          <a:p>
            <a:pPr>
              <a:lnSpc>
                <a:spcPct val="80000"/>
              </a:lnSpc>
              <a:buFont typeface="Wingdings" panose="05000000000000000000" pitchFamily="2" charset="2"/>
              <a:buNone/>
            </a:pPr>
            <a:r>
              <a:rPr lang="en-US" altLang="zh-CN" sz="2200">
                <a:ea typeface="SimSun" panose="02010600030101010101" pitchFamily="2" charset="-122"/>
              </a:rPr>
              <a:t>    - domain experts can give assistance in formulating appropriate similarity measures</a:t>
            </a:r>
          </a:p>
          <a:p>
            <a:pPr>
              <a:lnSpc>
                <a:spcPct val="80000"/>
              </a:lnSpc>
            </a:pPr>
            <a:r>
              <a:rPr lang="en-US" altLang="zh-CN" sz="2200">
                <a:ea typeface="SimSun" panose="02010600030101010101" pitchFamily="2" charset="-122"/>
              </a:rPr>
              <a:t>Choice of kernel parameters</a:t>
            </a:r>
          </a:p>
          <a:p>
            <a:pPr>
              <a:lnSpc>
                <a:spcPct val="80000"/>
              </a:lnSpc>
              <a:buFont typeface="Wingdings" panose="05000000000000000000" pitchFamily="2" charset="2"/>
              <a:buNone/>
            </a:pPr>
            <a:r>
              <a:rPr lang="en-US" altLang="zh-CN" sz="2200">
                <a:ea typeface="SimSun" panose="02010600030101010101" pitchFamily="2" charset="-122"/>
              </a:rPr>
              <a:t>   - e.g. </a:t>
            </a:r>
            <a:r>
              <a:rPr lang="en-CA" altLang="zh-CN" sz="2200">
                <a:ea typeface="SimSun" panose="02010600030101010101" pitchFamily="2" charset="-122"/>
              </a:rPr>
              <a:t>σ in Gaussian kernel</a:t>
            </a:r>
          </a:p>
          <a:p>
            <a:pPr>
              <a:lnSpc>
                <a:spcPct val="80000"/>
              </a:lnSpc>
              <a:buFont typeface="Wingdings" panose="05000000000000000000" pitchFamily="2" charset="2"/>
              <a:buNone/>
            </a:pPr>
            <a:r>
              <a:rPr lang="en-US" altLang="zh-CN" sz="2200">
                <a:ea typeface="SimSun" panose="02010600030101010101" pitchFamily="2" charset="-122"/>
              </a:rPr>
              <a:t>   - </a:t>
            </a:r>
            <a:r>
              <a:rPr lang="en-CA" altLang="zh-CN" sz="2200">
                <a:ea typeface="SimSun" panose="02010600030101010101" pitchFamily="2" charset="-122"/>
              </a:rPr>
              <a:t>σ is the distance between closest points with different classifications </a:t>
            </a:r>
          </a:p>
          <a:p>
            <a:pPr>
              <a:lnSpc>
                <a:spcPct val="80000"/>
              </a:lnSpc>
              <a:buFont typeface="Wingdings" panose="05000000000000000000" pitchFamily="2" charset="2"/>
              <a:buNone/>
            </a:pPr>
            <a:r>
              <a:rPr lang="en-US" altLang="zh-CN" sz="2200">
                <a:ea typeface="SimSun" panose="02010600030101010101" pitchFamily="2" charset="-122"/>
              </a:rPr>
              <a:t>   -</a:t>
            </a:r>
            <a:r>
              <a:rPr lang="en-CA" altLang="zh-CN" sz="2200">
                <a:ea typeface="SimSun" panose="02010600030101010101" pitchFamily="2" charset="-122"/>
              </a:rPr>
              <a:t> In the absence of reliable criteria, applications rely on the use of a validation set or cross-validation to set such parameters. </a:t>
            </a:r>
          </a:p>
          <a:p>
            <a:pPr>
              <a:lnSpc>
                <a:spcPct val="80000"/>
              </a:lnSpc>
            </a:pPr>
            <a:r>
              <a:rPr lang="en-US" altLang="zh-CN" sz="2200">
                <a:ea typeface="SimSun" panose="02010600030101010101" pitchFamily="2" charset="-122"/>
              </a:rPr>
              <a:t>Optimization criterion – Hard margin </a:t>
            </a:r>
            <a:r>
              <a:rPr lang="en-US" altLang="zh-CN" sz="2200" err="1">
                <a:ea typeface="SimSun" panose="02010600030101010101" pitchFamily="2" charset="-122"/>
              </a:rPr>
              <a:t>v.s</a:t>
            </a:r>
            <a:r>
              <a:rPr lang="en-US" altLang="zh-CN" sz="2200">
                <a:ea typeface="SimSun" panose="02010600030101010101" pitchFamily="2" charset="-122"/>
              </a:rPr>
              <a:t>. Soft margin</a:t>
            </a:r>
          </a:p>
          <a:p>
            <a:pPr>
              <a:lnSpc>
                <a:spcPct val="80000"/>
              </a:lnSpc>
              <a:buFont typeface="Wingdings" panose="05000000000000000000" pitchFamily="2" charset="2"/>
              <a:buNone/>
            </a:pPr>
            <a:r>
              <a:rPr lang="en-US" altLang="zh-CN" sz="2200">
                <a:ea typeface="SimSun" panose="02010600030101010101" pitchFamily="2" charset="-122"/>
              </a:rPr>
              <a:t>   - a lengthy series of experiments in which various parameters are tested </a:t>
            </a:r>
          </a:p>
        </p:txBody>
      </p:sp>
      <p:sp>
        <p:nvSpPr>
          <p:cNvPr id="2457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3FD3F7D-C3EA-47C4-938E-42973EC11A64}" type="slidenum">
              <a:rPr lang="zh-CN" altLang="en-US" sz="1400" smtClean="0">
                <a:solidFill>
                  <a:schemeClr val="bg2"/>
                </a:solidFill>
                <a:latin typeface="Arial" panose="020B0604020202020204" pitchFamily="34" charset="0"/>
              </a:rPr>
              <a:pPr>
                <a:spcBef>
                  <a:spcPct val="50000"/>
                </a:spcBef>
                <a:buClrTx/>
                <a:buSzTx/>
                <a:buFontTx/>
                <a:buNone/>
              </a:pPr>
              <a:t>176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485C1F4-B3FC-2780-3B60-E5E31E69A27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6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6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6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76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576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57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ctr"/>
            <a:r>
              <a:rPr lang="en-US" altLang="zh-CN">
                <a:ea typeface="SimSun" panose="02010600030101010101" pitchFamily="2" charset="-122"/>
              </a:rPr>
              <a:t>SVM Summary </a:t>
            </a:r>
          </a:p>
        </p:txBody>
      </p:sp>
      <p:sp>
        <p:nvSpPr>
          <p:cNvPr id="246787" name="Rectangle 3"/>
          <p:cNvSpPr>
            <a:spLocks noGrp="1" noChangeArrowheads="1"/>
          </p:cNvSpPr>
          <p:nvPr>
            <p:ph type="body" idx="1"/>
          </p:nvPr>
        </p:nvSpPr>
        <p:spPr/>
        <p:txBody>
          <a:bodyPr/>
          <a:lstStyle/>
          <a:p>
            <a:r>
              <a:rPr lang="en-US" altLang="zh-CN">
                <a:ea typeface="SimSun" panose="02010600030101010101" pitchFamily="2" charset="-122"/>
              </a:rPr>
              <a:t>1. Maximal Margin Classifier </a:t>
            </a:r>
          </a:p>
          <a:p>
            <a:pPr lvl="1"/>
            <a:r>
              <a:rPr lang="en-US" altLang="zh-CN">
                <a:ea typeface="SimSun" panose="02010600030101010101" pitchFamily="2" charset="-122"/>
              </a:rPr>
              <a:t>Better generalization ability &amp; less over-fitting</a:t>
            </a:r>
          </a:p>
          <a:p>
            <a:endParaRPr lang="en-US" altLang="zh-CN">
              <a:ea typeface="SimSun" panose="02010600030101010101" pitchFamily="2" charset="-122"/>
            </a:endParaRPr>
          </a:p>
          <a:p>
            <a:r>
              <a:rPr lang="en-US" altLang="zh-CN">
                <a:ea typeface="SimSun" panose="02010600030101010101" pitchFamily="2" charset="-122"/>
              </a:rPr>
              <a:t>2. The Kernel Trick</a:t>
            </a:r>
          </a:p>
          <a:p>
            <a:pPr lvl="1"/>
            <a:r>
              <a:rPr lang="en-US" altLang="zh-CN">
                <a:ea typeface="SimSun" panose="02010600030101010101" pitchFamily="2" charset="-122"/>
              </a:rPr>
              <a:t>Map data points to a higher dimensional space to make them linearly separable.</a:t>
            </a:r>
          </a:p>
          <a:p>
            <a:pPr lvl="1"/>
            <a:r>
              <a:rPr lang="en-US" altLang="zh-CN">
                <a:ea typeface="SimSun" panose="02010600030101010101" pitchFamily="2" charset="-122"/>
              </a:rPr>
              <a:t>Since only dot product is used, we do not need to represent the mapping explicitly.</a:t>
            </a:r>
          </a:p>
        </p:txBody>
      </p:sp>
      <p:sp>
        <p:nvSpPr>
          <p:cNvPr id="24678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6D9875C-1A47-4B40-8E21-990D4A92D28E}" type="slidenum">
              <a:rPr lang="zh-CN" altLang="en-US" sz="1400" smtClean="0">
                <a:solidFill>
                  <a:schemeClr val="bg2"/>
                </a:solidFill>
                <a:latin typeface="Arial" panose="020B0604020202020204" pitchFamily="34" charset="0"/>
              </a:rPr>
              <a:pPr>
                <a:spcBef>
                  <a:spcPct val="50000"/>
                </a:spcBef>
                <a:buClrTx/>
                <a:buSzTx/>
                <a:buFontTx/>
                <a:buNone/>
              </a:pPr>
              <a:t>177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4847BE6-16FD-A8B9-2DDC-892CCAFC80F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78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678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67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标题 1"/>
          <p:cNvSpPr>
            <a:spLocks noGrp="1"/>
          </p:cNvSpPr>
          <p:nvPr>
            <p:ph type="title"/>
          </p:nvPr>
        </p:nvSpPr>
        <p:spPr/>
        <p:txBody>
          <a:bodyPr/>
          <a:lstStyle/>
          <a:p>
            <a:pPr algn="ctr"/>
            <a:r>
              <a:rPr lang="en-US" altLang="zh-CN">
                <a:ea typeface="SimSun" panose="02010600030101010101" pitchFamily="2" charset="-122"/>
              </a:rPr>
              <a:t>Support Vector Regression</a:t>
            </a:r>
            <a:endParaRPr lang="zh-CN" altLang="en-US">
              <a:ea typeface="SimSun" panose="02010600030101010101" pitchFamily="2" charset="-122"/>
            </a:endParaRPr>
          </a:p>
        </p:txBody>
      </p:sp>
      <p:sp>
        <p:nvSpPr>
          <p:cNvPr id="247811" name="内容占位符 2"/>
          <p:cNvSpPr>
            <a:spLocks noGrp="1"/>
          </p:cNvSpPr>
          <p:nvPr>
            <p:ph idx="1"/>
          </p:nvPr>
        </p:nvSpPr>
        <p:spPr/>
        <p:txBody>
          <a:bodyPr/>
          <a:lstStyle/>
          <a:p>
            <a:pPr>
              <a:buFont typeface="Monotype Sorts" pitchFamily="2" charset="2"/>
              <a:buNone/>
            </a:pPr>
            <a:r>
              <a:rPr lang="en-US" altLang="zh-CN">
                <a:ea typeface="SimSun" panose="02010600030101010101" pitchFamily="2" charset="-122"/>
              </a:rPr>
              <a:t> Problem formulation</a:t>
            </a:r>
            <a:endParaRPr lang="zh-CN" altLang="en-US">
              <a:ea typeface="SimSun" panose="02010600030101010101" pitchFamily="2" charset="-122"/>
            </a:endParaRPr>
          </a:p>
        </p:txBody>
      </p:sp>
      <p:pic>
        <p:nvPicPr>
          <p:cNvPr id="2478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743200"/>
            <a:ext cx="727233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81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FB81F26-59AB-4F86-9C3D-E64152A9A52D}" type="slidenum">
              <a:rPr lang="zh-CN" altLang="en-US" sz="1400" smtClean="0">
                <a:solidFill>
                  <a:schemeClr val="bg2"/>
                </a:solidFill>
                <a:latin typeface="Arial" panose="020B0604020202020204" pitchFamily="34" charset="0"/>
              </a:rPr>
              <a:pPr>
                <a:spcBef>
                  <a:spcPct val="50000"/>
                </a:spcBef>
                <a:buClrTx/>
                <a:buSzTx/>
                <a:buFontTx/>
                <a:buNone/>
              </a:pPr>
              <a:t>178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3CE97E1-1864-B223-3277-EA7CA1DD320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p:cNvSpPr>
            <a:spLocks noGrp="1"/>
          </p:cNvSpPr>
          <p:nvPr>
            <p:ph type="title"/>
          </p:nvPr>
        </p:nvSpPr>
        <p:spPr/>
        <p:txBody>
          <a:bodyPr/>
          <a:lstStyle/>
          <a:p>
            <a:pPr algn="ctr"/>
            <a:r>
              <a:rPr lang="en-US" altLang="zh-CN">
                <a:ea typeface="SimSun" panose="02010600030101010101" pitchFamily="2" charset="-122"/>
              </a:rPr>
              <a:t>Support Vector Regression</a:t>
            </a:r>
            <a:endParaRPr lang="zh-CN" altLang="en-US">
              <a:ea typeface="SimSun" panose="02010600030101010101" pitchFamily="2" charset="-122"/>
            </a:endParaRPr>
          </a:p>
        </p:txBody>
      </p:sp>
      <p:sp>
        <p:nvSpPr>
          <p:cNvPr id="248835" name="内容占位符 2"/>
          <p:cNvSpPr>
            <a:spLocks noGrp="1"/>
          </p:cNvSpPr>
          <p:nvPr>
            <p:ph idx="1"/>
          </p:nvPr>
        </p:nvSpPr>
        <p:spPr/>
        <p:txBody>
          <a:bodyPr/>
          <a:lstStyle/>
          <a:p>
            <a:pPr>
              <a:buFont typeface="Monotype Sorts" pitchFamily="2" charset="2"/>
              <a:buNone/>
            </a:pPr>
            <a:r>
              <a:rPr lang="en-US" altLang="zh-CN">
                <a:ea typeface="SimSun" panose="02010600030101010101" pitchFamily="2" charset="-122"/>
              </a:rPr>
              <a:t>Problem reformulation</a:t>
            </a:r>
            <a:endParaRPr lang="zh-CN" altLang="en-US">
              <a:ea typeface="SimSun" panose="02010600030101010101" pitchFamily="2" charset="-122"/>
            </a:endParaRPr>
          </a:p>
        </p:txBody>
      </p:sp>
      <p:pic>
        <p:nvPicPr>
          <p:cNvPr id="24883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438400"/>
            <a:ext cx="556260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83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3C87C1C-C93E-407C-9D82-1984F909D5B8}" type="slidenum">
              <a:rPr lang="zh-CN" altLang="en-US" sz="1400" smtClean="0">
                <a:solidFill>
                  <a:schemeClr val="bg2"/>
                </a:solidFill>
                <a:latin typeface="Arial" panose="020B0604020202020204" pitchFamily="34" charset="0"/>
              </a:rPr>
              <a:pPr>
                <a:spcBef>
                  <a:spcPct val="50000"/>
                </a:spcBef>
                <a:buClrTx/>
                <a:buSzTx/>
                <a:buFontTx/>
                <a:buNone/>
              </a:pPr>
              <a:t>179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789190E-13A1-81FD-30C9-57DF384BD45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标题 1"/>
          <p:cNvSpPr>
            <a:spLocks noGrp="1"/>
          </p:cNvSpPr>
          <p:nvPr>
            <p:ph type="title"/>
          </p:nvPr>
        </p:nvSpPr>
        <p:spPr/>
        <p:txBody>
          <a:bodyPr/>
          <a:lstStyle/>
          <a:p>
            <a:pPr algn="ctr"/>
            <a:r>
              <a:rPr lang="en-US" altLang="zh-CN">
                <a:ea typeface="SimSun" panose="02010600030101010101" pitchFamily="2" charset="-122"/>
              </a:rPr>
              <a:t>Support Vector Regression</a:t>
            </a:r>
            <a:endParaRPr lang="zh-CN" altLang="en-US">
              <a:ea typeface="SimSun" panose="02010600030101010101" pitchFamily="2" charset="-122"/>
            </a:endParaRPr>
          </a:p>
        </p:txBody>
      </p:sp>
      <p:pic>
        <p:nvPicPr>
          <p:cNvPr id="24986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33600" y="1828800"/>
            <a:ext cx="5545138" cy="2800350"/>
          </a:xfrm>
          <a:noFill/>
        </p:spPr>
      </p:pic>
      <p:pic>
        <p:nvPicPr>
          <p:cNvPr id="24986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4724400"/>
            <a:ext cx="2743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6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DC135A7-8FF2-437E-B714-F24250D660F2}" type="slidenum">
              <a:rPr lang="zh-CN" altLang="en-US" sz="1400" smtClean="0">
                <a:solidFill>
                  <a:schemeClr val="bg2"/>
                </a:solidFill>
                <a:latin typeface="Arial" panose="020B0604020202020204" pitchFamily="34" charset="0"/>
              </a:rPr>
              <a:pPr>
                <a:spcBef>
                  <a:spcPct val="50000"/>
                </a:spcBef>
                <a:buClrTx/>
                <a:buSzTx/>
                <a:buFontTx/>
                <a:buNone/>
              </a:pPr>
              <a:t>180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DFD5320-BAB7-AA2E-8630-8F764EBBED1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标题 1"/>
          <p:cNvSpPr>
            <a:spLocks noGrp="1"/>
          </p:cNvSpPr>
          <p:nvPr>
            <p:ph type="title"/>
          </p:nvPr>
        </p:nvSpPr>
        <p:spPr/>
        <p:txBody>
          <a:bodyPr/>
          <a:lstStyle/>
          <a:p>
            <a:pPr algn="ctr"/>
            <a:r>
              <a:rPr lang="en-US" altLang="zh-CN">
                <a:ea typeface="SimSun" panose="02010600030101010101" pitchFamily="2" charset="-122"/>
              </a:rPr>
              <a:t>Support Vector Regression</a:t>
            </a:r>
            <a:endParaRPr lang="zh-CN" altLang="en-US">
              <a:ea typeface="SimSun" panose="02010600030101010101" pitchFamily="2" charset="-122"/>
            </a:endParaRPr>
          </a:p>
        </p:txBody>
      </p:sp>
      <p:pic>
        <p:nvPicPr>
          <p:cNvPr id="2508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76400"/>
            <a:ext cx="4068763"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8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495800"/>
            <a:ext cx="7372350"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8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A781E98-97D1-4CF3-8F55-09BEEAA52819}" type="slidenum">
              <a:rPr lang="zh-CN" altLang="en-US" sz="1400" smtClean="0">
                <a:solidFill>
                  <a:schemeClr val="bg2"/>
                </a:solidFill>
                <a:latin typeface="Arial" panose="020B0604020202020204" pitchFamily="34" charset="0"/>
              </a:rPr>
              <a:pPr>
                <a:spcBef>
                  <a:spcPct val="50000"/>
                </a:spcBef>
                <a:buClrTx/>
                <a:buSzTx/>
                <a:buFontTx/>
                <a:buNone/>
              </a:pPr>
              <a:t>181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F0B2B14-CB75-C72F-C18F-4941C56C608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标题 1"/>
          <p:cNvSpPr>
            <a:spLocks noGrp="1"/>
          </p:cNvSpPr>
          <p:nvPr>
            <p:ph type="title"/>
          </p:nvPr>
        </p:nvSpPr>
        <p:spPr/>
        <p:txBody>
          <a:bodyPr/>
          <a:lstStyle/>
          <a:p>
            <a:pPr algn="ctr"/>
            <a:r>
              <a:rPr lang="en-US" altLang="zh-CN">
                <a:ea typeface="SimSun" panose="02010600030101010101" pitchFamily="2" charset="-122"/>
              </a:rPr>
              <a:t>Least-squares SVM</a:t>
            </a:r>
            <a:endParaRPr lang="zh-CN" altLang="en-US">
              <a:ea typeface="SimSun" panose="02010600030101010101" pitchFamily="2" charset="-122"/>
            </a:endParaRPr>
          </a:p>
        </p:txBody>
      </p:sp>
      <p:sp>
        <p:nvSpPr>
          <p:cNvPr id="251907" name="内容占位符 2"/>
          <p:cNvSpPr>
            <a:spLocks noGrp="1"/>
          </p:cNvSpPr>
          <p:nvPr>
            <p:ph idx="1"/>
          </p:nvPr>
        </p:nvSpPr>
        <p:spPr>
          <a:xfrm>
            <a:off x="990600" y="1828800"/>
            <a:ext cx="7924800" cy="4114800"/>
          </a:xfrm>
        </p:spPr>
        <p:txBody>
          <a:bodyPr/>
          <a:lstStyle/>
          <a:p>
            <a:pPr>
              <a:buFont typeface="Monotype Sorts" pitchFamily="2" charset="2"/>
              <a:buNone/>
            </a:pPr>
            <a:r>
              <a:rPr lang="en-US" altLang="zh-CN">
                <a:ea typeface="SimSun" panose="02010600030101010101" pitchFamily="2" charset="-122"/>
              </a:rPr>
              <a:t>   Proposed by Suykens and </a:t>
            </a:r>
            <a:r>
              <a:rPr lang="en-US" altLang="en-US"/>
              <a:t>Vandewalle at KUL </a:t>
            </a:r>
            <a:r>
              <a:rPr lang="en-US" altLang="zh-CN">
                <a:ea typeface="SimSun" panose="02010600030101010101" pitchFamily="2" charset="-122"/>
              </a:rPr>
              <a:t>in 1999.</a:t>
            </a:r>
          </a:p>
          <a:p>
            <a:pPr>
              <a:buFont typeface="Monotype Sorts" pitchFamily="2" charset="2"/>
              <a:buNone/>
            </a:pPr>
            <a:r>
              <a:rPr lang="en-US" altLang="zh-CN">
                <a:ea typeface="SimSun" panose="02010600030101010101" pitchFamily="2" charset="-122"/>
              </a:rPr>
              <a:t>    Let </a:t>
            </a:r>
          </a:p>
          <a:p>
            <a:pPr>
              <a:buFont typeface="Monotype Sorts" pitchFamily="2" charset="2"/>
              <a:buNone/>
            </a:pPr>
            <a:r>
              <a:rPr lang="en-US" altLang="zh-CN">
                <a:ea typeface="SimSun" panose="02010600030101010101" pitchFamily="2" charset="-122"/>
              </a:rPr>
              <a:t>    Primal problem formulation</a:t>
            </a:r>
          </a:p>
          <a:p>
            <a:pPr>
              <a:buFont typeface="Monotype Sorts" pitchFamily="2" charset="2"/>
              <a:buNone/>
            </a:pPr>
            <a:endParaRPr lang="en-US" altLang="zh-CN">
              <a:ea typeface="SimSun" panose="02010600030101010101" pitchFamily="2" charset="-122"/>
            </a:endParaRPr>
          </a:p>
        </p:txBody>
      </p:sp>
      <p:pic>
        <p:nvPicPr>
          <p:cNvPr id="25190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971800"/>
            <a:ext cx="35909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91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114800"/>
            <a:ext cx="61245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191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8D73205-D42E-4D4A-AB4D-5C8ED1D6B648}" type="slidenum">
              <a:rPr lang="zh-CN" altLang="en-US" sz="1400" smtClean="0">
                <a:solidFill>
                  <a:schemeClr val="bg2"/>
                </a:solidFill>
                <a:latin typeface="Arial" panose="020B0604020202020204" pitchFamily="34" charset="0"/>
              </a:rPr>
              <a:pPr>
                <a:spcBef>
                  <a:spcPct val="50000"/>
                </a:spcBef>
                <a:buClrTx/>
                <a:buSzTx/>
                <a:buFontTx/>
                <a:buNone/>
              </a:pPr>
              <a:t>182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55149E7-D0D7-D35D-44F3-4CD1196EC1A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p:cNvSpPr>
            <a:spLocks noGrp="1"/>
          </p:cNvSpPr>
          <p:nvPr>
            <p:ph type="title"/>
          </p:nvPr>
        </p:nvSpPr>
        <p:spPr/>
        <p:txBody>
          <a:bodyPr/>
          <a:lstStyle/>
          <a:p>
            <a:pPr algn="ctr"/>
            <a:r>
              <a:rPr lang="en-US" altLang="zh-CN">
                <a:ea typeface="SimSun" panose="02010600030101010101" pitchFamily="2" charset="-122"/>
              </a:rPr>
              <a:t>Least-squares SVM</a:t>
            </a:r>
            <a:endParaRPr lang="zh-CN" altLang="en-US">
              <a:ea typeface="SimSun" panose="02010600030101010101" pitchFamily="2" charset="-122"/>
            </a:endParaRPr>
          </a:p>
        </p:txBody>
      </p:sp>
      <p:sp>
        <p:nvSpPr>
          <p:cNvPr id="252931" name="内容占位符 2"/>
          <p:cNvSpPr>
            <a:spLocks noGrp="1"/>
          </p:cNvSpPr>
          <p:nvPr>
            <p:ph idx="1"/>
          </p:nvPr>
        </p:nvSpPr>
        <p:spPr/>
        <p:txBody>
          <a:bodyPr/>
          <a:lstStyle/>
          <a:p>
            <a:pPr>
              <a:buFont typeface="Monotype Sorts" pitchFamily="2" charset="2"/>
              <a:buNone/>
            </a:pPr>
            <a:r>
              <a:rPr lang="en-US" altLang="zh-CN">
                <a:ea typeface="SimSun" panose="02010600030101010101" pitchFamily="2" charset="-122"/>
              </a:rPr>
              <a:t> Lagrangian</a:t>
            </a:r>
          </a:p>
          <a:p>
            <a:pPr>
              <a:buFont typeface="Monotype Sorts" pitchFamily="2" charset="2"/>
              <a:buNone/>
            </a:pPr>
            <a:endParaRPr lang="zh-CN" altLang="en-US">
              <a:ea typeface="SimSun" panose="02010600030101010101" pitchFamily="2" charset="-122"/>
            </a:endParaRPr>
          </a:p>
        </p:txBody>
      </p:sp>
      <p:pic>
        <p:nvPicPr>
          <p:cNvPr id="25293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438400"/>
            <a:ext cx="7494588"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293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505200"/>
            <a:ext cx="6913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293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5113" y="4343400"/>
            <a:ext cx="6858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93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888FE31-4659-4932-8B56-3353619532EA}" type="slidenum">
              <a:rPr lang="zh-CN" altLang="en-US" sz="1400" smtClean="0">
                <a:solidFill>
                  <a:schemeClr val="bg2"/>
                </a:solidFill>
                <a:latin typeface="Arial" panose="020B0604020202020204" pitchFamily="34" charset="0"/>
              </a:rPr>
              <a:pPr>
                <a:spcBef>
                  <a:spcPct val="50000"/>
                </a:spcBef>
                <a:buClrTx/>
                <a:buSzTx/>
                <a:buFontTx/>
                <a:buNone/>
              </a:pPr>
              <a:t>183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D1383CC-B62A-CE8B-DCB3-F84C4C9D9C0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9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29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标题 1"/>
          <p:cNvSpPr>
            <a:spLocks noGrp="1"/>
          </p:cNvSpPr>
          <p:nvPr>
            <p:ph type="title"/>
          </p:nvPr>
        </p:nvSpPr>
        <p:spPr/>
        <p:txBody>
          <a:bodyPr/>
          <a:lstStyle/>
          <a:p>
            <a:pPr algn="ctr"/>
            <a:r>
              <a:rPr lang="en-US" altLang="zh-CN">
                <a:ea typeface="SimSun" panose="02010600030101010101" pitchFamily="2" charset="-122"/>
              </a:rPr>
              <a:t>Least-squares SVM</a:t>
            </a:r>
            <a:endParaRPr lang="zh-CN" altLang="en-US">
              <a:ea typeface="SimSun" panose="02010600030101010101" pitchFamily="2" charset="-122"/>
            </a:endParaRPr>
          </a:p>
        </p:txBody>
      </p:sp>
      <p:sp>
        <p:nvSpPr>
          <p:cNvPr id="253955" name="内容占位符 2"/>
          <p:cNvSpPr>
            <a:spLocks noGrp="1"/>
          </p:cNvSpPr>
          <p:nvPr>
            <p:ph idx="1"/>
          </p:nvPr>
        </p:nvSpPr>
        <p:spPr/>
        <p:txBody>
          <a:bodyPr/>
          <a:lstStyle/>
          <a:p>
            <a:pPr>
              <a:buFont typeface="Monotype Sorts" pitchFamily="2" charset="2"/>
              <a:buNone/>
            </a:pPr>
            <a:r>
              <a:rPr lang="en-US" altLang="zh-CN">
                <a:ea typeface="SimSun" panose="02010600030101010101" pitchFamily="2" charset="-122"/>
              </a:rPr>
              <a:t> Final model</a:t>
            </a:r>
          </a:p>
          <a:p>
            <a:pPr>
              <a:buFont typeface="Monotype Sorts" pitchFamily="2" charset="2"/>
              <a:buNone/>
            </a:pPr>
            <a:endParaRPr lang="zh-CN" altLang="en-US">
              <a:ea typeface="SimSun" panose="02010600030101010101" pitchFamily="2" charset="-122"/>
            </a:endParaRPr>
          </a:p>
        </p:txBody>
      </p:sp>
      <p:pic>
        <p:nvPicPr>
          <p:cNvPr id="2539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514600"/>
            <a:ext cx="49371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F1BB7D4-0BB8-4A1E-9502-FB1C7958ACE2}" type="slidenum">
              <a:rPr lang="zh-CN" altLang="en-US" sz="1400" smtClean="0">
                <a:solidFill>
                  <a:schemeClr val="bg2"/>
                </a:solidFill>
                <a:latin typeface="Arial" panose="020B0604020202020204" pitchFamily="34" charset="0"/>
              </a:rPr>
              <a:pPr>
                <a:spcBef>
                  <a:spcPct val="50000"/>
                </a:spcBef>
                <a:buClrTx/>
                <a:buSzTx/>
                <a:buFontTx/>
                <a:buNone/>
              </a:pPr>
              <a:t>184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9A13EF9-E68D-66CA-3A7C-D4FFF54FAFF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p:cNvSpPr>
            <a:spLocks noGrp="1"/>
          </p:cNvSpPr>
          <p:nvPr>
            <p:ph type="title"/>
          </p:nvPr>
        </p:nvSpPr>
        <p:spPr/>
        <p:txBody>
          <a:bodyPr/>
          <a:lstStyle/>
          <a:p>
            <a:pPr algn="ctr"/>
            <a:r>
              <a:rPr lang="en-US" altLang="en-US"/>
              <a:t>Two-spirial Classification</a:t>
            </a:r>
          </a:p>
        </p:txBody>
      </p:sp>
      <p:pic>
        <p:nvPicPr>
          <p:cNvPr id="25498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95500" y="1534609"/>
            <a:ext cx="5562600" cy="4435475"/>
          </a:xfrm>
          <a:noFill/>
        </p:spPr>
      </p:pic>
      <p:sp>
        <p:nvSpPr>
          <p:cNvPr id="25498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4C68C3E-5090-4B0E-8409-9436581EF284}" type="slidenum">
              <a:rPr lang="zh-CN" altLang="en-US" sz="1400" smtClean="0">
                <a:solidFill>
                  <a:schemeClr val="bg2"/>
                </a:solidFill>
                <a:latin typeface="Arial" panose="020B0604020202020204" pitchFamily="34" charset="0"/>
              </a:rPr>
              <a:pPr>
                <a:spcBef>
                  <a:spcPct val="50000"/>
                </a:spcBef>
                <a:buClrTx/>
                <a:buSzTx/>
                <a:buFontTx/>
                <a:buNone/>
              </a:pPr>
              <a:t>185</a:t>
            </a:fld>
            <a:endParaRPr lang="en-US" altLang="zh-CN" sz="1400">
              <a:solidFill>
                <a:schemeClr val="bg2"/>
              </a:solidFill>
              <a:latin typeface="Arial" panose="020B0604020202020204" pitchFamily="34" charset="0"/>
            </a:endParaRPr>
          </a:p>
        </p:txBody>
      </p:sp>
      <p:sp>
        <p:nvSpPr>
          <p:cNvPr id="3" name="文本框 2">
            <a:extLst>
              <a:ext uri="{FF2B5EF4-FFF2-40B4-BE49-F238E27FC236}">
                <a16:creationId xmlns:a16="http://schemas.microsoft.com/office/drawing/2014/main" id="{572D735D-8BA1-AF94-CA24-61E3BD8D195B}"/>
              </a:ext>
            </a:extLst>
          </p:cNvPr>
          <p:cNvSpPr txBox="1"/>
          <p:nvPr/>
        </p:nvSpPr>
        <p:spPr>
          <a:xfrm>
            <a:off x="1142071" y="6029183"/>
            <a:ext cx="6859858" cy="461665"/>
          </a:xfrm>
          <a:prstGeom prst="rect">
            <a:avLst/>
          </a:prstGeom>
          <a:noFill/>
        </p:spPr>
        <p:txBody>
          <a:bodyPr wrap="square">
            <a:spAutoFit/>
          </a:bodyPr>
          <a:lstStyle/>
          <a:p>
            <a:pPr algn="just"/>
            <a:r>
              <a:rPr lang="en-US" altLang="zh-CN" sz="1200" dirty="0">
                <a:latin typeface="+mn-ea"/>
              </a:rPr>
              <a:t>Ref:</a:t>
            </a:r>
            <a:r>
              <a:rPr lang="zh-CN" altLang="en-US" sz="1200" dirty="0">
                <a:latin typeface="+mn-ea"/>
              </a:rPr>
              <a:t> </a:t>
            </a:r>
            <a:r>
              <a:rPr lang="zh-CN" altLang="zh-CN" sz="1200" dirty="0">
                <a:latin typeface="+mn-ea"/>
              </a:rPr>
              <a:t>J. A. K. Suykens and J. Vandewalle, "Least Squares Support Vector Machine Classifiers," </a:t>
            </a:r>
            <a:r>
              <a:rPr lang="zh-CN" altLang="zh-CN" sz="1200" i="1" dirty="0">
                <a:latin typeface="+mn-ea"/>
              </a:rPr>
              <a:t>Neural Processing Letters</a:t>
            </a:r>
            <a:r>
              <a:rPr lang="zh-CN" altLang="zh-CN" sz="1200" dirty="0">
                <a:latin typeface="+mn-ea"/>
              </a:rPr>
              <a:t>, vol. 9, no. 3, pp. 293–300, 1999.</a:t>
            </a:r>
            <a:endParaRPr lang="zh-CN" altLang="en-US" sz="1200" dirty="0">
              <a:latin typeface="+mn-ea"/>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标题 1"/>
          <p:cNvSpPr>
            <a:spLocks noGrp="1"/>
          </p:cNvSpPr>
          <p:nvPr>
            <p:ph type="title"/>
          </p:nvPr>
        </p:nvSpPr>
        <p:spPr/>
        <p:txBody>
          <a:bodyPr/>
          <a:lstStyle/>
          <a:p>
            <a:pPr algn="ctr"/>
            <a:r>
              <a:rPr lang="en-US" altLang="en-US"/>
              <a:t>Short-term Prediction</a:t>
            </a:r>
          </a:p>
        </p:txBody>
      </p:sp>
      <p:pic>
        <p:nvPicPr>
          <p:cNvPr id="25600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03412" y="1425406"/>
            <a:ext cx="5907088" cy="4367213"/>
          </a:xfrm>
          <a:noFill/>
        </p:spPr>
      </p:pic>
      <p:sp>
        <p:nvSpPr>
          <p:cNvPr id="2560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0F2658B-E538-4339-A177-E5C0D4BEF0CF}" type="slidenum">
              <a:rPr lang="zh-CN" altLang="en-US" sz="1400" smtClean="0">
                <a:solidFill>
                  <a:schemeClr val="bg2"/>
                </a:solidFill>
                <a:latin typeface="Arial" panose="020B0604020202020204" pitchFamily="34" charset="0"/>
              </a:rPr>
              <a:pPr>
                <a:spcBef>
                  <a:spcPct val="50000"/>
                </a:spcBef>
                <a:buClrTx/>
                <a:buSzTx/>
                <a:buFontTx/>
                <a:buNone/>
              </a:pPr>
              <a:t>186</a:t>
            </a:fld>
            <a:endParaRPr lang="en-US" altLang="zh-CN" sz="1400">
              <a:solidFill>
                <a:schemeClr val="bg2"/>
              </a:solidFill>
              <a:latin typeface="Arial" panose="020B0604020202020204" pitchFamily="34" charset="0"/>
            </a:endParaRPr>
          </a:p>
        </p:txBody>
      </p:sp>
      <p:sp>
        <p:nvSpPr>
          <p:cNvPr id="3" name="文本框 2">
            <a:extLst>
              <a:ext uri="{FF2B5EF4-FFF2-40B4-BE49-F238E27FC236}">
                <a16:creationId xmlns:a16="http://schemas.microsoft.com/office/drawing/2014/main" id="{775AFBB2-650A-00F7-DC3A-5D7E80508DDC}"/>
              </a:ext>
            </a:extLst>
          </p:cNvPr>
          <p:cNvSpPr txBox="1"/>
          <p:nvPr/>
        </p:nvSpPr>
        <p:spPr>
          <a:xfrm>
            <a:off x="1105499" y="5792619"/>
            <a:ext cx="7157554" cy="646331"/>
          </a:xfrm>
          <a:prstGeom prst="rect">
            <a:avLst/>
          </a:prstGeom>
          <a:noFill/>
        </p:spPr>
        <p:txBody>
          <a:bodyPr wrap="square">
            <a:spAutoFit/>
          </a:bodyPr>
          <a:lstStyle/>
          <a:p>
            <a:pPr algn="just"/>
            <a:r>
              <a:rPr lang="en-US" altLang="zh-CN" sz="1200" dirty="0"/>
              <a:t>Ref:</a:t>
            </a:r>
            <a:r>
              <a:rPr lang="zh-CN" altLang="en-US" sz="1200" dirty="0"/>
              <a:t> </a:t>
            </a:r>
            <a:r>
              <a:rPr lang="zh-CN" altLang="zh-CN" sz="1200" dirty="0"/>
              <a:t>M. Espinoza, J. A. K. Suykens, R. Belmans, and B. De Moor, "Electric Load Forecasting: Using Kernel-Based Modeling for Nonlinear System Identification," </a:t>
            </a:r>
            <a:r>
              <a:rPr lang="zh-CN" altLang="zh-CN" sz="1200" i="1" dirty="0"/>
              <a:t>IEEE Control Systems Magazine</a:t>
            </a:r>
            <a:r>
              <a:rPr lang="zh-CN" altLang="zh-CN" sz="1200" dirty="0"/>
              <a:t>, vol. 27, no. 5, pp. 43–57, 2007.</a:t>
            </a:r>
            <a:endParaRPr lang="zh-CN" altLang="en-US" sz="1200" dirty="0"/>
          </a:p>
        </p:txBody>
      </p:sp>
      <p:sp>
        <p:nvSpPr>
          <p:cNvPr id="4" name="Footer Placeholder 4">
            <a:extLst>
              <a:ext uri="{FF2B5EF4-FFF2-40B4-BE49-F238E27FC236}">
                <a16:creationId xmlns:a16="http://schemas.microsoft.com/office/drawing/2014/main" id="{B61EBCF5-9E0B-207A-546D-7320D328DCA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7027" name="Rectangle 2"/>
          <p:cNvSpPr>
            <a:spLocks noGrp="1" noChangeArrowheads="1"/>
          </p:cNvSpPr>
          <p:nvPr>
            <p:ph type="title"/>
          </p:nvPr>
        </p:nvSpPr>
        <p:spPr/>
        <p:txBody>
          <a:bodyPr/>
          <a:lstStyle/>
          <a:p>
            <a:pPr algn="ctr"/>
            <a:r>
              <a:rPr lang="en-US" altLang="zh-CN">
                <a:ea typeface="SimSun" panose="02010600030101010101" pitchFamily="2" charset="-122"/>
              </a:rPr>
              <a:t>General Learning Problem</a:t>
            </a:r>
          </a:p>
        </p:txBody>
      </p:sp>
      <p:sp>
        <p:nvSpPr>
          <p:cNvPr id="257028" name="Rectangle 3"/>
          <p:cNvSpPr>
            <a:spLocks noGrp="1" noChangeArrowheads="1"/>
          </p:cNvSpPr>
          <p:nvPr>
            <p:ph type="body" idx="1"/>
          </p:nvPr>
        </p:nvSpPr>
        <p:spPr/>
        <p:txBody>
          <a:bodyPr/>
          <a:lstStyle/>
          <a:p>
            <a:pPr>
              <a:buSzPct val="55000"/>
              <a:buFont typeface="Monotype Sorts" pitchFamily="2" charset="2"/>
              <a:buChar char="l"/>
            </a:pPr>
            <a:r>
              <a:rPr lang="en-US" altLang="zh-CN">
                <a:ea typeface="SimSun" panose="02010600030101010101" pitchFamily="2" charset="-122"/>
              </a:rPr>
              <a:t>The </a:t>
            </a:r>
            <a:r>
              <a:rPr lang="en-US" altLang="zh-CN" i="1">
                <a:ea typeface="SimSun" panose="02010600030101010101" pitchFamily="2" charset="-122"/>
              </a:rPr>
              <a:t>general learning problem</a:t>
            </a:r>
            <a:r>
              <a:rPr lang="en-US" altLang="zh-CN">
                <a:ea typeface="SimSun" panose="02010600030101010101" pitchFamily="2" charset="-122"/>
              </a:rPr>
              <a:t> for a neural network consists in finding the unknown elements of a given architecture (e.g., activation functions or connection weights).</a:t>
            </a:r>
          </a:p>
          <a:p>
            <a:pPr>
              <a:buSzPct val="55000"/>
              <a:buFont typeface="Monotype Sorts" pitchFamily="2" charset="2"/>
              <a:buChar char="l"/>
            </a:pPr>
            <a:r>
              <a:rPr lang="en-US" altLang="zh-CN">
                <a:ea typeface="SimSun" panose="02010600030101010101" pitchFamily="2" charset="-122"/>
              </a:rPr>
              <a:t>The </a:t>
            </a:r>
            <a:r>
              <a:rPr lang="en-US" altLang="zh-CN" i="1">
                <a:ea typeface="SimSun" panose="02010600030101010101" pitchFamily="2" charset="-122"/>
              </a:rPr>
              <a:t>general learning problem</a:t>
            </a:r>
            <a:r>
              <a:rPr lang="en-US" altLang="zh-CN">
                <a:ea typeface="SimSun" panose="02010600030101010101" pitchFamily="2" charset="-122"/>
              </a:rPr>
              <a:t> for a neural network is NP-complete. </a:t>
            </a:r>
          </a:p>
          <a:p>
            <a:pPr>
              <a:buSzPct val="55000"/>
              <a:buFont typeface="Monotype Sorts" pitchFamily="2" charset="2"/>
              <a:buChar char="l"/>
            </a:pPr>
            <a:endParaRPr lang="zh-CN" altLang="en-US">
              <a:ea typeface="SimSun" panose="02010600030101010101" pitchFamily="2" charset="-122"/>
            </a:endParaRPr>
          </a:p>
        </p:txBody>
      </p:sp>
      <p:sp>
        <p:nvSpPr>
          <p:cNvPr id="2570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87184BD-9654-47BB-AF6D-0B4C25C3851B}" type="slidenum">
              <a:rPr lang="zh-CN" altLang="en-US" sz="1400" smtClean="0">
                <a:solidFill>
                  <a:schemeClr val="bg2"/>
                </a:solidFill>
                <a:latin typeface="Arial" panose="020B0604020202020204" pitchFamily="34" charset="0"/>
              </a:rPr>
              <a:pPr>
                <a:spcBef>
                  <a:spcPct val="50000"/>
                </a:spcBef>
                <a:buClrTx/>
                <a:buSzTx/>
                <a:buFontTx/>
                <a:buNone/>
              </a:pPr>
              <a:t>187</a:t>
            </a:fld>
            <a:endParaRPr lang="en-US" altLang="zh-CN" sz="1400">
              <a:solidFill>
                <a:schemeClr val="bg2"/>
              </a:solidFill>
              <a:latin typeface="Arial" panose="020B0604020202020204" pitchFamily="34" charset="0"/>
            </a:endParaRPr>
          </a:p>
        </p:txBody>
      </p:sp>
      <p:sp>
        <p:nvSpPr>
          <p:cNvPr id="3" name="Footer Placeholder 4">
            <a:extLst>
              <a:ext uri="{FF2B5EF4-FFF2-40B4-BE49-F238E27FC236}">
                <a16:creationId xmlns:a16="http://schemas.microsoft.com/office/drawing/2014/main" id="{9A41B96F-0991-3715-E680-B242D275B66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70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9075" name="Rectangle 2"/>
          <p:cNvSpPr>
            <a:spLocks noGrp="1" noChangeArrowheads="1"/>
          </p:cNvSpPr>
          <p:nvPr>
            <p:ph type="title"/>
          </p:nvPr>
        </p:nvSpPr>
        <p:spPr/>
        <p:txBody>
          <a:bodyPr/>
          <a:lstStyle/>
          <a:p>
            <a:pPr algn="ctr"/>
            <a:r>
              <a:rPr lang="en-US" altLang="zh-CN">
                <a:ea typeface="SimSun" panose="02010600030101010101" pitchFamily="2" charset="-122"/>
              </a:rPr>
              <a:t>Unsupervised Learning</a:t>
            </a:r>
          </a:p>
        </p:txBody>
      </p:sp>
      <p:sp>
        <p:nvSpPr>
          <p:cNvPr id="259076" name="Rectangle 3"/>
          <p:cNvSpPr>
            <a:spLocks noGrp="1" noChangeArrowheads="1"/>
          </p:cNvSpPr>
          <p:nvPr>
            <p:ph type="body" idx="1"/>
          </p:nvPr>
        </p:nvSpPr>
        <p:spPr>
          <a:xfrm>
            <a:off x="990600" y="1828800"/>
            <a:ext cx="7467600" cy="3886200"/>
          </a:xfrm>
        </p:spPr>
        <p:txBody>
          <a:bodyPr/>
          <a:lstStyle/>
          <a:p>
            <a:pPr>
              <a:buSzPct val="50000"/>
              <a:buFont typeface="Monotype Sorts" pitchFamily="2" charset="2"/>
              <a:buChar char="l"/>
            </a:pPr>
            <a:r>
              <a:rPr lang="en-US" altLang="zh-CN" sz="2800">
                <a:ea typeface="SimSun" panose="02010600030101010101" pitchFamily="2" charset="-122"/>
              </a:rPr>
              <a:t>Reinforcement learning: Each input stimulus generates a reinforcement of the weights and thresholds in such a way as to enhance the reproduction of the desired output; e.g., Hebbian learning. </a:t>
            </a:r>
          </a:p>
          <a:p>
            <a:pPr>
              <a:buSzPct val="50000"/>
              <a:buFont typeface="Monotype Sorts" pitchFamily="2" charset="2"/>
              <a:buChar char="l"/>
            </a:pPr>
            <a:r>
              <a:rPr lang="en-US" altLang="zh-CN" sz="2800">
                <a:ea typeface="SimSun" panose="02010600030101010101" pitchFamily="2" charset="-122"/>
              </a:rPr>
              <a:t>Competitive learning: The elements of the the neural network compete with each other for the right to produce the output associated with an input stimulus; e.g., Kohonen learning.</a:t>
            </a:r>
            <a:endParaRPr lang="en-US" altLang="zh-CN">
              <a:ea typeface="SimSun" panose="02010600030101010101" pitchFamily="2" charset="-122"/>
            </a:endParaRPr>
          </a:p>
        </p:txBody>
      </p:sp>
      <p:sp>
        <p:nvSpPr>
          <p:cNvPr id="2590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5630AB1-C557-4A3B-95A9-6C3E4696DCD0}" type="slidenum">
              <a:rPr lang="zh-CN" altLang="en-US" sz="1400" smtClean="0">
                <a:solidFill>
                  <a:schemeClr val="bg2"/>
                </a:solidFill>
                <a:latin typeface="Arial" panose="020B0604020202020204" pitchFamily="34" charset="0"/>
              </a:rPr>
              <a:pPr>
                <a:spcBef>
                  <a:spcPct val="50000"/>
                </a:spcBef>
                <a:buClrTx/>
                <a:buSzTx/>
                <a:buFontTx/>
                <a:buNone/>
              </a:pPr>
              <a:t>188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6457D61-7669-80D7-D118-786D0B46D0A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1123" name="Rectangle 2"/>
          <p:cNvSpPr>
            <a:spLocks noGrp="1" noChangeArrowheads="1"/>
          </p:cNvSpPr>
          <p:nvPr>
            <p:ph type="title"/>
          </p:nvPr>
        </p:nvSpPr>
        <p:spPr/>
        <p:txBody>
          <a:bodyPr/>
          <a:lstStyle/>
          <a:p>
            <a:pPr algn="ctr"/>
            <a:r>
              <a:rPr lang="en-US" altLang="zh-CN">
                <a:ea typeface="SimSun" panose="02010600030101010101" pitchFamily="2" charset="-122"/>
              </a:rPr>
              <a:t>Competitive Learning</a:t>
            </a:r>
          </a:p>
        </p:txBody>
      </p:sp>
      <p:sp>
        <p:nvSpPr>
          <p:cNvPr id="261124" name="Rectangle 3"/>
          <p:cNvSpPr>
            <a:spLocks noGrp="1" noChangeArrowheads="1"/>
          </p:cNvSpPr>
          <p:nvPr>
            <p:ph type="body" idx="1"/>
          </p:nvPr>
        </p:nvSpPr>
        <p:spPr/>
        <p:txBody>
          <a:bodyPr/>
          <a:lstStyle/>
          <a:p>
            <a:pPr>
              <a:buSzPct val="50000"/>
              <a:buFont typeface="Monotype Sorts" pitchFamily="2" charset="2"/>
              <a:buNone/>
            </a:pPr>
            <a:r>
              <a:rPr lang="en-US" altLang="zh-CN" sz="2800" dirty="0">
                <a:ea typeface="SimSun" panose="02010600030101010101" pitchFamily="2" charset="-122"/>
              </a:rPr>
              <a:t>Let </a:t>
            </a:r>
            <a:r>
              <a:rPr lang="en-US" altLang="zh-CN" sz="2800" i="1" dirty="0">
                <a:ea typeface="SimSun" panose="02010600030101010101" pitchFamily="2" charset="-122"/>
              </a:rPr>
              <a:t>X</a:t>
            </a:r>
            <a:r>
              <a:rPr lang="en-US" altLang="zh-CN" sz="2800" dirty="0">
                <a:ea typeface="SimSun" panose="02010600030101010101" pitchFamily="2" charset="-122"/>
              </a:rPr>
              <a:t>={</a:t>
            </a:r>
            <a:r>
              <a:rPr lang="en-US" altLang="zh-CN" sz="2800" i="1" dirty="0">
                <a:ea typeface="SimSun" panose="02010600030101010101" pitchFamily="2" charset="-122"/>
              </a:rPr>
              <a:t>x</a:t>
            </a:r>
            <a:r>
              <a:rPr lang="en-US" altLang="zh-CN" sz="2800" i="1" baseline="30000" dirty="0">
                <a:ea typeface="SimSun" panose="02010600030101010101" pitchFamily="2" charset="-122"/>
              </a:rPr>
              <a:t>1</a:t>
            </a:r>
            <a:r>
              <a:rPr lang="en-US" altLang="zh-CN" sz="2800" i="1" dirty="0">
                <a:ea typeface="SimSun" panose="02010600030101010101" pitchFamily="2" charset="-122"/>
              </a:rPr>
              <a:t>,x</a:t>
            </a:r>
            <a:r>
              <a:rPr lang="en-US" altLang="zh-CN" sz="2800" i="1" baseline="30000" dirty="0">
                <a:ea typeface="SimSun" panose="02010600030101010101" pitchFamily="2" charset="-122"/>
              </a:rPr>
              <a:t>2</a:t>
            </a:r>
            <a:r>
              <a:rPr lang="en-US" altLang="zh-CN" sz="2800" i="1" dirty="0">
                <a:ea typeface="SimSun" panose="02010600030101010101" pitchFamily="2" charset="-122"/>
              </a:rPr>
              <a:t>,…,</a:t>
            </a:r>
            <a:r>
              <a:rPr lang="en-US" altLang="zh-CN" sz="2800" i="1" dirty="0" err="1">
                <a:ea typeface="SimSun" panose="02010600030101010101" pitchFamily="2" charset="-122"/>
              </a:rPr>
              <a:t>x</a:t>
            </a:r>
            <a:r>
              <a:rPr lang="en-US" altLang="zh-CN" sz="2800" i="1" baseline="30000" dirty="0" err="1">
                <a:ea typeface="SimSun" panose="02010600030101010101" pitchFamily="2" charset="-122"/>
              </a:rPr>
              <a:t>P</a:t>
            </a:r>
            <a:r>
              <a:rPr lang="en-US" altLang="zh-CN" sz="2800" dirty="0">
                <a:ea typeface="SimSun" panose="02010600030101010101" pitchFamily="2" charset="-122"/>
              </a:rPr>
              <a:t>} be a set of </a:t>
            </a:r>
            <a:r>
              <a:rPr lang="en-US" altLang="zh-CN" sz="2800" i="1" dirty="0">
                <a:ea typeface="SimSun" panose="02010600030101010101" pitchFamily="2" charset="-122"/>
              </a:rPr>
              <a:t>n</a:t>
            </a:r>
            <a:r>
              <a:rPr lang="en-US" altLang="zh-CN" sz="2800" dirty="0">
                <a:ea typeface="SimSun" panose="02010600030101010101" pitchFamily="2" charset="-122"/>
              </a:rPr>
              <a:t>-vector to be grouped into </a:t>
            </a:r>
            <a:r>
              <a:rPr lang="en-US" altLang="zh-CN" sz="2800" i="1" dirty="0">
                <a:ea typeface="SimSun" panose="02010600030101010101" pitchFamily="2" charset="-122"/>
              </a:rPr>
              <a:t>K</a:t>
            </a:r>
            <a:r>
              <a:rPr lang="en-US" altLang="zh-CN" sz="2800" dirty="0">
                <a:ea typeface="SimSun" panose="02010600030101010101" pitchFamily="2" charset="-122"/>
              </a:rPr>
              <a:t> clusters.</a:t>
            </a:r>
          </a:p>
          <a:p>
            <a:pPr>
              <a:buSzPct val="50000"/>
              <a:buFont typeface="Monotype Sorts" pitchFamily="2" charset="2"/>
              <a:buChar char="l"/>
            </a:pPr>
            <a:r>
              <a:rPr lang="en-US" altLang="zh-CN" sz="2800" dirty="0">
                <a:ea typeface="SimSun" panose="02010600030101010101" pitchFamily="2" charset="-122"/>
              </a:rPr>
              <a:t>Initialize weights and threshold randomly.</a:t>
            </a:r>
          </a:p>
          <a:p>
            <a:pPr>
              <a:buSzPct val="50000"/>
              <a:buFont typeface="Monotype Sorts" pitchFamily="2" charset="2"/>
              <a:buChar char="l"/>
            </a:pPr>
            <a:r>
              <a:rPr lang="en-US" altLang="zh-CN" sz="2800" dirty="0">
                <a:ea typeface="SimSun" panose="02010600030101010101" pitchFamily="2" charset="-122"/>
              </a:rPr>
              <a:t>Calculate </a:t>
            </a:r>
            <a:r>
              <a:rPr lang="en-US" altLang="zh-CN" sz="2800" i="1" dirty="0" err="1">
                <a:ea typeface="SimSun" panose="02010600030101010101" pitchFamily="2" charset="-122"/>
              </a:rPr>
              <a:t>w</a:t>
            </a:r>
            <a:r>
              <a:rPr lang="en-US" altLang="zh-CN" sz="2800" i="1" baseline="-14000" dirty="0" err="1">
                <a:ea typeface="SimSun" panose="02010600030101010101" pitchFamily="2" charset="-122"/>
              </a:rPr>
              <a:t>i</a:t>
            </a:r>
            <a:r>
              <a:rPr lang="en-US" altLang="zh-CN" sz="2800" i="1" baseline="30000" dirty="0" err="1">
                <a:ea typeface="SimSun" panose="02010600030101010101" pitchFamily="2" charset="-122"/>
              </a:rPr>
              <a:t>T</a:t>
            </a:r>
            <a:r>
              <a:rPr lang="en-US" altLang="zh-CN" sz="2800" i="1" dirty="0" err="1">
                <a:ea typeface="SimSun" panose="02010600030101010101" pitchFamily="2" charset="-122"/>
              </a:rPr>
              <a:t>x</a:t>
            </a:r>
            <a:r>
              <a:rPr lang="en-US" altLang="zh-CN" sz="2800" i="1" baseline="30000" dirty="0" err="1">
                <a:ea typeface="SimSun" panose="02010600030101010101" pitchFamily="2" charset="-122"/>
              </a:rPr>
              <a:t>j</a:t>
            </a:r>
            <a:r>
              <a:rPr lang="en-US" altLang="zh-CN" sz="2800" i="1" dirty="0">
                <a:ea typeface="SimSun" panose="02010600030101010101" pitchFamily="2" charset="-122"/>
              </a:rPr>
              <a:t> </a:t>
            </a:r>
            <a:r>
              <a:rPr lang="en-US" altLang="zh-CN" sz="2800" dirty="0">
                <a:ea typeface="SimSun" panose="02010600030101010101" pitchFamily="2" charset="-122"/>
              </a:rPr>
              <a:t>with a random </a:t>
            </a:r>
            <a:r>
              <a:rPr lang="en-US" altLang="zh-CN" sz="2800" i="1" dirty="0" err="1">
                <a:ea typeface="SimSun" panose="02010600030101010101" pitchFamily="2" charset="-122"/>
              </a:rPr>
              <a:t>x</a:t>
            </a:r>
            <a:r>
              <a:rPr lang="en-US" altLang="zh-CN" sz="2800" i="1" baseline="30000" dirty="0" err="1">
                <a:ea typeface="SimSun" panose="02010600030101010101" pitchFamily="2" charset="-122"/>
              </a:rPr>
              <a:t>j</a:t>
            </a:r>
            <a:r>
              <a:rPr lang="en-US" altLang="zh-CN" sz="2800" dirty="0">
                <a:ea typeface="SimSun" panose="02010600030101010101" pitchFamily="2" charset="-122"/>
              </a:rPr>
              <a:t> from </a:t>
            </a:r>
            <a:r>
              <a:rPr lang="en-US" altLang="zh-CN" sz="2800" i="1" dirty="0">
                <a:ea typeface="SimSun" panose="02010600030101010101" pitchFamily="2" charset="-122"/>
              </a:rPr>
              <a:t>X</a:t>
            </a:r>
            <a:r>
              <a:rPr lang="en-US" altLang="zh-CN" sz="2800" dirty="0">
                <a:ea typeface="SimSun" panose="02010600030101010101" pitchFamily="2" charset="-122"/>
              </a:rPr>
              <a:t> for </a:t>
            </a:r>
          </a:p>
          <a:p>
            <a:pPr>
              <a:buSzPct val="50000"/>
              <a:buFont typeface="Monotype Sorts" pitchFamily="2" charset="2"/>
              <a:buNone/>
            </a:pPr>
            <a:r>
              <a:rPr lang="en-US" altLang="zh-CN" sz="2800" i="1" dirty="0">
                <a:ea typeface="SimSun" panose="02010600030101010101" pitchFamily="2" charset="-122"/>
              </a:rPr>
              <a:t>	j </a:t>
            </a:r>
            <a:r>
              <a:rPr lang="en-US" altLang="zh-CN" sz="2800" dirty="0">
                <a:ea typeface="SimSun" panose="02010600030101010101" pitchFamily="2" charset="-122"/>
              </a:rPr>
              <a:t>= 1, 2, …, </a:t>
            </a:r>
            <a:r>
              <a:rPr lang="en-US" altLang="zh-CN" sz="2800" i="1" dirty="0">
                <a:ea typeface="SimSun" panose="02010600030101010101" pitchFamily="2" charset="-122"/>
              </a:rPr>
              <a:t>K.</a:t>
            </a:r>
          </a:p>
          <a:p>
            <a:pPr>
              <a:buSzPct val="50000"/>
              <a:buFont typeface="Monotype Sorts" pitchFamily="2" charset="2"/>
              <a:buChar char="l"/>
            </a:pPr>
            <a:r>
              <a:rPr lang="en-US" altLang="zh-CN" sz="2800" dirty="0">
                <a:ea typeface="SimSun" panose="02010600030101010101" pitchFamily="2" charset="-122"/>
              </a:rPr>
              <a:t>Select </a:t>
            </a:r>
            <a:r>
              <a:rPr lang="en-US" altLang="zh-CN" sz="2800" i="1" dirty="0" err="1">
                <a:ea typeface="SimSun" panose="02010600030101010101" pitchFamily="2" charset="-122"/>
              </a:rPr>
              <a:t>w</a:t>
            </a:r>
            <a:r>
              <a:rPr lang="en-US" altLang="zh-CN" sz="2800" baseline="-12000" dirty="0" err="1">
                <a:ea typeface="SimSun" panose="02010600030101010101" pitchFamily="2" charset="-122"/>
              </a:rPr>
              <a:t>max</a:t>
            </a:r>
            <a:r>
              <a:rPr lang="en-US" altLang="zh-CN" sz="2800" baseline="-12000" dirty="0">
                <a:ea typeface="SimSun" panose="02010600030101010101" pitchFamily="2" charset="-122"/>
              </a:rPr>
              <a:t>   </a:t>
            </a:r>
            <a:r>
              <a:rPr lang="en-US" altLang="zh-CN" sz="2800" dirty="0">
                <a:ea typeface="SimSun" panose="02010600030101010101" pitchFamily="2" charset="-122"/>
              </a:rPr>
              <a:t>such that </a:t>
            </a:r>
            <a:r>
              <a:rPr lang="en-US" altLang="zh-CN" sz="2800" dirty="0" err="1">
                <a:ea typeface="SimSun" panose="02010600030101010101" pitchFamily="2" charset="-122"/>
              </a:rPr>
              <a:t>w</a:t>
            </a:r>
            <a:r>
              <a:rPr lang="en-US" altLang="zh-CN" sz="2800" baseline="-12000" dirty="0" err="1">
                <a:ea typeface="SimSun" panose="02010600030101010101" pitchFamily="2" charset="-122"/>
              </a:rPr>
              <a:t>max</a:t>
            </a:r>
            <a:r>
              <a:rPr lang="en-US" altLang="zh-CN" sz="2800" baseline="-12000" dirty="0">
                <a:ea typeface="SimSun" panose="02010600030101010101" pitchFamily="2" charset="-122"/>
              </a:rPr>
              <a:t> </a:t>
            </a:r>
            <a:r>
              <a:rPr lang="en-US" altLang="zh-CN" sz="2800" i="1" dirty="0" err="1">
                <a:ea typeface="SimSun" panose="02010600030101010101" pitchFamily="2" charset="-122"/>
              </a:rPr>
              <a:t>x</a:t>
            </a:r>
            <a:r>
              <a:rPr lang="en-US" altLang="zh-CN" sz="2800" baseline="30000" dirty="0" err="1">
                <a:ea typeface="SimSun" panose="02010600030101010101" pitchFamily="2" charset="-122"/>
              </a:rPr>
              <a:t>j</a:t>
            </a:r>
            <a:r>
              <a:rPr lang="en-US" altLang="zh-CN" sz="2800" dirty="0">
                <a:ea typeface="SimSun" panose="02010600030101010101" pitchFamily="2" charset="-122"/>
              </a:rPr>
              <a:t>= max</a:t>
            </a:r>
            <a:r>
              <a:rPr lang="en-US" altLang="zh-CN" sz="2800" baseline="-25000" dirty="0">
                <a:ea typeface="SimSun" panose="02010600030101010101" pitchFamily="2" charset="-122"/>
              </a:rPr>
              <a:t>i</a:t>
            </a:r>
            <a:r>
              <a:rPr lang="en-US" altLang="zh-CN" sz="2800" dirty="0">
                <a:ea typeface="SimSun" panose="02010600030101010101" pitchFamily="2" charset="-122"/>
              </a:rPr>
              <a:t>{</a:t>
            </a:r>
            <a:r>
              <a:rPr lang="en-US" altLang="zh-CN" sz="2800" dirty="0" err="1">
                <a:ea typeface="SimSun" panose="02010600030101010101" pitchFamily="2" charset="-122"/>
              </a:rPr>
              <a:t>w</a:t>
            </a:r>
            <a:r>
              <a:rPr lang="en-US" altLang="zh-CN" sz="2800" baseline="-12000" dirty="0" err="1">
                <a:ea typeface="SimSun" panose="02010600030101010101" pitchFamily="2" charset="-122"/>
              </a:rPr>
              <a:t>i</a:t>
            </a:r>
            <a:r>
              <a:rPr lang="en-US" altLang="zh-CN" sz="2800" baseline="-12000" dirty="0">
                <a:ea typeface="SimSun" panose="02010600030101010101" pitchFamily="2" charset="-122"/>
              </a:rPr>
              <a:t> </a:t>
            </a:r>
            <a:r>
              <a:rPr lang="en-US" altLang="zh-CN" sz="2800" i="1" dirty="0" err="1">
                <a:ea typeface="SimSun" panose="02010600030101010101" pitchFamily="2" charset="-122"/>
              </a:rPr>
              <a:t>x</a:t>
            </a:r>
            <a:r>
              <a:rPr lang="en-US" altLang="zh-CN" sz="2800" baseline="30000" dirty="0" err="1">
                <a:ea typeface="SimSun" panose="02010600030101010101" pitchFamily="2" charset="-122"/>
              </a:rPr>
              <a:t>j</a:t>
            </a:r>
            <a:r>
              <a:rPr lang="en-US" altLang="zh-CN" sz="2800" dirty="0">
                <a:ea typeface="SimSun" panose="02010600030101010101" pitchFamily="2" charset="-122"/>
              </a:rPr>
              <a:t>}. </a:t>
            </a:r>
          </a:p>
          <a:p>
            <a:pPr>
              <a:buSzPct val="50000"/>
              <a:buFont typeface="Monotype Sorts" pitchFamily="2" charset="2"/>
              <a:buChar char="l"/>
            </a:pPr>
            <a:r>
              <a:rPr lang="en-US" altLang="zh-CN" sz="2800" dirty="0">
                <a:ea typeface="SimSun" panose="02010600030101010101" pitchFamily="2" charset="-122"/>
              </a:rPr>
              <a:t>Adapt weights by </a:t>
            </a:r>
          </a:p>
          <a:p>
            <a:pPr>
              <a:buSzPct val="50000"/>
              <a:buFont typeface="Monotype Sorts" pitchFamily="2" charset="2"/>
              <a:buChar char="l"/>
            </a:pPr>
            <a:r>
              <a:rPr lang="en-US" altLang="zh-CN" sz="2800" dirty="0">
                <a:ea typeface="SimSun" panose="02010600030101010101" pitchFamily="2" charset="-122"/>
              </a:rPr>
              <a:t>Repeat until </a:t>
            </a:r>
            <a:r>
              <a:rPr lang="en-US" altLang="zh-CN" sz="2800" i="1" dirty="0">
                <a:ea typeface="SimSun" panose="02010600030101010101" pitchFamily="2" charset="-122"/>
              </a:rPr>
              <a:t>w</a:t>
            </a:r>
            <a:r>
              <a:rPr lang="en-US" altLang="zh-CN" sz="2800" dirty="0">
                <a:ea typeface="SimSun" panose="02010600030101010101" pitchFamily="2" charset="-122"/>
              </a:rPr>
              <a:t> convergence</a:t>
            </a:r>
          </a:p>
          <a:p>
            <a:pPr>
              <a:buSzPct val="50000"/>
              <a:buFont typeface="Monotype Sorts" pitchFamily="2" charset="2"/>
              <a:buChar char="l"/>
            </a:pPr>
            <a:endParaRPr lang="zh-CN" altLang="en-US" sz="2800" dirty="0">
              <a:ea typeface="SimSun" panose="02010600030101010101" pitchFamily="2" charset="-122"/>
            </a:endParaRPr>
          </a:p>
        </p:txBody>
      </p:sp>
      <p:graphicFrame>
        <p:nvGraphicFramePr>
          <p:cNvPr id="261125" name="Object 4"/>
          <p:cNvGraphicFramePr>
            <a:graphicFrameLocks noChangeAspect="1"/>
          </p:cNvGraphicFramePr>
          <p:nvPr/>
        </p:nvGraphicFramePr>
        <p:xfrm>
          <a:off x="4495800" y="4724400"/>
          <a:ext cx="3367088" cy="730250"/>
        </p:xfrm>
        <a:graphic>
          <a:graphicData uri="http://schemas.openxmlformats.org/presentationml/2006/ole">
            <mc:AlternateContent xmlns:mc="http://schemas.openxmlformats.org/markup-compatibility/2006">
              <mc:Choice xmlns:v="urn:schemas-microsoft-com:vml" Requires="v">
                <p:oleObj name="Equation" r:id="rId3" imgW="1054100" imgH="228600" progId="Equation.3">
                  <p:embed/>
                </p:oleObj>
              </mc:Choice>
              <mc:Fallback>
                <p:oleObj name="Equation" r:id="rId3" imgW="1054100" imgH="228600" progId="Equation.3">
                  <p:embed/>
                  <p:pic>
                    <p:nvPicPr>
                      <p:cNvPr id="2611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4724400"/>
                        <a:ext cx="3367088"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3B00A0E-561F-4DDA-976F-829460CD1407}" type="slidenum">
              <a:rPr lang="zh-CN" altLang="en-US" sz="1400" smtClean="0">
                <a:solidFill>
                  <a:schemeClr val="bg2"/>
                </a:solidFill>
                <a:latin typeface="Arial" panose="020B0604020202020204" pitchFamily="34" charset="0"/>
              </a:rPr>
              <a:pPr>
                <a:spcBef>
                  <a:spcPct val="50000"/>
                </a:spcBef>
                <a:buClrTx/>
                <a:buSzTx/>
                <a:buFontTx/>
                <a:buNone/>
              </a:pPr>
              <a:t>189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EF78D39-3303-B0C4-A484-B3805AA7204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3171" name="Rectangle 2"/>
          <p:cNvSpPr>
            <a:spLocks noGrp="1" noChangeArrowheads="1"/>
          </p:cNvSpPr>
          <p:nvPr>
            <p:ph type="title"/>
          </p:nvPr>
        </p:nvSpPr>
        <p:spPr>
          <a:xfrm>
            <a:off x="762000" y="457200"/>
            <a:ext cx="8001000" cy="1143000"/>
          </a:xfrm>
        </p:spPr>
        <p:txBody>
          <a:bodyPr/>
          <a:lstStyle/>
          <a:p>
            <a:pPr algn="ctr"/>
            <a:r>
              <a:rPr lang="en-US" altLang="zh-CN" sz="3600">
                <a:ea typeface="SimSun" panose="02010600030101010101" pitchFamily="2" charset="-122"/>
              </a:rPr>
              <a:t>Energy Function in Competitive Learning</a:t>
            </a:r>
            <a:endParaRPr lang="en-US" altLang="zh-CN">
              <a:ea typeface="SimSun" panose="02010600030101010101" pitchFamily="2" charset="-122"/>
            </a:endParaRPr>
          </a:p>
        </p:txBody>
      </p:sp>
      <p:sp>
        <p:nvSpPr>
          <p:cNvPr id="263172" name="Rectangle 3"/>
          <p:cNvSpPr>
            <a:spLocks noGrp="1" noChangeArrowheads="1"/>
          </p:cNvSpPr>
          <p:nvPr>
            <p:ph type="body" idx="1"/>
          </p:nvPr>
        </p:nvSpPr>
        <p:spPr>
          <a:xfrm>
            <a:off x="876300" y="1873970"/>
            <a:ext cx="7772400" cy="4114800"/>
          </a:xfrm>
        </p:spPr>
        <p:txBody>
          <a:bodyPr/>
          <a:lstStyle/>
          <a:p>
            <a:pPr>
              <a:lnSpc>
                <a:spcPct val="90000"/>
              </a:lnSpc>
              <a:buFont typeface="Monotype Sorts" pitchFamily="2" charset="2"/>
              <a:buNone/>
            </a:pPr>
            <a:r>
              <a:rPr lang="en-US" altLang="zh-CN" sz="3600" dirty="0">
                <a:ea typeface="SimSun" panose="02010600030101010101" pitchFamily="2" charset="-122"/>
              </a:rPr>
              <a:t>The energy function of a set </a:t>
            </a:r>
            <a:r>
              <a:rPr lang="en-US" altLang="zh-CN" sz="3600" i="1" dirty="0">
                <a:ea typeface="SimSun" panose="02010600030101010101" pitchFamily="2" charset="-122"/>
              </a:rPr>
              <a:t>X </a:t>
            </a:r>
            <a:r>
              <a:rPr lang="en-US" altLang="zh-CN" sz="3600" dirty="0">
                <a:ea typeface="SimSun" panose="02010600030101010101" pitchFamily="2" charset="-122"/>
              </a:rPr>
              <a:t>= {</a:t>
            </a:r>
            <a:r>
              <a:rPr lang="en-US" altLang="zh-CN" sz="3600" i="1" dirty="0">
                <a:ea typeface="SimSun" panose="02010600030101010101" pitchFamily="2" charset="-122"/>
              </a:rPr>
              <a:t>x</a:t>
            </a:r>
            <a:r>
              <a:rPr lang="en-US" altLang="zh-CN" sz="3600" baseline="30000" dirty="0">
                <a:ea typeface="SimSun" panose="02010600030101010101" pitchFamily="2" charset="-122"/>
              </a:rPr>
              <a:t>1</a:t>
            </a:r>
            <a:r>
              <a:rPr lang="en-US" altLang="zh-CN" sz="3600" dirty="0">
                <a:ea typeface="SimSun" panose="02010600030101010101" pitchFamily="2" charset="-122"/>
              </a:rPr>
              <a:t>, </a:t>
            </a:r>
            <a:r>
              <a:rPr lang="en-US" altLang="zh-CN" sz="3600" i="1" dirty="0">
                <a:ea typeface="SimSun" panose="02010600030101010101" pitchFamily="2" charset="-122"/>
              </a:rPr>
              <a:t>x</a:t>
            </a:r>
            <a:r>
              <a:rPr lang="en-US" altLang="zh-CN" sz="3600" baseline="30000" dirty="0">
                <a:ea typeface="SimSun" panose="02010600030101010101" pitchFamily="2" charset="-122"/>
              </a:rPr>
              <a:t>2</a:t>
            </a:r>
            <a:r>
              <a:rPr lang="en-US" altLang="zh-CN" sz="3600" dirty="0">
                <a:ea typeface="SimSun" panose="02010600030101010101" pitchFamily="2" charset="-122"/>
              </a:rPr>
              <a:t>,…</a:t>
            </a:r>
            <a:r>
              <a:rPr lang="en-US" altLang="zh-CN" sz="3600" i="1" dirty="0" err="1">
                <a:ea typeface="SimSun" panose="02010600030101010101" pitchFamily="2" charset="-122"/>
              </a:rPr>
              <a:t>x</a:t>
            </a:r>
            <a:r>
              <a:rPr lang="en-US" altLang="zh-CN" sz="3600" baseline="30000" dirty="0" err="1">
                <a:ea typeface="SimSun" panose="02010600030101010101" pitchFamily="2" charset="-122"/>
              </a:rPr>
              <a:t>q</a:t>
            </a:r>
            <a:r>
              <a:rPr lang="en-US" altLang="zh-CN" sz="3600" dirty="0">
                <a:ea typeface="SimSun" panose="02010600030101010101" pitchFamily="2" charset="-122"/>
              </a:rPr>
              <a:t>} of </a:t>
            </a:r>
            <a:r>
              <a:rPr lang="en-US" altLang="zh-CN" sz="3600" i="1" dirty="0">
                <a:ea typeface="SimSun" panose="02010600030101010101" pitchFamily="2" charset="-122"/>
              </a:rPr>
              <a:t>n</a:t>
            </a:r>
            <a:r>
              <a:rPr lang="en-US" altLang="zh-CN" sz="3600" dirty="0">
                <a:ea typeface="SimSun" panose="02010600030101010101" pitchFamily="2" charset="-122"/>
              </a:rPr>
              <a:t>-vectors is given by</a:t>
            </a:r>
          </a:p>
          <a:p>
            <a:pPr>
              <a:lnSpc>
                <a:spcPct val="90000"/>
              </a:lnSpc>
              <a:buFont typeface="Monotype Sorts" pitchFamily="2" charset="2"/>
              <a:buNone/>
            </a:pPr>
            <a:endParaRPr lang="en-US" altLang="zh-CN" sz="3600" dirty="0">
              <a:ea typeface="SimSun" panose="02010600030101010101" pitchFamily="2" charset="-122"/>
            </a:endParaRPr>
          </a:p>
          <a:p>
            <a:pPr>
              <a:lnSpc>
                <a:spcPct val="90000"/>
              </a:lnSpc>
              <a:buFont typeface="Monotype Sorts" pitchFamily="2" charset="2"/>
              <a:buNone/>
            </a:pPr>
            <a:endParaRPr lang="en-US" altLang="zh-CN" sz="3600" dirty="0">
              <a:ea typeface="SimSun" panose="02010600030101010101" pitchFamily="2" charset="-122"/>
            </a:endParaRPr>
          </a:p>
          <a:p>
            <a:pPr>
              <a:lnSpc>
                <a:spcPct val="90000"/>
              </a:lnSpc>
              <a:buFont typeface="Monotype Sorts" pitchFamily="2" charset="2"/>
              <a:buNone/>
            </a:pPr>
            <a:endParaRPr lang="en-US" altLang="zh-CN" sz="3600" dirty="0">
              <a:ea typeface="SimSun" panose="02010600030101010101" pitchFamily="2" charset="-122"/>
            </a:endParaRPr>
          </a:p>
          <a:p>
            <a:pPr>
              <a:lnSpc>
                <a:spcPct val="90000"/>
              </a:lnSpc>
              <a:buFont typeface="Monotype Sorts" pitchFamily="2" charset="2"/>
              <a:buNone/>
            </a:pPr>
            <a:r>
              <a:rPr lang="en-US" altLang="zh-CN" sz="3600" dirty="0">
                <a:ea typeface="SimSun" panose="02010600030101010101" pitchFamily="2" charset="-122"/>
              </a:rPr>
              <a:t>where </a:t>
            </a:r>
            <a:r>
              <a:rPr lang="en-US" altLang="zh-CN" sz="3600" i="1" dirty="0">
                <a:ea typeface="SimSun" panose="02010600030101010101" pitchFamily="2" charset="-122"/>
              </a:rPr>
              <a:t>w</a:t>
            </a:r>
            <a:r>
              <a:rPr lang="en-US" altLang="zh-CN" sz="3600" dirty="0">
                <a:ea typeface="SimSun" panose="02010600030101010101" pitchFamily="2" charset="-122"/>
              </a:rPr>
              <a:t> is an </a:t>
            </a:r>
            <a:r>
              <a:rPr lang="en-US" altLang="zh-CN" sz="3600" i="1" dirty="0">
                <a:ea typeface="SimSun" panose="02010600030101010101" pitchFamily="2" charset="-122"/>
              </a:rPr>
              <a:t>n</a:t>
            </a:r>
            <a:r>
              <a:rPr lang="en-US" altLang="zh-CN" sz="3600" dirty="0">
                <a:ea typeface="SimSun" panose="02010600030101010101" pitchFamily="2" charset="-122"/>
              </a:rPr>
              <a:t>-dimensional weight vector.</a:t>
            </a:r>
          </a:p>
          <a:p>
            <a:pPr>
              <a:lnSpc>
                <a:spcPct val="90000"/>
              </a:lnSpc>
              <a:buFont typeface="Monotype Sorts" pitchFamily="2" charset="2"/>
              <a:buNone/>
            </a:pPr>
            <a:endParaRPr lang="en-US" altLang="zh-CN" dirty="0">
              <a:ea typeface="SimSun" panose="02010600030101010101" pitchFamily="2" charset="-122"/>
            </a:endParaRPr>
          </a:p>
          <a:p>
            <a:pPr algn="ctr">
              <a:lnSpc>
                <a:spcPct val="90000"/>
              </a:lnSpc>
              <a:buFont typeface="Monotype Sorts" pitchFamily="2" charset="2"/>
              <a:buNone/>
            </a:pPr>
            <a:endParaRPr lang="zh-CN" altLang="en-US" dirty="0">
              <a:ea typeface="SimSun" panose="02010600030101010101" pitchFamily="2" charset="-122"/>
            </a:endParaRPr>
          </a:p>
        </p:txBody>
      </p:sp>
      <p:graphicFrame>
        <p:nvGraphicFramePr>
          <p:cNvPr id="263173" name="Object 4"/>
          <p:cNvGraphicFramePr>
            <a:graphicFrameLocks noChangeAspect="1"/>
          </p:cNvGraphicFramePr>
          <p:nvPr/>
        </p:nvGraphicFramePr>
        <p:xfrm>
          <a:off x="2209800" y="2743200"/>
          <a:ext cx="4953000" cy="2133600"/>
        </p:xfrm>
        <a:graphic>
          <a:graphicData uri="http://schemas.openxmlformats.org/presentationml/2006/ole">
            <mc:AlternateContent xmlns:mc="http://schemas.openxmlformats.org/markup-compatibility/2006">
              <mc:Choice xmlns:v="urn:schemas-microsoft-com:vml" Requires="v">
                <p:oleObj name="Equation" r:id="rId3" imgW="1943100" imgH="889000" progId="Equation.3">
                  <p:embed/>
                </p:oleObj>
              </mc:Choice>
              <mc:Fallback>
                <p:oleObj name="Equation" r:id="rId3" imgW="1943100" imgH="889000" progId="Equation.3">
                  <p:embed/>
                  <p:pic>
                    <p:nvPicPr>
                      <p:cNvPr id="26317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743200"/>
                        <a:ext cx="4953000" cy="213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7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E960837-3288-4D6D-88FA-1E8A6C738141}" type="slidenum">
              <a:rPr lang="zh-CN" altLang="en-US" sz="1400" smtClean="0">
                <a:solidFill>
                  <a:schemeClr val="bg2"/>
                </a:solidFill>
                <a:latin typeface="Arial" panose="020B0604020202020204" pitchFamily="34" charset="0"/>
              </a:rPr>
              <a:pPr>
                <a:spcBef>
                  <a:spcPct val="50000"/>
                </a:spcBef>
                <a:buClrTx/>
                <a:buSzTx/>
                <a:buFontTx/>
                <a:buNone/>
              </a:pPr>
              <a:t>190</a:t>
            </a:fld>
            <a:endParaRPr lang="en-US" altLang="zh-CN" sz="1400">
              <a:solidFill>
                <a:schemeClr val="bg2"/>
              </a:solidFill>
              <a:latin typeface="Arial" panose="020B0604020202020204" pitchFamily="34" charset="0"/>
            </a:endParaRPr>
          </a:p>
        </p:txBody>
      </p:sp>
      <p:sp>
        <p:nvSpPr>
          <p:cNvPr id="3" name="Footer Placeholder 4">
            <a:extLst>
              <a:ext uri="{FF2B5EF4-FFF2-40B4-BE49-F238E27FC236}">
                <a16:creationId xmlns:a16="http://schemas.microsoft.com/office/drawing/2014/main" id="{3382370E-77BB-CAA4-A936-E41A371296F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2"/>
          <p:cNvSpPr>
            <a:spLocks noGrp="1" noChangeArrowheads="1"/>
          </p:cNvSpPr>
          <p:nvPr>
            <p:ph type="title"/>
          </p:nvPr>
        </p:nvSpPr>
        <p:spPr/>
        <p:txBody>
          <a:bodyPr/>
          <a:lstStyle/>
          <a:p>
            <a:pPr algn="ctr">
              <a:buClr>
                <a:schemeClr val="tx1"/>
              </a:buClr>
              <a:buSzPct val="55000"/>
            </a:pPr>
            <a:r>
              <a:rPr lang="en-US" altLang="zh-CN">
                <a:ea typeface="SimSun" panose="02010600030101010101" pitchFamily="2" charset="-122"/>
              </a:rPr>
              <a:t>MAXNET</a:t>
            </a:r>
          </a:p>
        </p:txBody>
      </p:sp>
      <p:sp>
        <p:nvSpPr>
          <p:cNvPr id="265220" name="Rectangle 3"/>
          <p:cNvSpPr>
            <a:spLocks noGrp="1" noChangeArrowheads="1"/>
          </p:cNvSpPr>
          <p:nvPr>
            <p:ph type="body" idx="1"/>
          </p:nvPr>
        </p:nvSpPr>
        <p:spPr/>
        <p:txBody>
          <a:bodyPr/>
          <a:lstStyle/>
          <a:p>
            <a:pPr>
              <a:buSzPct val="50000"/>
              <a:buFont typeface="Monotype Sorts" pitchFamily="2" charset="2"/>
              <a:buChar char="l"/>
            </a:pPr>
            <a:r>
              <a:rPr lang="en-US" altLang="zh-CN">
                <a:ea typeface="SimSun" panose="02010600030101010101" pitchFamily="2" charset="-122"/>
              </a:rPr>
              <a:t>A sub-network for selecting the input with maximum value - winner takes all.</a:t>
            </a:r>
          </a:p>
          <a:p>
            <a:pPr>
              <a:buSzPct val="50000"/>
              <a:buFont typeface="Monotype Sorts" pitchFamily="2" charset="2"/>
              <a:buChar char="l"/>
            </a:pPr>
            <a:r>
              <a:rPr lang="en-US" altLang="zh-CN">
                <a:ea typeface="SimSun" panose="02010600030101010101" pitchFamily="2" charset="-122"/>
              </a:rPr>
              <a:t>By means of mutually prohibition, a MAXNET keeps the maximal input and presses down the rest.</a:t>
            </a:r>
          </a:p>
          <a:p>
            <a:pPr>
              <a:buSzPct val="50000"/>
              <a:buFont typeface="Monotype Sorts" pitchFamily="2" charset="2"/>
              <a:buChar char="l"/>
            </a:pPr>
            <a:r>
              <a:rPr lang="en-US" altLang="zh-CN">
                <a:ea typeface="SimSun" panose="02010600030101010101" pitchFamily="2" charset="-122"/>
              </a:rPr>
              <a:t>It is often used as the output layer in some existing neural networks </a:t>
            </a:r>
          </a:p>
        </p:txBody>
      </p:sp>
      <p:sp>
        <p:nvSpPr>
          <p:cNvPr id="26522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70D5820-C755-413E-9845-C1FBD478CC33}" type="slidenum">
              <a:rPr lang="zh-CN" altLang="en-US" sz="1400" smtClean="0">
                <a:solidFill>
                  <a:schemeClr val="bg2"/>
                </a:solidFill>
                <a:latin typeface="Arial" panose="020B0604020202020204" pitchFamily="34" charset="0"/>
              </a:rPr>
              <a:pPr>
                <a:spcBef>
                  <a:spcPct val="50000"/>
                </a:spcBef>
                <a:buClrTx/>
                <a:buSzTx/>
                <a:buFontTx/>
                <a:buNone/>
              </a:pPr>
              <a:t>191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ACEC1B1-29FF-59EB-DF7B-FCE352BEA32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2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52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2"/>
          <p:cNvSpPr>
            <a:spLocks noGrp="1" noChangeArrowheads="1"/>
          </p:cNvSpPr>
          <p:nvPr>
            <p:ph type="title"/>
          </p:nvPr>
        </p:nvSpPr>
        <p:spPr/>
        <p:txBody>
          <a:bodyPr/>
          <a:lstStyle/>
          <a:p>
            <a:pPr algn="ctr"/>
            <a:r>
              <a:rPr lang="en-US" altLang="zh-CN" dirty="0">
                <a:ea typeface="SimSun" panose="02010600030101010101" pitchFamily="2" charset="-122"/>
              </a:rPr>
              <a:t>MAXNET</a:t>
            </a:r>
          </a:p>
        </p:txBody>
      </p:sp>
      <p:sp>
        <p:nvSpPr>
          <p:cNvPr id="267268" name="Rectangle 3"/>
          <p:cNvSpPr>
            <a:spLocks noGrp="1" noChangeArrowheads="1"/>
          </p:cNvSpPr>
          <p:nvPr>
            <p:ph type="body" idx="1"/>
          </p:nvPr>
        </p:nvSpPr>
        <p:spPr>
          <a:xfrm>
            <a:off x="914400" y="1981200"/>
            <a:ext cx="7772400" cy="4114800"/>
          </a:xfrm>
        </p:spPr>
        <p:txBody>
          <a:bodyPr/>
          <a:lstStyle/>
          <a:p>
            <a:pPr>
              <a:lnSpc>
                <a:spcPct val="90000"/>
              </a:lnSpc>
              <a:buSzPct val="50000"/>
              <a:buFont typeface="Monotype Sorts" pitchFamily="2" charset="2"/>
              <a:buChar char="l"/>
            </a:pPr>
            <a:r>
              <a:rPr lang="en-US" altLang="zh-CN" dirty="0">
                <a:ea typeface="SimSun" panose="02010600030101010101" pitchFamily="2" charset="-122"/>
              </a:rPr>
              <a:t>A recurrent neural network with self excitatory connections and laterally inhibitory connections.</a:t>
            </a:r>
          </a:p>
          <a:p>
            <a:pPr>
              <a:lnSpc>
                <a:spcPct val="90000"/>
              </a:lnSpc>
              <a:buSzPct val="50000"/>
              <a:buFont typeface="Monotype Sorts" pitchFamily="2" charset="2"/>
              <a:buChar char="l"/>
            </a:pPr>
            <a:r>
              <a:rPr lang="en-US" altLang="zh-CN" dirty="0">
                <a:ea typeface="SimSun" panose="02010600030101010101" pitchFamily="2" charset="-122"/>
              </a:rPr>
              <a:t>The weight of self excitatory connections is 1.</a:t>
            </a:r>
          </a:p>
          <a:p>
            <a:pPr>
              <a:lnSpc>
                <a:spcPct val="90000"/>
              </a:lnSpc>
              <a:buSzPct val="50000"/>
              <a:buFont typeface="Monotype Sorts" pitchFamily="2" charset="2"/>
              <a:buChar char="l"/>
            </a:pPr>
            <a:r>
              <a:rPr lang="en-US" altLang="zh-CN" dirty="0">
                <a:ea typeface="SimSun" panose="02010600030101010101" pitchFamily="2" charset="-122"/>
              </a:rPr>
              <a:t>The weight of self inhibitory connections is -</a:t>
            </a:r>
            <a:r>
              <a:rPr lang="en-US" altLang="zh-CN" i="1" dirty="0">
                <a:ea typeface="SimSun" panose="02010600030101010101" pitchFamily="2" charset="-122"/>
              </a:rPr>
              <a:t>w</a:t>
            </a:r>
            <a:r>
              <a:rPr lang="en-US" altLang="zh-CN" dirty="0">
                <a:ea typeface="SimSun" panose="02010600030101010101" pitchFamily="2" charset="-122"/>
              </a:rPr>
              <a:t> where </a:t>
            </a:r>
            <a:r>
              <a:rPr lang="en-US" altLang="zh-CN" i="1" dirty="0">
                <a:ea typeface="SimSun" panose="02010600030101010101" pitchFamily="2" charset="-122"/>
              </a:rPr>
              <a:t>w</a:t>
            </a:r>
            <a:r>
              <a:rPr lang="en-US" altLang="zh-CN" dirty="0">
                <a:ea typeface="SimSun" panose="02010600030101010101" pitchFamily="2" charset="-122"/>
              </a:rPr>
              <a:t>&lt;1/</a:t>
            </a:r>
            <a:r>
              <a:rPr lang="en-US" altLang="zh-CN" i="1" dirty="0">
                <a:ea typeface="SimSun" panose="02010600030101010101" pitchFamily="2" charset="-122"/>
              </a:rPr>
              <a:t>m</a:t>
            </a:r>
            <a:r>
              <a:rPr lang="en-US" altLang="zh-CN" dirty="0">
                <a:ea typeface="SimSun" panose="02010600030101010101" pitchFamily="2" charset="-122"/>
              </a:rPr>
              <a:t>, and </a:t>
            </a:r>
            <a:r>
              <a:rPr lang="en-US" altLang="zh-CN" i="1" dirty="0">
                <a:ea typeface="SimSun" panose="02010600030101010101" pitchFamily="2" charset="-122"/>
              </a:rPr>
              <a:t>m</a:t>
            </a:r>
            <a:r>
              <a:rPr lang="en-US" altLang="zh-CN" dirty="0">
                <a:ea typeface="SimSun" panose="02010600030101010101" pitchFamily="2" charset="-122"/>
              </a:rPr>
              <a:t> is the number of output neurons.</a:t>
            </a:r>
          </a:p>
        </p:txBody>
      </p:sp>
      <p:sp>
        <p:nvSpPr>
          <p:cNvPr id="2672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53237D1-2466-444F-AAE1-9478DA1A962F}" type="slidenum">
              <a:rPr lang="zh-CN" altLang="en-US" sz="1400" smtClean="0">
                <a:solidFill>
                  <a:schemeClr val="bg2"/>
                </a:solidFill>
                <a:latin typeface="Arial" panose="020B0604020202020204" pitchFamily="34" charset="0"/>
              </a:rPr>
              <a:pPr>
                <a:spcBef>
                  <a:spcPct val="50000"/>
                </a:spcBef>
                <a:buClrTx/>
                <a:buSzTx/>
                <a:buFontTx/>
                <a:buNone/>
              </a:pPr>
              <a:t>192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22F6050-B4A8-BEFA-2EF4-6747E5863C6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72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7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标题 1"/>
          <p:cNvSpPr>
            <a:spLocks noGrp="1"/>
          </p:cNvSpPr>
          <p:nvPr>
            <p:ph type="title"/>
          </p:nvPr>
        </p:nvSpPr>
        <p:spPr/>
        <p:txBody>
          <a:bodyPr/>
          <a:lstStyle/>
          <a:p>
            <a:pPr algn="ctr"/>
            <a:r>
              <a:rPr lang="en-US" altLang="zh-CN">
                <a:ea typeface="SimSun" panose="02010600030101010101" pitchFamily="2" charset="-122"/>
              </a:rPr>
              <a:t>kWTA Model</a:t>
            </a:r>
            <a:endParaRPr lang="zh-CN" altLang="en-US">
              <a:ea typeface="SimSun" panose="02010600030101010101" pitchFamily="2" charset="-122"/>
            </a:endParaRPr>
          </a:p>
        </p:txBody>
      </p:sp>
      <p:pic>
        <p:nvPicPr>
          <p:cNvPr id="269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72390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316"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81200" y="2971800"/>
            <a:ext cx="5057775" cy="3162300"/>
          </a:xfrm>
        </p:spPr>
      </p:pic>
      <p:sp>
        <p:nvSpPr>
          <p:cNvPr id="2" name="Footer Placeholder 4">
            <a:extLst>
              <a:ext uri="{FF2B5EF4-FFF2-40B4-BE49-F238E27FC236}">
                <a16:creationId xmlns:a16="http://schemas.microsoft.com/office/drawing/2014/main" id="{91550904-9CDC-D9BF-4E38-ACB9AB905FB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标题 1"/>
          <p:cNvSpPr>
            <a:spLocks noGrp="1"/>
          </p:cNvSpPr>
          <p:nvPr>
            <p:ph type="title"/>
          </p:nvPr>
        </p:nvSpPr>
        <p:spPr/>
        <p:txBody>
          <a:bodyPr/>
          <a:lstStyle/>
          <a:p>
            <a:pPr algn="ctr"/>
            <a:r>
              <a:rPr lang="en-US" altLang="zh-CN">
                <a:ea typeface="SimSun" panose="02010600030101010101" pitchFamily="2" charset="-122"/>
              </a:rPr>
              <a:t>Desirable Properties</a:t>
            </a:r>
            <a:endParaRPr lang="zh-CN" altLang="en-US">
              <a:ea typeface="SimSun" panose="02010600030101010101" pitchFamily="2" charset="-122"/>
            </a:endParaRPr>
          </a:p>
        </p:txBody>
      </p:sp>
      <p:sp>
        <p:nvSpPr>
          <p:cNvPr id="5" name="Content Placeholder 4"/>
          <p:cNvSpPr>
            <a:spLocks noGrp="1"/>
          </p:cNvSpPr>
          <p:nvPr>
            <p:ph idx="1"/>
          </p:nvPr>
        </p:nvSpPr>
        <p:spPr>
          <a:xfrm>
            <a:off x="914400" y="1870075"/>
            <a:ext cx="7924800" cy="4987925"/>
          </a:xfrm>
        </p:spPr>
        <p:txBody>
          <a:bodyPr/>
          <a:lstStyle/>
          <a:p>
            <a:r>
              <a:rPr lang="en-US" altLang="zh-CN">
                <a:solidFill>
                  <a:srgbClr val="28571F"/>
                </a:solidFill>
                <a:ea typeface="SimSun" panose="02010600030101010101" pitchFamily="2" charset="-122"/>
              </a:rPr>
              <a:t>The </a:t>
            </a:r>
            <a:r>
              <a:rPr lang="en-US" altLang="zh-CN" i="1">
                <a:solidFill>
                  <a:srgbClr val="28571F"/>
                </a:solidFill>
                <a:ea typeface="SimSun" panose="02010600030101010101" pitchFamily="2" charset="-122"/>
              </a:rPr>
              <a:t>k</a:t>
            </a:r>
            <a:r>
              <a:rPr lang="en-US" altLang="zh-CN">
                <a:solidFill>
                  <a:srgbClr val="28571F"/>
                </a:solidFill>
                <a:ea typeface="SimSun" panose="02010600030101010101" pitchFamily="2" charset="-122"/>
              </a:rPr>
              <a:t>WTA model with Heaviside activation function has been proven to be globally stable and globally convergent to the </a:t>
            </a:r>
            <a:r>
              <a:rPr lang="en-US" altLang="zh-CN" i="1">
                <a:solidFill>
                  <a:srgbClr val="28571F"/>
                </a:solidFill>
                <a:ea typeface="SimSun" panose="02010600030101010101" pitchFamily="2" charset="-122"/>
              </a:rPr>
              <a:t>k</a:t>
            </a:r>
            <a:r>
              <a:rPr lang="en-US" altLang="zh-CN">
                <a:solidFill>
                  <a:srgbClr val="28571F"/>
                </a:solidFill>
                <a:ea typeface="SimSun" panose="02010600030101010101" pitchFamily="2" charset="-122"/>
              </a:rPr>
              <a:t>WTA solutions in </a:t>
            </a:r>
            <a:r>
              <a:rPr lang="en-US" altLang="zh-CN" i="1">
                <a:solidFill>
                  <a:srgbClr val="28571F"/>
                </a:solidFill>
                <a:ea typeface="SimSun" panose="02010600030101010101" pitchFamily="2" charset="-122"/>
              </a:rPr>
              <a:t>finite time</a:t>
            </a:r>
            <a:r>
              <a:rPr lang="en-US" altLang="zh-CN">
                <a:solidFill>
                  <a:srgbClr val="28571F"/>
                </a:solidFill>
                <a:ea typeface="SimSun" panose="02010600030101010101" pitchFamily="2" charset="-122"/>
              </a:rPr>
              <a:t>.</a:t>
            </a:r>
          </a:p>
          <a:p>
            <a:r>
              <a:rPr lang="en-US" altLang="zh-CN">
                <a:solidFill>
                  <a:srgbClr val="28571F"/>
                </a:solidFill>
                <a:ea typeface="SimSun" panose="02010600030101010101" pitchFamily="2" charset="-122"/>
              </a:rPr>
              <a:t>Derived lower and upper bounds of convergence time are respectively</a:t>
            </a:r>
          </a:p>
          <a:p>
            <a:pPr>
              <a:buFont typeface="Wingdings" panose="05000000000000000000" pitchFamily="2" charset="2"/>
              <a:buNone/>
            </a:pPr>
            <a:endParaRPr lang="en-US" altLang="zh-CN">
              <a:solidFill>
                <a:srgbClr val="28571F"/>
              </a:solidFill>
              <a:ea typeface="SimSun" panose="02010600030101010101" pitchFamily="2" charset="-122"/>
            </a:endParaRPr>
          </a:p>
          <a:p>
            <a:pPr>
              <a:buFont typeface="Wingdings" panose="05000000000000000000" pitchFamily="2" charset="2"/>
              <a:buNone/>
            </a:pPr>
            <a:endParaRPr lang="en-US" altLang="zh-CN">
              <a:solidFill>
                <a:srgbClr val="28571F"/>
              </a:solidFill>
              <a:ea typeface="SimSun" panose="02010600030101010101" pitchFamily="2" charset="-122"/>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5129213"/>
            <a:ext cx="22685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105400"/>
            <a:ext cx="24860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4">
            <a:extLst>
              <a:ext uri="{FF2B5EF4-FFF2-40B4-BE49-F238E27FC236}">
                <a16:creationId xmlns:a16="http://schemas.microsoft.com/office/drawing/2014/main" id="{20C71F9E-3CCA-0F12-07BB-ABEABFA1DB1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ox(in)">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ox(in)">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35"/>
                                        </p:tgtEl>
                                        <p:attrNameLst>
                                          <p:attrName>style.visibility</p:attrName>
                                        </p:attrNameLst>
                                      </p:cBhvr>
                                      <p:to>
                                        <p:strVal val="visible"/>
                                      </p:to>
                                    </p:set>
                                    <p:animEffect transition="in" filter="blinds(horizontal)">
                                      <p:cBhvr>
                                        <p:cTn id="17" dur="500"/>
                                        <p:tgtEl>
                                          <p:spTgt spid="10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28"/>
                                        </p:tgtEl>
                                        <p:attrNameLst>
                                          <p:attrName>style.visibility</p:attrName>
                                        </p:attrNameLst>
                                      </p:cBhvr>
                                      <p:to>
                                        <p:strVal val="visible"/>
                                      </p:to>
                                    </p:set>
                                    <p:animEffect transition="in" filter="blinds(horizontal)">
                                      <p:cBhvr>
                                        <p:cTn id="2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标题 1"/>
          <p:cNvSpPr>
            <a:spLocks noGrp="1"/>
          </p:cNvSpPr>
          <p:nvPr>
            <p:ph type="title"/>
          </p:nvPr>
        </p:nvSpPr>
        <p:spPr/>
        <p:txBody>
          <a:bodyPr/>
          <a:lstStyle/>
          <a:p>
            <a:pPr algn="ctr"/>
            <a:r>
              <a:rPr lang="en-US" altLang="zh-CN">
                <a:ea typeface="SimSun" panose="02010600030101010101" pitchFamily="2" charset="-122"/>
              </a:rPr>
              <a:t>Simulation Results </a:t>
            </a:r>
            <a:br>
              <a:rPr lang="en-US" altLang="zh-CN">
                <a:ea typeface="SimSun" panose="02010600030101010101" pitchFamily="2" charset="-122"/>
              </a:rPr>
            </a:br>
            <a:r>
              <a:rPr lang="en-US" altLang="zh-CN">
                <a:ea typeface="SimSun" panose="02010600030101010101" pitchFamily="2" charset="-122"/>
              </a:rPr>
              <a:t>Randomized Integer Inputs</a:t>
            </a:r>
            <a:endParaRPr lang="zh-CN" altLang="en-US">
              <a:ea typeface="SimSun" panose="02010600030101010101" pitchFamily="2" charset="-122"/>
            </a:endParaRPr>
          </a:p>
        </p:txBody>
      </p:sp>
      <p:pic>
        <p:nvPicPr>
          <p:cNvPr id="27136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752600"/>
            <a:ext cx="5445125" cy="4438650"/>
          </a:xfrm>
        </p:spPr>
      </p:pic>
      <p:sp>
        <p:nvSpPr>
          <p:cNvPr id="2" name="Footer Placeholder 4">
            <a:extLst>
              <a:ext uri="{FF2B5EF4-FFF2-40B4-BE49-F238E27FC236}">
                <a16:creationId xmlns:a16="http://schemas.microsoft.com/office/drawing/2014/main" id="{C31352D3-B1EB-D02A-6B53-167BF9AFEF2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标题 1"/>
          <p:cNvSpPr>
            <a:spLocks noGrp="1"/>
          </p:cNvSpPr>
          <p:nvPr>
            <p:ph type="title"/>
          </p:nvPr>
        </p:nvSpPr>
        <p:spPr/>
        <p:txBody>
          <a:bodyPr/>
          <a:lstStyle/>
          <a:p>
            <a:pPr algn="ctr"/>
            <a:r>
              <a:rPr lang="en-US" altLang="zh-CN">
                <a:ea typeface="SimSun" panose="02010600030101010101" pitchFamily="2" charset="-122"/>
              </a:rPr>
              <a:t>Simulation Results </a:t>
            </a:r>
            <a:br>
              <a:rPr lang="en-US" altLang="zh-CN">
                <a:ea typeface="SimSun" panose="02010600030101010101" pitchFamily="2" charset="-122"/>
              </a:rPr>
            </a:br>
            <a:r>
              <a:rPr lang="en-US" altLang="zh-CN">
                <a:ea typeface="SimSun" panose="02010600030101010101" pitchFamily="2" charset="-122"/>
              </a:rPr>
              <a:t> Low-Resolution Inputs</a:t>
            </a:r>
            <a:endParaRPr lang="zh-CN" altLang="en-US">
              <a:ea typeface="SimSun" panose="02010600030101010101" pitchFamily="2" charset="-122"/>
            </a:endParaRPr>
          </a:p>
        </p:txBody>
      </p:sp>
      <p:pic>
        <p:nvPicPr>
          <p:cNvPr id="2723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563" y="1828800"/>
            <a:ext cx="557847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4">
            <a:extLst>
              <a:ext uri="{FF2B5EF4-FFF2-40B4-BE49-F238E27FC236}">
                <a16:creationId xmlns:a16="http://schemas.microsoft.com/office/drawing/2014/main" id="{2D4CEE12-4831-7BC4-7CC8-2E56225C49D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标题 1"/>
          <p:cNvSpPr>
            <a:spLocks noGrp="1"/>
          </p:cNvSpPr>
          <p:nvPr>
            <p:ph type="title"/>
          </p:nvPr>
        </p:nvSpPr>
        <p:spPr/>
        <p:txBody>
          <a:bodyPr/>
          <a:lstStyle/>
          <a:p>
            <a:pPr algn="ctr"/>
            <a:r>
              <a:rPr lang="en-US" altLang="zh-CN">
                <a:ea typeface="SimSun" panose="02010600030101010101" pitchFamily="2" charset="-122"/>
              </a:rPr>
              <a:t>Clustering</a:t>
            </a:r>
          </a:p>
        </p:txBody>
      </p:sp>
      <p:sp>
        <p:nvSpPr>
          <p:cNvPr id="273411" name="内容占位符 2"/>
          <p:cNvSpPr>
            <a:spLocks noGrp="1"/>
          </p:cNvSpPr>
          <p:nvPr>
            <p:ph idx="1"/>
          </p:nvPr>
        </p:nvSpPr>
        <p:spPr>
          <a:xfrm>
            <a:off x="990600" y="2057400"/>
            <a:ext cx="7772400" cy="3886200"/>
          </a:xfrm>
        </p:spPr>
        <p:txBody>
          <a:bodyPr/>
          <a:lstStyle/>
          <a:p>
            <a:pPr algn="ctr">
              <a:buFont typeface="Monotype Sorts" pitchFamily="2" charset="2"/>
              <a:buNone/>
            </a:pPr>
            <a:r>
              <a:rPr lang="zh-CN" altLang="en-US" sz="8800">
                <a:latin typeface="隶书" pitchFamily="49" charset="-122"/>
                <a:ea typeface="隶书" pitchFamily="49" charset="-122"/>
                <a:cs typeface="Andalus" panose="02020603050405020304" pitchFamily="18" charset="-78"/>
              </a:rPr>
              <a:t>物以类聚</a:t>
            </a:r>
            <a:endParaRPr lang="en-US" altLang="zh-CN" sz="8800">
              <a:latin typeface="隶书" pitchFamily="49" charset="-122"/>
              <a:ea typeface="隶书" pitchFamily="49" charset="-122"/>
              <a:cs typeface="Andalus" panose="02020603050405020304" pitchFamily="18" charset="-78"/>
            </a:endParaRPr>
          </a:p>
          <a:p>
            <a:pPr algn="ctr">
              <a:buFont typeface="Monotype Sorts" pitchFamily="2" charset="2"/>
              <a:buNone/>
            </a:pPr>
            <a:r>
              <a:rPr lang="zh-CN" altLang="en-US" sz="8800">
                <a:latin typeface="隶书" pitchFamily="49" charset="-122"/>
                <a:ea typeface="隶书" pitchFamily="49" charset="-122"/>
                <a:cs typeface="Andalus" panose="02020603050405020304" pitchFamily="18" charset="-78"/>
              </a:rPr>
              <a:t>人以群分</a:t>
            </a:r>
          </a:p>
        </p:txBody>
      </p:sp>
      <p:sp>
        <p:nvSpPr>
          <p:cNvPr id="27341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49B45E5-73AA-4EF1-B377-884293117730}" type="slidenum">
              <a:rPr lang="zh-CN" altLang="en-US" sz="1400" smtClean="0">
                <a:solidFill>
                  <a:schemeClr val="bg2"/>
                </a:solidFill>
                <a:latin typeface="Arial" panose="020B0604020202020204" pitchFamily="34" charset="0"/>
              </a:rPr>
              <a:pPr>
                <a:spcBef>
                  <a:spcPct val="50000"/>
                </a:spcBef>
                <a:buClrTx/>
                <a:buSzTx/>
                <a:buFontTx/>
                <a:buNone/>
              </a:pPr>
              <a:t>197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3FBE093-FD46-1FF8-B788-BDB6D019A1D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标题 1"/>
          <p:cNvSpPr>
            <a:spLocks noGrp="1"/>
          </p:cNvSpPr>
          <p:nvPr>
            <p:ph type="title"/>
          </p:nvPr>
        </p:nvSpPr>
        <p:spPr/>
        <p:txBody>
          <a:bodyPr/>
          <a:lstStyle/>
          <a:p>
            <a:pPr algn="ctr"/>
            <a:r>
              <a:rPr lang="en-US" altLang="zh-CN">
                <a:ea typeface="SimSun" panose="02010600030101010101" pitchFamily="2" charset="-122"/>
              </a:rPr>
              <a:t>Clustering</a:t>
            </a:r>
          </a:p>
        </p:txBody>
      </p:sp>
      <p:sp>
        <p:nvSpPr>
          <p:cNvPr id="274435" name="内容占位符 2"/>
          <p:cNvSpPr>
            <a:spLocks noGrp="1"/>
          </p:cNvSpPr>
          <p:nvPr>
            <p:ph idx="1"/>
          </p:nvPr>
        </p:nvSpPr>
        <p:spPr>
          <a:xfrm>
            <a:off x="990600" y="1676400"/>
            <a:ext cx="7772400" cy="4267200"/>
          </a:xfrm>
        </p:spPr>
        <p:txBody>
          <a:bodyPr/>
          <a:lstStyle/>
          <a:p>
            <a:r>
              <a:rPr lang="en-US" altLang="zh-CN">
                <a:ea typeface="SimSun" panose="02010600030101010101" pitchFamily="2" charset="-122"/>
                <a:cs typeface="Andalus" panose="02020603050405020304" pitchFamily="18" charset="-78"/>
              </a:rPr>
              <a:t>Clustering or cluster analysis is to group similar data based on a given similarity measure.</a:t>
            </a:r>
          </a:p>
          <a:p>
            <a:r>
              <a:rPr lang="en-US" altLang="zh-CN">
                <a:ea typeface="SimSun" panose="02010600030101010101" pitchFamily="2" charset="-122"/>
                <a:cs typeface="Andalus" panose="02020603050405020304" pitchFamily="18" charset="-78"/>
              </a:rPr>
              <a:t>It is subjective without unique solutions.</a:t>
            </a:r>
          </a:p>
          <a:p>
            <a:r>
              <a:rPr lang="en-US" altLang="zh-CN">
                <a:ea typeface="SimSun" panose="02010600030101010101" pitchFamily="2" charset="-122"/>
                <a:cs typeface="Andalus" panose="02020603050405020304" pitchFamily="18" charset="-78"/>
              </a:rPr>
              <a:t>It is done via unsupervised learning.</a:t>
            </a:r>
          </a:p>
          <a:p>
            <a:endParaRPr lang="zh-CN" altLang="en-US">
              <a:ea typeface="SimSun" panose="02010600030101010101" pitchFamily="2" charset="-122"/>
              <a:cs typeface="Andalus" panose="02020603050405020304" pitchFamily="18" charset="-78"/>
            </a:endParaRPr>
          </a:p>
        </p:txBody>
      </p:sp>
      <p:pic>
        <p:nvPicPr>
          <p:cNvPr id="27443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7378" y="4446587"/>
            <a:ext cx="2419350"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443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3007" y="4433887"/>
            <a:ext cx="265320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43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C0AF7DB-2848-4003-94BC-C30614334004}" type="slidenum">
              <a:rPr lang="zh-CN" altLang="en-US" sz="1400" smtClean="0">
                <a:solidFill>
                  <a:schemeClr val="bg2"/>
                </a:solidFill>
                <a:latin typeface="Arial" panose="020B0604020202020204" pitchFamily="34" charset="0"/>
              </a:rPr>
              <a:pPr>
                <a:spcBef>
                  <a:spcPct val="50000"/>
                </a:spcBef>
                <a:buClrTx/>
                <a:buSzTx/>
                <a:buFontTx/>
                <a:buNone/>
              </a:pPr>
              <a:t>198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44ADBD6-669D-E87F-115F-5B8E40DC395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4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4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9" name="Rectangle 2"/>
          <p:cNvSpPr>
            <a:spLocks noGrp="1" noChangeArrowheads="1"/>
          </p:cNvSpPr>
          <p:nvPr>
            <p:ph type="title"/>
          </p:nvPr>
        </p:nvSpPr>
        <p:spPr/>
        <p:txBody>
          <a:bodyPr/>
          <a:lstStyle/>
          <a:p>
            <a:pPr algn="ctr"/>
            <a:r>
              <a:rPr lang="en-US" altLang="zh-CN">
                <a:ea typeface="SimSun" panose="02010600030101010101" pitchFamily="2" charset="-122"/>
              </a:rPr>
              <a:t>ART1 Network</a:t>
            </a:r>
          </a:p>
        </p:txBody>
      </p:sp>
      <p:sp>
        <p:nvSpPr>
          <p:cNvPr id="275460" name="Rectangle 3"/>
          <p:cNvSpPr>
            <a:spLocks noGrp="1" noChangeArrowheads="1"/>
          </p:cNvSpPr>
          <p:nvPr>
            <p:ph type="body" idx="1"/>
          </p:nvPr>
        </p:nvSpPr>
        <p:spPr/>
        <p:txBody>
          <a:bodyPr/>
          <a:lstStyle/>
          <a:p>
            <a:pPr>
              <a:buSzPct val="55000"/>
              <a:buFont typeface="Monotype Sorts" pitchFamily="2" charset="2"/>
              <a:buChar char="l"/>
            </a:pPr>
            <a:r>
              <a:rPr lang="en-US" altLang="zh-CN">
                <a:ea typeface="SimSun" panose="02010600030101010101" pitchFamily="2" charset="-122"/>
              </a:rPr>
              <a:t>Invented by Stephen </a:t>
            </a:r>
            <a:r>
              <a:rPr lang="en-US" altLang="zh-CN" err="1">
                <a:ea typeface="SimSun" panose="02010600030101010101" pitchFamily="2" charset="-122"/>
              </a:rPr>
              <a:t>Grossberg</a:t>
            </a:r>
            <a:r>
              <a:rPr lang="en-US" altLang="zh-CN">
                <a:ea typeface="SimSun" panose="02010600030101010101" pitchFamily="2" charset="-122"/>
              </a:rPr>
              <a:t> at Boston University in 1970’s.</a:t>
            </a:r>
          </a:p>
          <a:p>
            <a:pPr>
              <a:buSzPct val="55000"/>
              <a:buFont typeface="Monotype Sorts" pitchFamily="2" charset="2"/>
              <a:buChar char="l"/>
            </a:pPr>
            <a:r>
              <a:rPr lang="en-US" altLang="zh-CN">
                <a:ea typeface="SimSun" panose="02010600030101010101" pitchFamily="2" charset="-122"/>
              </a:rPr>
              <a:t>Used to cluster binary data w/ unknown cluster number.</a:t>
            </a:r>
          </a:p>
          <a:p>
            <a:pPr>
              <a:buSzPct val="55000"/>
              <a:buFont typeface="Monotype Sorts" pitchFamily="2" charset="2"/>
              <a:buChar char="l"/>
            </a:pPr>
            <a:r>
              <a:rPr lang="en-US" altLang="zh-CN">
                <a:ea typeface="SimSun" panose="02010600030101010101" pitchFamily="2" charset="-122"/>
              </a:rPr>
              <a:t>A two-layer recurrent neural network.</a:t>
            </a:r>
          </a:p>
          <a:p>
            <a:pPr>
              <a:buSzPct val="55000"/>
              <a:buFont typeface="Monotype Sorts" pitchFamily="2" charset="2"/>
              <a:buChar char="l"/>
            </a:pPr>
            <a:r>
              <a:rPr lang="en-US" altLang="zh-CN">
                <a:ea typeface="SimSun" panose="02010600030101010101" pitchFamily="2" charset="-122"/>
              </a:rPr>
              <a:t>MAXNET serves as its output layer. </a:t>
            </a:r>
          </a:p>
          <a:p>
            <a:pPr>
              <a:buSzPct val="55000"/>
              <a:buFont typeface="Monotype Sorts" pitchFamily="2" charset="2"/>
              <a:buChar char="l"/>
            </a:pPr>
            <a:r>
              <a:rPr lang="en-US" altLang="zh-CN">
                <a:ea typeface="SimSun" panose="02010600030101010101" pitchFamily="2" charset="-122"/>
              </a:rPr>
              <a:t>Bidirectional adaptive connections called bottom-up and top-down connections. </a:t>
            </a:r>
          </a:p>
        </p:txBody>
      </p:sp>
      <p:sp>
        <p:nvSpPr>
          <p:cNvPr id="27546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C75EBA7-D0F0-4081-98AD-FA6DDACC323D}" type="slidenum">
              <a:rPr lang="zh-CN" altLang="en-US" sz="1400" smtClean="0">
                <a:solidFill>
                  <a:schemeClr val="bg2"/>
                </a:solidFill>
                <a:latin typeface="Arial" panose="020B0604020202020204" pitchFamily="34" charset="0"/>
              </a:rPr>
              <a:pPr>
                <a:spcBef>
                  <a:spcPct val="50000"/>
                </a:spcBef>
                <a:buClrTx/>
                <a:buSzTx/>
                <a:buFontTx/>
                <a:buNone/>
              </a:pPr>
              <a:t>199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B62CE74-9519-6494-F22C-07A0C93846C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46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546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546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546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标题 1"/>
          <p:cNvSpPr>
            <a:spLocks noGrp="1"/>
          </p:cNvSpPr>
          <p:nvPr>
            <p:ph type="title"/>
          </p:nvPr>
        </p:nvSpPr>
        <p:spPr/>
        <p:txBody>
          <a:bodyPr/>
          <a:lstStyle/>
          <a:p>
            <a:pPr algn="ctr"/>
            <a:r>
              <a:rPr lang="en-US" altLang="zh-CN">
                <a:ea typeface="SimSun" panose="02010600030101010101" pitchFamily="2" charset="-122"/>
              </a:rPr>
              <a:t>ART1 Architecture</a:t>
            </a:r>
          </a:p>
        </p:txBody>
      </p:sp>
      <p:grpSp>
        <p:nvGrpSpPr>
          <p:cNvPr id="277508" name="Group 35"/>
          <p:cNvGrpSpPr>
            <a:grpSpLocks/>
          </p:cNvGrpSpPr>
          <p:nvPr/>
        </p:nvGrpSpPr>
        <p:grpSpPr bwMode="auto">
          <a:xfrm>
            <a:off x="2819400" y="1628775"/>
            <a:ext cx="3962400" cy="4376738"/>
            <a:chOff x="3679" y="1241"/>
            <a:chExt cx="2326" cy="2757"/>
          </a:xfrm>
        </p:grpSpPr>
        <p:grpSp>
          <p:nvGrpSpPr>
            <p:cNvPr id="277510" name="Group 36"/>
            <p:cNvGrpSpPr>
              <a:grpSpLocks/>
            </p:cNvGrpSpPr>
            <p:nvPr/>
          </p:nvGrpSpPr>
          <p:grpSpPr bwMode="auto">
            <a:xfrm>
              <a:off x="4639" y="3672"/>
              <a:ext cx="1366" cy="326"/>
              <a:chOff x="4639" y="3672"/>
              <a:chExt cx="1366" cy="326"/>
            </a:xfrm>
          </p:grpSpPr>
          <p:sp>
            <p:nvSpPr>
              <p:cNvPr id="277553" name="AutoShape 37"/>
              <p:cNvSpPr>
                <a:spLocks noChangeArrowheads="1"/>
              </p:cNvSpPr>
              <p:nvPr/>
            </p:nvSpPr>
            <p:spPr bwMode="auto">
              <a:xfrm>
                <a:off x="4639" y="3672"/>
                <a:ext cx="1366" cy="326"/>
              </a:xfrm>
              <a:prstGeom prst="roundRect">
                <a:avLst>
                  <a:gd name="adj" fmla="val 306"/>
                </a:avLst>
              </a:prstGeom>
              <a:solidFill>
                <a:schemeClr val="bg1"/>
              </a:solidFill>
              <a:ln w="1905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nvGrpSpPr>
              <p:cNvPr id="277554" name="Group 38"/>
              <p:cNvGrpSpPr>
                <a:grpSpLocks/>
              </p:cNvGrpSpPr>
              <p:nvPr/>
            </p:nvGrpSpPr>
            <p:grpSpPr bwMode="auto">
              <a:xfrm>
                <a:off x="4716" y="3710"/>
                <a:ext cx="1259" cy="249"/>
                <a:chOff x="4716" y="3710"/>
                <a:chExt cx="1259" cy="249"/>
              </a:xfrm>
            </p:grpSpPr>
            <p:sp>
              <p:nvSpPr>
                <p:cNvPr id="277555" name="Line 39"/>
                <p:cNvSpPr>
                  <a:spLocks noChangeShapeType="1"/>
                </p:cNvSpPr>
                <p:nvPr/>
              </p:nvSpPr>
              <p:spPr bwMode="auto">
                <a:xfrm>
                  <a:off x="4716" y="3764"/>
                  <a:ext cx="206" cy="0"/>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56" name="Line 40"/>
                <p:cNvSpPr>
                  <a:spLocks noChangeShapeType="1"/>
                </p:cNvSpPr>
                <p:nvPr/>
              </p:nvSpPr>
              <p:spPr bwMode="auto">
                <a:xfrm>
                  <a:off x="4716" y="3905"/>
                  <a:ext cx="204" cy="0"/>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57" name="Text Box 41"/>
                <p:cNvSpPr txBox="1">
                  <a:spLocks noChangeArrowheads="1"/>
                </p:cNvSpPr>
                <p:nvPr/>
              </p:nvSpPr>
              <p:spPr bwMode="auto">
                <a:xfrm>
                  <a:off x="5066" y="3710"/>
                  <a:ext cx="414"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1"/>
                    </a:buClr>
                    <a:buSzPct val="90000"/>
                    <a:buFont typeface="Monotype Sorts" pitchFamily="2" charset="2"/>
                    <a:buChar char="4"/>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9pPr>
                </a:lstStyle>
                <a:p>
                  <a:pPr>
                    <a:lnSpc>
                      <a:spcPct val="95000"/>
                    </a:lnSpc>
                    <a:spcBef>
                      <a:spcPct val="0"/>
                    </a:spcBef>
                    <a:buClr>
                      <a:srgbClr val="000000"/>
                    </a:buClr>
                    <a:buSzTx/>
                    <a:buFont typeface="Arial" panose="020B0604020202020204" pitchFamily="34" charset="0"/>
                    <a:buNone/>
                  </a:pPr>
                  <a:r>
                    <a:rPr lang="en-GB" altLang="zh-CN" sz="1200">
                      <a:ea typeface="SimSun" panose="02010600030101010101" pitchFamily="2" charset="-122"/>
                    </a:rPr>
                    <a:t>top down</a:t>
                  </a:r>
                </a:p>
              </p:txBody>
            </p:sp>
            <p:sp>
              <p:nvSpPr>
                <p:cNvPr id="277558" name="Text Box 42"/>
                <p:cNvSpPr txBox="1">
                  <a:spLocks noChangeArrowheads="1"/>
                </p:cNvSpPr>
                <p:nvPr/>
              </p:nvSpPr>
              <p:spPr bwMode="auto">
                <a:xfrm>
                  <a:off x="5066" y="3850"/>
                  <a:ext cx="909"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90000"/>
                    <a:buFont typeface="Monotype Sorts" pitchFamily="2" charset="2"/>
                    <a:buChar char="4"/>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kumimoji="1" sz="2000">
                      <a:solidFill>
                        <a:schemeClr val="tx1"/>
                      </a:solidFill>
                      <a:latin typeface="Times New Roman" panose="02020603050405020304" pitchFamily="18" charset="0"/>
                    </a:defRPr>
                  </a:lvl9pPr>
                </a:lstStyle>
                <a:p>
                  <a:pPr>
                    <a:lnSpc>
                      <a:spcPct val="95000"/>
                    </a:lnSpc>
                    <a:spcBef>
                      <a:spcPct val="0"/>
                    </a:spcBef>
                    <a:buClr>
                      <a:srgbClr val="000000"/>
                    </a:buClr>
                    <a:buSzTx/>
                    <a:buFont typeface="Arial" panose="020B0604020202020204" pitchFamily="34" charset="0"/>
                    <a:buNone/>
                  </a:pPr>
                  <a:r>
                    <a:rPr lang="en-GB" altLang="zh-CN" sz="1200">
                      <a:ea typeface="SimSun" panose="02010600030101010101" pitchFamily="2" charset="-122"/>
                    </a:rPr>
                    <a:t>bottom up (normalised)</a:t>
                  </a:r>
                </a:p>
              </p:txBody>
            </p:sp>
          </p:grpSp>
        </p:grpSp>
        <p:grpSp>
          <p:nvGrpSpPr>
            <p:cNvPr id="277511" name="Group 43"/>
            <p:cNvGrpSpPr>
              <a:grpSpLocks/>
            </p:cNvGrpSpPr>
            <p:nvPr/>
          </p:nvGrpSpPr>
          <p:grpSpPr bwMode="auto">
            <a:xfrm>
              <a:off x="3679" y="1240"/>
              <a:ext cx="2326" cy="2289"/>
              <a:chOff x="3679" y="1240"/>
              <a:chExt cx="2326" cy="2289"/>
            </a:xfrm>
          </p:grpSpPr>
          <p:grpSp>
            <p:nvGrpSpPr>
              <p:cNvPr id="277512" name="Group 44"/>
              <p:cNvGrpSpPr>
                <a:grpSpLocks/>
              </p:cNvGrpSpPr>
              <p:nvPr/>
            </p:nvGrpSpPr>
            <p:grpSpPr bwMode="auto">
              <a:xfrm>
                <a:off x="3679" y="1478"/>
                <a:ext cx="2326" cy="1817"/>
                <a:chOff x="3679" y="1478"/>
                <a:chExt cx="2326" cy="1817"/>
              </a:xfrm>
            </p:grpSpPr>
            <p:grpSp>
              <p:nvGrpSpPr>
                <p:cNvPr id="277520" name="Group 45"/>
                <p:cNvGrpSpPr>
                  <a:grpSpLocks/>
                </p:cNvGrpSpPr>
                <p:nvPr/>
              </p:nvGrpSpPr>
              <p:grpSpPr bwMode="auto">
                <a:xfrm>
                  <a:off x="3679" y="3050"/>
                  <a:ext cx="2326" cy="245"/>
                  <a:chOff x="3679" y="3050"/>
                  <a:chExt cx="2326" cy="245"/>
                </a:xfrm>
              </p:grpSpPr>
              <p:sp>
                <p:nvSpPr>
                  <p:cNvPr id="277549" name="Oval 46"/>
                  <p:cNvSpPr>
                    <a:spLocks noChangeArrowheads="1"/>
                  </p:cNvSpPr>
                  <p:nvPr/>
                </p:nvSpPr>
                <p:spPr bwMode="auto">
                  <a:xfrm>
                    <a:off x="3679" y="3050"/>
                    <a:ext cx="248" cy="245"/>
                  </a:xfrm>
                  <a:prstGeom prst="ellipse">
                    <a:avLst/>
                  </a:prstGeom>
                  <a:solidFill>
                    <a:srgbClr val="FFFFFF"/>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77550" name="Oval 47"/>
                  <p:cNvSpPr>
                    <a:spLocks noChangeArrowheads="1"/>
                  </p:cNvSpPr>
                  <p:nvPr/>
                </p:nvSpPr>
                <p:spPr bwMode="auto">
                  <a:xfrm>
                    <a:off x="5757" y="3050"/>
                    <a:ext cx="248" cy="245"/>
                  </a:xfrm>
                  <a:prstGeom prst="ellipse">
                    <a:avLst/>
                  </a:prstGeom>
                  <a:solidFill>
                    <a:srgbClr val="FFFFFF"/>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77551" name="Oval 48"/>
                  <p:cNvSpPr>
                    <a:spLocks noChangeArrowheads="1"/>
                  </p:cNvSpPr>
                  <p:nvPr/>
                </p:nvSpPr>
                <p:spPr bwMode="auto">
                  <a:xfrm>
                    <a:off x="5064" y="3050"/>
                    <a:ext cx="248" cy="245"/>
                  </a:xfrm>
                  <a:prstGeom prst="ellipse">
                    <a:avLst/>
                  </a:prstGeom>
                  <a:solidFill>
                    <a:srgbClr val="FFFFFF"/>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77552" name="Oval 49"/>
                  <p:cNvSpPr>
                    <a:spLocks noChangeArrowheads="1"/>
                  </p:cNvSpPr>
                  <p:nvPr/>
                </p:nvSpPr>
                <p:spPr bwMode="auto">
                  <a:xfrm>
                    <a:off x="4371" y="3050"/>
                    <a:ext cx="248" cy="245"/>
                  </a:xfrm>
                  <a:prstGeom prst="ellipse">
                    <a:avLst/>
                  </a:prstGeom>
                  <a:solidFill>
                    <a:srgbClr val="FFFFFF"/>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grpSp>
              <p:nvGrpSpPr>
                <p:cNvPr id="277521" name="Group 50"/>
                <p:cNvGrpSpPr>
                  <a:grpSpLocks/>
                </p:cNvGrpSpPr>
                <p:nvPr/>
              </p:nvGrpSpPr>
              <p:grpSpPr bwMode="auto">
                <a:xfrm>
                  <a:off x="3912" y="1478"/>
                  <a:ext cx="1860" cy="245"/>
                  <a:chOff x="3912" y="1478"/>
                  <a:chExt cx="1860" cy="245"/>
                </a:xfrm>
              </p:grpSpPr>
              <p:sp>
                <p:nvSpPr>
                  <p:cNvPr id="277546" name="Oval 51"/>
                  <p:cNvSpPr>
                    <a:spLocks noChangeArrowheads="1"/>
                  </p:cNvSpPr>
                  <p:nvPr/>
                </p:nvSpPr>
                <p:spPr bwMode="auto">
                  <a:xfrm>
                    <a:off x="3912" y="1478"/>
                    <a:ext cx="248" cy="245"/>
                  </a:xfrm>
                  <a:prstGeom prst="ellipse">
                    <a:avLst/>
                  </a:prstGeom>
                  <a:solidFill>
                    <a:srgbClr val="000000"/>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77547" name="Oval 52"/>
                  <p:cNvSpPr>
                    <a:spLocks noChangeArrowheads="1"/>
                  </p:cNvSpPr>
                  <p:nvPr/>
                </p:nvSpPr>
                <p:spPr bwMode="auto">
                  <a:xfrm>
                    <a:off x="5524" y="1478"/>
                    <a:ext cx="248" cy="245"/>
                  </a:xfrm>
                  <a:prstGeom prst="ellipse">
                    <a:avLst/>
                  </a:prstGeom>
                  <a:solidFill>
                    <a:srgbClr val="000000"/>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77548" name="Oval 53"/>
                  <p:cNvSpPr>
                    <a:spLocks noChangeArrowheads="1"/>
                  </p:cNvSpPr>
                  <p:nvPr/>
                </p:nvSpPr>
                <p:spPr bwMode="auto">
                  <a:xfrm>
                    <a:off x="4718" y="1478"/>
                    <a:ext cx="248" cy="245"/>
                  </a:xfrm>
                  <a:prstGeom prst="ellipse">
                    <a:avLst/>
                  </a:prstGeom>
                  <a:solidFill>
                    <a:srgbClr val="000000"/>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77522" name="Line 54"/>
                <p:cNvSpPr>
                  <a:spLocks noChangeShapeType="1"/>
                </p:cNvSpPr>
                <p:nvPr/>
              </p:nvSpPr>
              <p:spPr bwMode="auto">
                <a:xfrm flipV="1">
                  <a:off x="3773" y="1683"/>
                  <a:ext cx="130" cy="1349"/>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3" name="Line 55"/>
                <p:cNvSpPr>
                  <a:spLocks noChangeShapeType="1"/>
                </p:cNvSpPr>
                <p:nvPr/>
              </p:nvSpPr>
              <p:spPr bwMode="auto">
                <a:xfrm flipH="1">
                  <a:off x="3809" y="1728"/>
                  <a:ext cx="127" cy="1304"/>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4" name="Line 56"/>
                <p:cNvSpPr>
                  <a:spLocks noChangeShapeType="1"/>
                </p:cNvSpPr>
                <p:nvPr/>
              </p:nvSpPr>
              <p:spPr bwMode="auto">
                <a:xfrm flipH="1" flipV="1">
                  <a:off x="4008" y="1753"/>
                  <a:ext cx="395" cy="1297"/>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5" name="Line 57"/>
                <p:cNvSpPr>
                  <a:spLocks noChangeShapeType="1"/>
                </p:cNvSpPr>
                <p:nvPr/>
              </p:nvSpPr>
              <p:spPr bwMode="auto">
                <a:xfrm flipH="1" flipV="1">
                  <a:off x="4150" y="1707"/>
                  <a:ext cx="925" cy="1368"/>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6" name="Line 58"/>
                <p:cNvSpPr>
                  <a:spLocks noChangeShapeType="1"/>
                </p:cNvSpPr>
                <p:nvPr/>
              </p:nvSpPr>
              <p:spPr bwMode="auto">
                <a:xfrm flipH="1" flipV="1">
                  <a:off x="4989" y="1583"/>
                  <a:ext cx="834" cy="1439"/>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7" name="Line 59"/>
                <p:cNvSpPr>
                  <a:spLocks noChangeShapeType="1"/>
                </p:cNvSpPr>
                <p:nvPr/>
              </p:nvSpPr>
              <p:spPr bwMode="auto">
                <a:xfrm flipV="1">
                  <a:off x="3849" y="1678"/>
                  <a:ext cx="843" cy="1373"/>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8" name="Line 60"/>
                <p:cNvSpPr>
                  <a:spLocks noChangeShapeType="1"/>
                </p:cNvSpPr>
                <p:nvPr/>
              </p:nvSpPr>
              <p:spPr bwMode="auto">
                <a:xfrm flipV="1">
                  <a:off x="3938" y="1630"/>
                  <a:ext cx="1556" cy="1492"/>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29" name="Line 61"/>
                <p:cNvSpPr>
                  <a:spLocks noChangeShapeType="1"/>
                </p:cNvSpPr>
                <p:nvPr/>
              </p:nvSpPr>
              <p:spPr bwMode="auto">
                <a:xfrm flipV="1">
                  <a:off x="4512" y="1748"/>
                  <a:ext cx="309" cy="1267"/>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0" name="Line 62"/>
                <p:cNvSpPr>
                  <a:spLocks noChangeShapeType="1"/>
                </p:cNvSpPr>
                <p:nvPr/>
              </p:nvSpPr>
              <p:spPr bwMode="auto">
                <a:xfrm flipV="1">
                  <a:off x="4630" y="1725"/>
                  <a:ext cx="939" cy="1386"/>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1" name="Line 63"/>
                <p:cNvSpPr>
                  <a:spLocks noChangeShapeType="1"/>
                </p:cNvSpPr>
                <p:nvPr/>
              </p:nvSpPr>
              <p:spPr bwMode="auto">
                <a:xfrm flipH="1" flipV="1">
                  <a:off x="4955" y="1712"/>
                  <a:ext cx="228" cy="1320"/>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2" name="Line 64"/>
                <p:cNvSpPr>
                  <a:spLocks noChangeShapeType="1"/>
                </p:cNvSpPr>
                <p:nvPr/>
              </p:nvSpPr>
              <p:spPr bwMode="auto">
                <a:xfrm flipV="1">
                  <a:off x="5294" y="1749"/>
                  <a:ext cx="375" cy="1338"/>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3" name="Line 65"/>
                <p:cNvSpPr>
                  <a:spLocks noChangeShapeType="1"/>
                </p:cNvSpPr>
                <p:nvPr/>
              </p:nvSpPr>
              <p:spPr bwMode="auto">
                <a:xfrm flipH="1" flipV="1">
                  <a:off x="4182" y="1576"/>
                  <a:ext cx="1624" cy="1512"/>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4" name="Line 66"/>
                <p:cNvSpPr>
                  <a:spLocks noChangeShapeType="1"/>
                </p:cNvSpPr>
                <p:nvPr/>
              </p:nvSpPr>
              <p:spPr bwMode="auto">
                <a:xfrm flipH="1" flipV="1">
                  <a:off x="5774" y="1683"/>
                  <a:ext cx="115" cy="1337"/>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5" name="Line 67"/>
                <p:cNvSpPr>
                  <a:spLocks noChangeShapeType="1"/>
                </p:cNvSpPr>
                <p:nvPr/>
              </p:nvSpPr>
              <p:spPr bwMode="auto">
                <a:xfrm>
                  <a:off x="4052" y="1770"/>
                  <a:ext cx="389" cy="1279"/>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6" name="Line 68"/>
                <p:cNvSpPr>
                  <a:spLocks noChangeShapeType="1"/>
                </p:cNvSpPr>
                <p:nvPr/>
              </p:nvSpPr>
              <p:spPr bwMode="auto">
                <a:xfrm>
                  <a:off x="4200" y="1700"/>
                  <a:ext cx="897" cy="1343"/>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7" name="Line 69"/>
                <p:cNvSpPr>
                  <a:spLocks noChangeShapeType="1"/>
                </p:cNvSpPr>
                <p:nvPr/>
              </p:nvSpPr>
              <p:spPr bwMode="auto">
                <a:xfrm>
                  <a:off x="4215" y="1555"/>
                  <a:ext cx="1589" cy="1488"/>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8" name="Line 70"/>
                <p:cNvSpPr>
                  <a:spLocks noChangeShapeType="1"/>
                </p:cNvSpPr>
                <p:nvPr/>
              </p:nvSpPr>
              <p:spPr bwMode="auto">
                <a:xfrm flipH="1">
                  <a:off x="3890" y="1705"/>
                  <a:ext cx="830" cy="1350"/>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39" name="Line 71"/>
                <p:cNvSpPr>
                  <a:spLocks noChangeShapeType="1"/>
                </p:cNvSpPr>
                <p:nvPr/>
              </p:nvSpPr>
              <p:spPr bwMode="auto">
                <a:xfrm flipH="1">
                  <a:off x="4539" y="1771"/>
                  <a:ext cx="316" cy="1255"/>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40" name="Line 72"/>
                <p:cNvSpPr>
                  <a:spLocks noChangeShapeType="1"/>
                </p:cNvSpPr>
                <p:nvPr/>
              </p:nvSpPr>
              <p:spPr bwMode="auto">
                <a:xfrm>
                  <a:off x="4995" y="1707"/>
                  <a:ext cx="229" cy="1313"/>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41" name="Line 73"/>
                <p:cNvSpPr>
                  <a:spLocks noChangeShapeType="1"/>
                </p:cNvSpPr>
                <p:nvPr/>
              </p:nvSpPr>
              <p:spPr bwMode="auto">
                <a:xfrm>
                  <a:off x="5027" y="1572"/>
                  <a:ext cx="830" cy="1441"/>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42" name="Line 74"/>
                <p:cNvSpPr>
                  <a:spLocks noChangeShapeType="1"/>
                </p:cNvSpPr>
                <p:nvPr/>
              </p:nvSpPr>
              <p:spPr bwMode="auto">
                <a:xfrm flipH="1">
                  <a:off x="3931" y="1626"/>
                  <a:ext cx="1512" cy="1447"/>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43" name="Line 75"/>
                <p:cNvSpPr>
                  <a:spLocks noChangeShapeType="1"/>
                </p:cNvSpPr>
                <p:nvPr/>
              </p:nvSpPr>
              <p:spPr bwMode="auto">
                <a:xfrm flipH="1">
                  <a:off x="4610" y="1715"/>
                  <a:ext cx="933" cy="1358"/>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44" name="Line 76"/>
                <p:cNvSpPr>
                  <a:spLocks noChangeShapeType="1"/>
                </p:cNvSpPr>
                <p:nvPr/>
              </p:nvSpPr>
              <p:spPr bwMode="auto">
                <a:xfrm flipH="1">
                  <a:off x="5322" y="1757"/>
                  <a:ext cx="384" cy="1344"/>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45" name="Line 77"/>
                <p:cNvSpPr>
                  <a:spLocks noChangeShapeType="1"/>
                </p:cNvSpPr>
                <p:nvPr/>
              </p:nvSpPr>
              <p:spPr bwMode="auto">
                <a:xfrm>
                  <a:off x="5810" y="1661"/>
                  <a:ext cx="110" cy="1357"/>
                </a:xfrm>
                <a:prstGeom prst="line">
                  <a:avLst/>
                </a:prstGeom>
                <a:noFill/>
                <a:ln w="9360">
                  <a:solidFill>
                    <a:srgbClr val="8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
            <p:nvSpPr>
              <p:cNvPr id="277513" name="Line 78"/>
              <p:cNvSpPr>
                <a:spLocks noChangeShapeType="1"/>
              </p:cNvSpPr>
              <p:nvPr/>
            </p:nvSpPr>
            <p:spPr bwMode="auto">
              <a:xfrm flipV="1">
                <a:off x="3816" y="3318"/>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14" name="Line 79"/>
              <p:cNvSpPr>
                <a:spLocks noChangeShapeType="1"/>
              </p:cNvSpPr>
              <p:nvPr/>
            </p:nvSpPr>
            <p:spPr bwMode="auto">
              <a:xfrm flipV="1">
                <a:off x="4503" y="3318"/>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15" name="Line 80"/>
              <p:cNvSpPr>
                <a:spLocks noChangeShapeType="1"/>
              </p:cNvSpPr>
              <p:nvPr/>
            </p:nvSpPr>
            <p:spPr bwMode="auto">
              <a:xfrm flipV="1">
                <a:off x="5193" y="3318"/>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16" name="Line 81"/>
              <p:cNvSpPr>
                <a:spLocks noChangeShapeType="1"/>
              </p:cNvSpPr>
              <p:nvPr/>
            </p:nvSpPr>
            <p:spPr bwMode="auto">
              <a:xfrm flipV="1">
                <a:off x="5884" y="3318"/>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17" name="Line 82"/>
              <p:cNvSpPr>
                <a:spLocks noChangeShapeType="1"/>
              </p:cNvSpPr>
              <p:nvPr/>
            </p:nvSpPr>
            <p:spPr bwMode="auto">
              <a:xfrm flipV="1">
                <a:off x="4036" y="1240"/>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18" name="Line 83"/>
              <p:cNvSpPr>
                <a:spLocks noChangeShapeType="1"/>
              </p:cNvSpPr>
              <p:nvPr/>
            </p:nvSpPr>
            <p:spPr bwMode="auto">
              <a:xfrm flipV="1">
                <a:off x="4841" y="1240"/>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7519" name="Line 84"/>
              <p:cNvSpPr>
                <a:spLocks noChangeShapeType="1"/>
              </p:cNvSpPr>
              <p:nvPr/>
            </p:nvSpPr>
            <p:spPr bwMode="auto">
              <a:xfrm flipV="1">
                <a:off x="5653" y="1240"/>
                <a:ext cx="0" cy="211"/>
              </a:xfrm>
              <a:prstGeom prst="line">
                <a:avLst/>
              </a:prstGeom>
              <a:noFill/>
              <a:ln w="936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grpSp>
      <p:sp>
        <p:nvSpPr>
          <p:cNvPr id="2775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FCC4BB8-B499-4FDA-A0E6-4B47C7D84138}" type="slidenum">
              <a:rPr lang="zh-CN" altLang="en-US" sz="1400" smtClean="0">
                <a:solidFill>
                  <a:schemeClr val="bg2"/>
                </a:solidFill>
                <a:latin typeface="Arial" panose="020B0604020202020204" pitchFamily="34" charset="0"/>
              </a:rPr>
              <a:pPr>
                <a:spcBef>
                  <a:spcPct val="50000"/>
                </a:spcBef>
                <a:buClrTx/>
                <a:buSzTx/>
                <a:buFontTx/>
                <a:buNone/>
              </a:pPr>
              <a:t>200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758A838-5D0D-8143-1CCE-94A5AC5DB9F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2"/>
          <p:cNvSpPr>
            <a:spLocks noGrp="1" noChangeArrowheads="1"/>
          </p:cNvSpPr>
          <p:nvPr>
            <p:ph type="title"/>
          </p:nvPr>
        </p:nvSpPr>
        <p:spPr/>
        <p:txBody>
          <a:bodyPr/>
          <a:lstStyle/>
          <a:p>
            <a:pPr algn="ctr"/>
            <a:r>
              <a:rPr lang="en-US" altLang="zh-CN">
                <a:ea typeface="SimSun" panose="02010600030101010101" pitchFamily="2" charset="-122"/>
              </a:rPr>
              <a:t>ART1 for Clustering</a:t>
            </a:r>
          </a:p>
        </p:txBody>
      </p:sp>
      <p:sp>
        <p:nvSpPr>
          <p:cNvPr id="278532" name="Rectangle 4"/>
          <p:cNvSpPr>
            <a:spLocks noGrp="1" noChangeArrowheads="1"/>
          </p:cNvSpPr>
          <p:nvPr>
            <p:ph type="body" idx="1"/>
          </p:nvPr>
        </p:nvSpPr>
        <p:spPr>
          <a:xfrm>
            <a:off x="990600" y="1600200"/>
            <a:ext cx="7772400" cy="4343400"/>
          </a:xfrm>
        </p:spPr>
        <p:txBody>
          <a:bodyPr/>
          <a:lstStyle/>
          <a:p>
            <a:pPr marL="609600" indent="-609600">
              <a:buSzPct val="85000"/>
              <a:buFont typeface="Monotype Sorts" pitchFamily="2" charset="2"/>
              <a:buAutoNum type="arabicParenR"/>
            </a:pPr>
            <a:r>
              <a:rPr lang="en-US" altLang="zh-CN" sz="2400">
                <a:ea typeface="SimSun" panose="02010600030101010101" pitchFamily="2" charset="-122"/>
              </a:rPr>
              <a:t>Initialize weights:</a:t>
            </a:r>
          </a:p>
          <a:p>
            <a:pPr marL="609600" indent="-609600">
              <a:buSzPct val="85000"/>
              <a:buFont typeface="Monotype Sorts" pitchFamily="2" charset="2"/>
              <a:buAutoNum type="arabicParenR"/>
            </a:pPr>
            <a:r>
              <a:rPr lang="en-US" altLang="zh-CN" sz="2400">
                <a:ea typeface="SimSun" panose="02010600030101010101" pitchFamily="2" charset="-122"/>
              </a:rPr>
              <a:t>Compute net input for an input pattern </a:t>
            </a:r>
            <a:r>
              <a:rPr lang="en-US" altLang="zh-CN" sz="2400" i="1" err="1">
                <a:ea typeface="SimSun" panose="02010600030101010101" pitchFamily="2" charset="-122"/>
              </a:rPr>
              <a:t>x</a:t>
            </a:r>
            <a:r>
              <a:rPr lang="en-US" altLang="zh-CN" sz="2400" baseline="30000" err="1">
                <a:ea typeface="SimSun" panose="02010600030101010101" pitchFamily="2" charset="-122"/>
              </a:rPr>
              <a:t>p</a:t>
            </a:r>
            <a:r>
              <a:rPr lang="en-US" altLang="zh-CN" sz="2400">
                <a:ea typeface="SimSun" panose="02010600030101010101" pitchFamily="2" charset="-122"/>
              </a:rPr>
              <a:t>:</a:t>
            </a:r>
          </a:p>
          <a:p>
            <a:pPr marL="609600" indent="-609600">
              <a:buSzPct val="85000"/>
              <a:buFont typeface="Monotype Sorts" pitchFamily="2" charset="2"/>
              <a:buAutoNum type="arabicParenR"/>
            </a:pPr>
            <a:endParaRPr lang="en-US" altLang="zh-CN" sz="2400">
              <a:ea typeface="SimSun" panose="02010600030101010101" pitchFamily="2" charset="-122"/>
            </a:endParaRPr>
          </a:p>
          <a:p>
            <a:pPr marL="609600" indent="-609600">
              <a:buSzPct val="85000"/>
              <a:buFont typeface="Monotype Sorts" pitchFamily="2" charset="2"/>
              <a:buAutoNum type="arabicParenR"/>
            </a:pPr>
            <a:endParaRPr lang="en-US" altLang="zh-CN" sz="2400">
              <a:ea typeface="SimSun" panose="02010600030101010101" pitchFamily="2" charset="-122"/>
            </a:endParaRPr>
          </a:p>
          <a:p>
            <a:pPr marL="609600" indent="-609600">
              <a:buSzPct val="85000"/>
              <a:buFont typeface="Monotype Sorts" pitchFamily="2" charset="2"/>
              <a:buAutoNum type="arabicParenR"/>
            </a:pPr>
            <a:r>
              <a:rPr lang="en-US" altLang="zh-CN" sz="2400">
                <a:ea typeface="SimSun" panose="02010600030101010101" pitchFamily="2" charset="-122"/>
              </a:rPr>
              <a:t>Select the best match using the MAXNET</a:t>
            </a:r>
          </a:p>
          <a:p>
            <a:pPr marL="609600" indent="-609600">
              <a:buSzPct val="85000"/>
              <a:buFont typeface="Monotype Sorts" pitchFamily="2" charset="2"/>
              <a:buAutoNum type="arabicParenR"/>
            </a:pPr>
            <a:r>
              <a:rPr lang="en-US" altLang="zh-CN" sz="2400">
                <a:ea typeface="SimSun" panose="02010600030101010101" pitchFamily="2" charset="-122"/>
              </a:rPr>
              <a:t>Vigilance test: If                                                      ,</a:t>
            </a:r>
          </a:p>
          <a:p>
            <a:pPr marL="609600" indent="-609600">
              <a:buSzPct val="85000"/>
              <a:buFont typeface="Monotype Sorts" pitchFamily="2" charset="2"/>
              <a:buNone/>
            </a:pPr>
            <a:r>
              <a:rPr lang="en-US" altLang="zh-CN" sz="2400">
                <a:ea typeface="SimSun" panose="02010600030101010101" pitchFamily="2" charset="-122"/>
              </a:rPr>
              <a:t>         then next; otherwise, disable neuron </a:t>
            </a:r>
            <a:r>
              <a:rPr lang="en-US" altLang="zh-CN" sz="2400" i="1">
                <a:ea typeface="SimSun" panose="02010600030101010101" pitchFamily="2" charset="-122"/>
              </a:rPr>
              <a:t>k</a:t>
            </a:r>
            <a:r>
              <a:rPr lang="en-US" altLang="zh-CN" sz="2400">
                <a:ea typeface="SimSun" panose="02010600030101010101" pitchFamily="2" charset="-122"/>
              </a:rPr>
              <a:t> and go to step 2).</a:t>
            </a:r>
          </a:p>
          <a:p>
            <a:pPr marL="609600" indent="-609600">
              <a:buSzPct val="85000"/>
              <a:buFont typeface="Monotype Sorts" pitchFamily="2" charset="2"/>
              <a:buAutoNum type="arabicParenR" startAt="5"/>
            </a:pPr>
            <a:r>
              <a:rPr lang="en-US" altLang="zh-CN" sz="2400">
                <a:ea typeface="SimSun" panose="02010600030101010101" pitchFamily="2" charset="-122"/>
              </a:rPr>
              <a:t>Adapt weights: </a:t>
            </a:r>
          </a:p>
        </p:txBody>
      </p:sp>
      <p:graphicFrame>
        <p:nvGraphicFramePr>
          <p:cNvPr id="278533" name="Object 5"/>
          <p:cNvGraphicFramePr>
            <a:graphicFrameLocks noChangeAspect="1"/>
          </p:cNvGraphicFramePr>
          <p:nvPr>
            <p:extLst>
              <p:ext uri="{D42A27DB-BD31-4B8C-83A1-F6EECF244321}">
                <p14:modId xmlns:p14="http://schemas.microsoft.com/office/powerpoint/2010/main" val="3973151963"/>
              </p:ext>
            </p:extLst>
          </p:nvPr>
        </p:nvGraphicFramePr>
        <p:xfrm>
          <a:off x="4267200" y="1524000"/>
          <a:ext cx="3733800" cy="762000"/>
        </p:xfrm>
        <a:graphic>
          <a:graphicData uri="http://schemas.openxmlformats.org/presentationml/2006/ole">
            <mc:AlternateContent xmlns:mc="http://schemas.openxmlformats.org/markup-compatibility/2006">
              <mc:Choice xmlns:v="urn:schemas-microsoft-com:vml" Requires="v">
                <p:oleObj name="Equation" r:id="rId3" imgW="1524000" imgH="393700" progId="Equation.3">
                  <p:embed/>
                </p:oleObj>
              </mc:Choice>
              <mc:Fallback>
                <p:oleObj name="Equation" r:id="rId3" imgW="1524000" imgH="393700" progId="Equation.3">
                  <p:embed/>
                  <p:pic>
                    <p:nvPicPr>
                      <p:cNvPr id="27853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524000"/>
                        <a:ext cx="3733800" cy="762000"/>
                      </a:xfrm>
                      <a:prstGeom prst="rect">
                        <a:avLst/>
                      </a:prstGeom>
                      <a:noFill/>
                      <a:ln>
                        <a:noFill/>
                      </a:ln>
                      <a:effectLst/>
                    </p:spPr>
                  </p:pic>
                </p:oleObj>
              </mc:Fallback>
            </mc:AlternateContent>
          </a:graphicData>
        </a:graphic>
      </p:graphicFrame>
      <p:graphicFrame>
        <p:nvGraphicFramePr>
          <p:cNvPr id="278534" name="Object 6"/>
          <p:cNvGraphicFramePr>
            <a:graphicFrameLocks noChangeAspect="1"/>
          </p:cNvGraphicFramePr>
          <p:nvPr/>
        </p:nvGraphicFramePr>
        <p:xfrm>
          <a:off x="2438400" y="2514600"/>
          <a:ext cx="4551363" cy="838200"/>
        </p:xfrm>
        <a:graphic>
          <a:graphicData uri="http://schemas.openxmlformats.org/presentationml/2006/ole">
            <mc:AlternateContent xmlns:mc="http://schemas.openxmlformats.org/markup-compatibility/2006">
              <mc:Choice xmlns:v="urn:schemas-microsoft-com:vml" Requires="v">
                <p:oleObj name="Equation" r:id="rId5" imgW="1803400" imgH="444500" progId="Equation.3">
                  <p:embed/>
                </p:oleObj>
              </mc:Choice>
              <mc:Fallback>
                <p:oleObj name="Equation" r:id="rId5" imgW="1803400" imgH="444500" progId="Equation.3">
                  <p:embed/>
                  <p:pic>
                    <p:nvPicPr>
                      <p:cNvPr id="27853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514600"/>
                        <a:ext cx="455136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5" name="Object 7"/>
          <p:cNvGraphicFramePr>
            <a:graphicFrameLocks noChangeAspect="1"/>
          </p:cNvGraphicFramePr>
          <p:nvPr/>
        </p:nvGraphicFramePr>
        <p:xfrm>
          <a:off x="6889750" y="3276600"/>
          <a:ext cx="1949450" cy="579438"/>
        </p:xfrm>
        <a:graphic>
          <a:graphicData uri="http://schemas.openxmlformats.org/presentationml/2006/ole">
            <mc:AlternateContent xmlns:mc="http://schemas.openxmlformats.org/markup-compatibility/2006">
              <mc:Choice xmlns:v="urn:schemas-microsoft-com:vml" Requires="v">
                <p:oleObj name="Equation" r:id="rId7" imgW="939392" imgH="241195" progId="Equation.3">
                  <p:embed/>
                </p:oleObj>
              </mc:Choice>
              <mc:Fallback>
                <p:oleObj name="Equation" r:id="rId7" imgW="939392" imgH="241195" progId="Equation.3">
                  <p:embed/>
                  <p:pic>
                    <p:nvPicPr>
                      <p:cNvPr id="278535"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9750" y="3276600"/>
                        <a:ext cx="19494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6" name="Object 8"/>
          <p:cNvGraphicFramePr>
            <a:graphicFrameLocks noChangeAspect="1"/>
          </p:cNvGraphicFramePr>
          <p:nvPr/>
        </p:nvGraphicFramePr>
        <p:xfrm>
          <a:off x="3962400" y="3733800"/>
          <a:ext cx="4038600" cy="685800"/>
        </p:xfrm>
        <a:graphic>
          <a:graphicData uri="http://schemas.openxmlformats.org/presentationml/2006/ole">
            <mc:AlternateContent xmlns:mc="http://schemas.openxmlformats.org/markup-compatibility/2006">
              <mc:Choice xmlns:v="urn:schemas-microsoft-com:vml" Requires="v">
                <p:oleObj name="公式" r:id="rId9" imgW="1485255" imgH="444307" progId="Equation.3">
                  <p:embed/>
                </p:oleObj>
              </mc:Choice>
              <mc:Fallback>
                <p:oleObj name="公式" r:id="rId9" imgW="1485255" imgH="444307" progId="Equation.3">
                  <p:embed/>
                  <p:pic>
                    <p:nvPicPr>
                      <p:cNvPr id="278536"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3733800"/>
                        <a:ext cx="40386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7" name="Object 9"/>
          <p:cNvGraphicFramePr>
            <a:graphicFrameLocks noChangeAspect="1"/>
          </p:cNvGraphicFramePr>
          <p:nvPr>
            <p:extLst>
              <p:ext uri="{D42A27DB-BD31-4B8C-83A1-F6EECF244321}">
                <p14:modId xmlns:p14="http://schemas.microsoft.com/office/powerpoint/2010/main" val="3052803189"/>
              </p:ext>
            </p:extLst>
          </p:nvPr>
        </p:nvGraphicFramePr>
        <p:xfrm>
          <a:off x="1619839" y="4960937"/>
          <a:ext cx="6686550" cy="1363663"/>
        </p:xfrm>
        <a:graphic>
          <a:graphicData uri="http://schemas.openxmlformats.org/presentationml/2006/ole">
            <mc:AlternateContent xmlns:mc="http://schemas.openxmlformats.org/markup-compatibility/2006">
              <mc:Choice xmlns:v="urn:schemas-microsoft-com:vml" Requires="v">
                <p:oleObj name="公式" r:id="rId11" imgW="3073400" imgH="685800" progId="Equation.3">
                  <p:embed/>
                </p:oleObj>
              </mc:Choice>
              <mc:Fallback>
                <p:oleObj name="公式" r:id="rId11" imgW="3073400" imgH="685800" progId="Equation.3">
                  <p:embed/>
                  <p:pic>
                    <p:nvPicPr>
                      <p:cNvPr id="278537"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9839" y="4960937"/>
                        <a:ext cx="6686550" cy="1363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853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516802C-3C86-4DA6-9D50-A1C0D401E21C}" type="slidenum">
              <a:rPr lang="zh-CN" altLang="en-US" sz="1400" smtClean="0">
                <a:solidFill>
                  <a:schemeClr val="bg2"/>
                </a:solidFill>
                <a:latin typeface="Arial" panose="020B0604020202020204" pitchFamily="34" charset="0"/>
              </a:rPr>
              <a:pPr>
                <a:spcBef>
                  <a:spcPct val="50000"/>
                </a:spcBef>
                <a:buClrTx/>
                <a:buSzTx/>
                <a:buFontTx/>
                <a:buNone/>
              </a:pPr>
              <a:t>201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AB947B0-E567-00B6-675B-EAAAA64377B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853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85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853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85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853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85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853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853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8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9" name="Rectangle 1026"/>
          <p:cNvSpPr>
            <a:spLocks noGrp="1" noChangeArrowheads="1"/>
          </p:cNvSpPr>
          <p:nvPr>
            <p:ph type="title"/>
          </p:nvPr>
        </p:nvSpPr>
        <p:spPr>
          <a:xfrm>
            <a:off x="838200" y="381000"/>
            <a:ext cx="8305800" cy="1143000"/>
          </a:xfrm>
        </p:spPr>
        <p:txBody>
          <a:bodyPr/>
          <a:lstStyle/>
          <a:p>
            <a:pPr algn="ctr"/>
            <a:r>
              <a:rPr lang="en-US" altLang="zh-CN">
                <a:ea typeface="SimSun" panose="02010600030101010101" pitchFamily="2" charset="-122"/>
              </a:rPr>
              <a:t>Vigilance Parameter </a:t>
            </a:r>
            <a:br>
              <a:rPr lang="en-US" altLang="zh-CN">
                <a:ea typeface="SimSun" panose="02010600030101010101" pitchFamily="2" charset="-122"/>
              </a:rPr>
            </a:br>
            <a:r>
              <a:rPr lang="en-US" altLang="zh-CN">
                <a:ea typeface="SimSun" panose="02010600030101010101" pitchFamily="2" charset="-122"/>
              </a:rPr>
              <a:t>in ART1 Network</a:t>
            </a:r>
          </a:p>
        </p:txBody>
      </p:sp>
      <p:sp>
        <p:nvSpPr>
          <p:cNvPr id="280580" name="Rectangle 1027"/>
          <p:cNvSpPr>
            <a:spLocks noGrp="1" noChangeArrowheads="1"/>
          </p:cNvSpPr>
          <p:nvPr>
            <p:ph type="body" idx="1"/>
          </p:nvPr>
        </p:nvSpPr>
        <p:spPr>
          <a:xfrm>
            <a:off x="990600" y="2057400"/>
            <a:ext cx="7162800" cy="3886200"/>
          </a:xfrm>
        </p:spPr>
        <p:txBody>
          <a:bodyPr/>
          <a:lstStyle/>
          <a:p>
            <a:pPr>
              <a:buSzPct val="50000"/>
              <a:buFont typeface="Monotype Sorts" pitchFamily="2" charset="2"/>
              <a:buChar char="l"/>
            </a:pPr>
            <a:r>
              <a:rPr lang="en-US" altLang="zh-CN">
                <a:ea typeface="SimSun" panose="02010600030101010101" pitchFamily="2" charset="-122"/>
              </a:rPr>
              <a:t>Value ranges between 0 and 1.</a:t>
            </a:r>
          </a:p>
          <a:p>
            <a:pPr>
              <a:buSzPct val="50000"/>
              <a:buFont typeface="Monotype Sorts" pitchFamily="2" charset="2"/>
              <a:buChar char="l"/>
            </a:pPr>
            <a:r>
              <a:rPr lang="en-US" altLang="zh-CN">
                <a:ea typeface="SimSun" panose="02010600030101010101" pitchFamily="2" charset="-122"/>
              </a:rPr>
              <a:t>A user-chosen design parameter to control the sensitivity of the clustering.</a:t>
            </a:r>
          </a:p>
          <a:p>
            <a:pPr>
              <a:buSzPct val="50000"/>
              <a:buFont typeface="Monotype Sorts" pitchFamily="2" charset="2"/>
              <a:buChar char="l"/>
            </a:pPr>
            <a:r>
              <a:rPr lang="en-US" altLang="zh-CN">
                <a:ea typeface="SimSun" panose="02010600030101010101" pitchFamily="2" charset="-122"/>
              </a:rPr>
              <a:t>The larger its value is, the more homogenous the data are in each cluster.</a:t>
            </a:r>
          </a:p>
          <a:p>
            <a:pPr>
              <a:buSzPct val="50000"/>
              <a:buFont typeface="Monotype Sorts" pitchFamily="2" charset="2"/>
              <a:buChar char="l"/>
            </a:pPr>
            <a:r>
              <a:rPr lang="en-US" altLang="zh-CN">
                <a:ea typeface="SimSun" panose="02010600030101010101" pitchFamily="2" charset="-122"/>
              </a:rPr>
              <a:t>Determine in an </a:t>
            </a:r>
            <a:r>
              <a:rPr lang="en-US" altLang="zh-CN" i="1">
                <a:ea typeface="SimSun" panose="02010600030101010101" pitchFamily="2" charset="-122"/>
              </a:rPr>
              <a:t>ad hoc</a:t>
            </a:r>
            <a:r>
              <a:rPr lang="en-US" altLang="zh-CN">
                <a:ea typeface="SimSun" panose="02010600030101010101" pitchFamily="2" charset="-122"/>
              </a:rPr>
              <a:t> way.</a:t>
            </a:r>
          </a:p>
          <a:p>
            <a:pPr>
              <a:buSzPct val="50000"/>
              <a:buFont typeface="Monotype Sorts" pitchFamily="2" charset="2"/>
              <a:buChar char="l"/>
            </a:pPr>
            <a:endParaRPr lang="zh-CN" altLang="en-US">
              <a:ea typeface="SimSun" panose="02010600030101010101" pitchFamily="2" charset="-122"/>
            </a:endParaRPr>
          </a:p>
        </p:txBody>
      </p:sp>
      <p:sp>
        <p:nvSpPr>
          <p:cNvPr id="28058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920AFAA-3ADC-4E6D-838F-D9CF14721163}" type="slidenum">
              <a:rPr lang="zh-CN" altLang="en-US" sz="1400" smtClean="0">
                <a:solidFill>
                  <a:schemeClr val="bg2"/>
                </a:solidFill>
                <a:latin typeface="Arial" panose="020B0604020202020204" pitchFamily="34" charset="0"/>
              </a:rPr>
              <a:pPr>
                <a:spcBef>
                  <a:spcPct val="50000"/>
                </a:spcBef>
                <a:buClrTx/>
                <a:buSzTx/>
                <a:buFontTx/>
                <a:buNone/>
              </a:pPr>
              <a:t>202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12E87C0-1502-7F21-1506-D391CAA45EF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05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058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058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标题 1"/>
          <p:cNvSpPr>
            <a:spLocks noGrp="1"/>
          </p:cNvSpPr>
          <p:nvPr>
            <p:ph type="title"/>
          </p:nvPr>
        </p:nvSpPr>
        <p:spPr/>
        <p:txBody>
          <a:bodyPr/>
          <a:lstStyle/>
          <a:p>
            <a:pPr algn="ctr"/>
            <a:r>
              <a:rPr lang="en-US" altLang="zh-CN">
                <a:ea typeface="SimSun" panose="02010600030101010101" pitchFamily="2" charset="-122"/>
              </a:rPr>
              <a:t>Vigilance Parameter </a:t>
            </a:r>
            <a:br>
              <a:rPr lang="en-US" altLang="zh-CN">
                <a:ea typeface="SimSun" panose="02010600030101010101" pitchFamily="2" charset="-122"/>
              </a:rPr>
            </a:br>
            <a:r>
              <a:rPr lang="en-US" altLang="zh-CN">
                <a:ea typeface="SimSun" panose="02010600030101010101" pitchFamily="2" charset="-122"/>
              </a:rPr>
              <a:t>in ART1 Network </a:t>
            </a:r>
          </a:p>
        </p:txBody>
      </p:sp>
      <p:sp>
        <p:nvSpPr>
          <p:cNvPr id="282627" name="内容占位符 3"/>
          <p:cNvSpPr>
            <a:spLocks noGrp="1"/>
          </p:cNvSpPr>
          <p:nvPr>
            <p:ph sz="half" idx="2"/>
          </p:nvPr>
        </p:nvSpPr>
        <p:spPr/>
        <p:txBody>
          <a:bodyPr/>
          <a:lstStyle/>
          <a:p>
            <a:endParaRPr lang="zh-CN" altLang="zh-CN">
              <a:ea typeface="SimSun" panose="02010600030101010101" pitchFamily="2" charset="-122"/>
            </a:endParaRPr>
          </a:p>
        </p:txBody>
      </p:sp>
      <p:sp>
        <p:nvSpPr>
          <p:cNvPr id="282629" name="Rectangle 3"/>
          <p:cNvSpPr>
            <a:spLocks noGrp="1" noChangeArrowheads="1"/>
          </p:cNvSpPr>
          <p:nvPr>
            <p:ph sz="half" idx="1"/>
          </p:nvPr>
        </p:nvSpPr>
        <p:spPr/>
        <p:txBody>
          <a:bodyPr/>
          <a:lstStyle/>
          <a:p>
            <a:pPr>
              <a:lnSpc>
                <a:spcPct val="90000"/>
              </a:lnSpc>
            </a:pPr>
            <a:r>
              <a:rPr lang="en-GB" altLang="zh-CN" sz="2400">
                <a:ea typeface="SimSun" panose="02010600030101010101" pitchFamily="2" charset="-122"/>
              </a:rPr>
              <a:t>Vigilance sets granularity of clustering</a:t>
            </a:r>
          </a:p>
          <a:p>
            <a:pPr>
              <a:lnSpc>
                <a:spcPct val="90000"/>
              </a:lnSpc>
            </a:pPr>
            <a:r>
              <a:rPr lang="en-GB" altLang="zh-CN" sz="2400">
                <a:ea typeface="SimSun" panose="02010600030101010101" pitchFamily="2" charset="-122"/>
              </a:rPr>
              <a:t>It defines basin of attraction of each cluster</a:t>
            </a:r>
          </a:p>
          <a:p>
            <a:pPr>
              <a:lnSpc>
                <a:spcPct val="90000"/>
              </a:lnSpc>
            </a:pPr>
            <a:r>
              <a:rPr lang="en-GB" altLang="zh-CN" sz="2400">
                <a:ea typeface="SimSun" panose="02010600030101010101" pitchFamily="2" charset="-122"/>
              </a:rPr>
              <a:t>Low threshold </a:t>
            </a:r>
          </a:p>
          <a:p>
            <a:pPr lvl="1">
              <a:lnSpc>
                <a:spcPct val="90000"/>
              </a:lnSpc>
            </a:pPr>
            <a:r>
              <a:rPr lang="en-GB" altLang="zh-CN" sz="2000">
                <a:ea typeface="SimSun" panose="02010600030101010101" pitchFamily="2" charset="-122"/>
              </a:rPr>
              <a:t>Large mismatch accepted</a:t>
            </a:r>
          </a:p>
          <a:p>
            <a:pPr lvl="1">
              <a:lnSpc>
                <a:spcPct val="90000"/>
              </a:lnSpc>
            </a:pPr>
            <a:r>
              <a:rPr lang="en-GB" altLang="zh-CN" sz="2000">
                <a:ea typeface="SimSun" panose="02010600030101010101" pitchFamily="2" charset="-122"/>
              </a:rPr>
              <a:t>Few large clusters</a:t>
            </a:r>
          </a:p>
          <a:p>
            <a:pPr>
              <a:lnSpc>
                <a:spcPct val="90000"/>
              </a:lnSpc>
            </a:pPr>
            <a:r>
              <a:rPr lang="en-GB" altLang="zh-CN" sz="2400">
                <a:ea typeface="SimSun" panose="02010600030101010101" pitchFamily="2" charset="-122"/>
              </a:rPr>
              <a:t>High threshold</a:t>
            </a:r>
          </a:p>
          <a:p>
            <a:pPr lvl="1">
              <a:lnSpc>
                <a:spcPct val="90000"/>
              </a:lnSpc>
            </a:pPr>
            <a:r>
              <a:rPr lang="en-GB" altLang="zh-CN" sz="2000">
                <a:ea typeface="SimSun" panose="02010600030101010101" pitchFamily="2" charset="-122"/>
              </a:rPr>
              <a:t>Small mismatch accepted</a:t>
            </a:r>
          </a:p>
          <a:p>
            <a:pPr lvl="1">
              <a:lnSpc>
                <a:spcPct val="90000"/>
              </a:lnSpc>
            </a:pPr>
            <a:r>
              <a:rPr lang="en-GB" altLang="zh-CN" sz="2000">
                <a:ea typeface="SimSun" panose="02010600030101010101" pitchFamily="2" charset="-122"/>
              </a:rPr>
              <a:t>Many small clusters</a:t>
            </a:r>
          </a:p>
          <a:p>
            <a:pPr lvl="1">
              <a:lnSpc>
                <a:spcPct val="90000"/>
              </a:lnSpc>
            </a:pPr>
            <a:r>
              <a:rPr lang="en-GB" altLang="zh-CN" sz="2000">
                <a:ea typeface="SimSun" panose="02010600030101010101" pitchFamily="2" charset="-122"/>
              </a:rPr>
              <a:t>Higher precision</a:t>
            </a:r>
          </a:p>
        </p:txBody>
      </p:sp>
      <p:grpSp>
        <p:nvGrpSpPr>
          <p:cNvPr id="282630" name="Group 79"/>
          <p:cNvGrpSpPr>
            <a:grpSpLocks/>
          </p:cNvGrpSpPr>
          <p:nvPr/>
        </p:nvGrpSpPr>
        <p:grpSpPr bwMode="auto">
          <a:xfrm>
            <a:off x="5486400" y="1752600"/>
            <a:ext cx="2667000" cy="1911350"/>
            <a:chOff x="3695" y="1001"/>
            <a:chExt cx="1680" cy="1204"/>
          </a:xfrm>
        </p:grpSpPr>
        <p:grpSp>
          <p:nvGrpSpPr>
            <p:cNvPr id="282661" name="Group 75"/>
            <p:cNvGrpSpPr>
              <a:grpSpLocks/>
            </p:cNvGrpSpPr>
            <p:nvPr/>
          </p:nvGrpSpPr>
          <p:grpSpPr bwMode="auto">
            <a:xfrm>
              <a:off x="3695" y="1262"/>
              <a:ext cx="1680" cy="943"/>
              <a:chOff x="4014" y="1616"/>
              <a:chExt cx="1680" cy="943"/>
            </a:xfrm>
          </p:grpSpPr>
          <p:sp>
            <p:nvSpPr>
              <p:cNvPr id="282663" name="Rectangle 41"/>
              <p:cNvSpPr>
                <a:spLocks noChangeArrowheads="1"/>
              </p:cNvSpPr>
              <p:nvPr/>
            </p:nvSpPr>
            <p:spPr bwMode="auto">
              <a:xfrm>
                <a:off x="4014" y="1616"/>
                <a:ext cx="1680" cy="943"/>
              </a:xfrm>
              <a:prstGeom prst="rect">
                <a:avLst/>
              </a:prstGeom>
              <a:solidFill>
                <a:schemeClr val="bg1"/>
              </a:solidFill>
              <a:ln w="28575">
                <a:solidFill>
                  <a:schemeClr val="tx1"/>
                </a:solidFill>
                <a:miter lim="800000"/>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4" name="Oval 4"/>
              <p:cNvSpPr>
                <a:spLocks noChangeArrowheads="1"/>
              </p:cNvSpPr>
              <p:nvPr/>
            </p:nvSpPr>
            <p:spPr bwMode="auto">
              <a:xfrm rot="-5400000">
                <a:off x="4446" y="2360"/>
                <a:ext cx="64" cy="63"/>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5" name="Oval 5"/>
              <p:cNvSpPr>
                <a:spLocks noChangeArrowheads="1"/>
              </p:cNvSpPr>
              <p:nvPr/>
            </p:nvSpPr>
            <p:spPr bwMode="auto">
              <a:xfrm rot="-5400000">
                <a:off x="4669" y="2295"/>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6" name="Oval 6"/>
              <p:cNvSpPr>
                <a:spLocks noChangeArrowheads="1"/>
              </p:cNvSpPr>
              <p:nvPr/>
            </p:nvSpPr>
            <p:spPr bwMode="auto">
              <a:xfrm rot="-5400000">
                <a:off x="4509" y="2199"/>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7" name="Oval 7"/>
              <p:cNvSpPr>
                <a:spLocks noChangeArrowheads="1"/>
              </p:cNvSpPr>
              <p:nvPr/>
            </p:nvSpPr>
            <p:spPr bwMode="auto">
              <a:xfrm rot="-5400000">
                <a:off x="4670" y="2007"/>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8" name="Oval 8"/>
              <p:cNvSpPr>
                <a:spLocks noChangeArrowheads="1"/>
              </p:cNvSpPr>
              <p:nvPr/>
            </p:nvSpPr>
            <p:spPr bwMode="auto">
              <a:xfrm rot="-5400000">
                <a:off x="4446" y="2007"/>
                <a:ext cx="64" cy="63"/>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9" name="Oval 9"/>
              <p:cNvSpPr>
                <a:spLocks noChangeArrowheads="1"/>
              </p:cNvSpPr>
              <p:nvPr/>
            </p:nvSpPr>
            <p:spPr bwMode="auto">
              <a:xfrm rot="-5400000">
                <a:off x="4251" y="2167"/>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0" name="Oval 10"/>
              <p:cNvSpPr>
                <a:spLocks noChangeArrowheads="1"/>
              </p:cNvSpPr>
              <p:nvPr/>
            </p:nvSpPr>
            <p:spPr bwMode="auto">
              <a:xfrm rot="-5400000">
                <a:off x="4863" y="2071"/>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1" name="Oval 11"/>
              <p:cNvSpPr>
                <a:spLocks noChangeArrowheads="1"/>
              </p:cNvSpPr>
              <p:nvPr/>
            </p:nvSpPr>
            <p:spPr bwMode="auto">
              <a:xfrm rot="-5400000">
                <a:off x="4573" y="1846"/>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2" name="Oval 12"/>
              <p:cNvSpPr>
                <a:spLocks noChangeArrowheads="1"/>
              </p:cNvSpPr>
              <p:nvPr/>
            </p:nvSpPr>
            <p:spPr bwMode="auto">
              <a:xfrm rot="-5400000">
                <a:off x="4187" y="1942"/>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3" name="Oval 13"/>
              <p:cNvSpPr>
                <a:spLocks noChangeArrowheads="1"/>
              </p:cNvSpPr>
              <p:nvPr/>
            </p:nvSpPr>
            <p:spPr bwMode="auto">
              <a:xfrm rot="-5400000">
                <a:off x="4059" y="2135"/>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4" name="Oval 14"/>
              <p:cNvSpPr>
                <a:spLocks noChangeArrowheads="1"/>
              </p:cNvSpPr>
              <p:nvPr/>
            </p:nvSpPr>
            <p:spPr bwMode="auto">
              <a:xfrm rot="-5400000" flipH="1" flipV="1">
                <a:off x="5152" y="1942"/>
                <a:ext cx="65"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5" name="Oval 15"/>
              <p:cNvSpPr>
                <a:spLocks noChangeArrowheads="1"/>
              </p:cNvSpPr>
              <p:nvPr/>
            </p:nvSpPr>
            <p:spPr bwMode="auto">
              <a:xfrm rot="-5400000">
                <a:off x="5250" y="2039"/>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6" name="Oval 16"/>
              <p:cNvSpPr>
                <a:spLocks noChangeArrowheads="1"/>
              </p:cNvSpPr>
              <p:nvPr/>
            </p:nvSpPr>
            <p:spPr bwMode="auto">
              <a:xfrm rot="-5400000">
                <a:off x="5389" y="1750"/>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7" name="Oval 17"/>
              <p:cNvSpPr>
                <a:spLocks noChangeArrowheads="1"/>
              </p:cNvSpPr>
              <p:nvPr/>
            </p:nvSpPr>
            <p:spPr bwMode="auto">
              <a:xfrm rot="-5400000">
                <a:off x="4992" y="2199"/>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8" name="Oval 18"/>
              <p:cNvSpPr>
                <a:spLocks noChangeArrowheads="1"/>
              </p:cNvSpPr>
              <p:nvPr/>
            </p:nvSpPr>
            <p:spPr bwMode="auto">
              <a:xfrm rot="-5400000">
                <a:off x="5282" y="2231"/>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79" name="Oval 19"/>
              <p:cNvSpPr>
                <a:spLocks noChangeArrowheads="1"/>
              </p:cNvSpPr>
              <p:nvPr/>
            </p:nvSpPr>
            <p:spPr bwMode="auto">
              <a:xfrm rot="-5400000">
                <a:off x="5378" y="2103"/>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80" name="Oval 20"/>
              <p:cNvSpPr>
                <a:spLocks noChangeArrowheads="1"/>
              </p:cNvSpPr>
              <p:nvPr/>
            </p:nvSpPr>
            <p:spPr bwMode="auto">
              <a:xfrm rot="-5400000">
                <a:off x="4960" y="1911"/>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81" name="Oval 44"/>
              <p:cNvSpPr>
                <a:spLocks noChangeArrowheads="1"/>
              </p:cNvSpPr>
              <p:nvPr/>
            </p:nvSpPr>
            <p:spPr bwMode="auto">
              <a:xfrm>
                <a:off x="4501" y="1797"/>
                <a:ext cx="585" cy="585"/>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82" name="Oval 45"/>
              <p:cNvSpPr>
                <a:spLocks noChangeArrowheads="1"/>
              </p:cNvSpPr>
              <p:nvPr/>
            </p:nvSpPr>
            <p:spPr bwMode="auto">
              <a:xfrm>
                <a:off x="4014" y="1888"/>
                <a:ext cx="585" cy="585"/>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83" name="Oval 46"/>
              <p:cNvSpPr>
                <a:spLocks noChangeArrowheads="1"/>
              </p:cNvSpPr>
              <p:nvPr/>
            </p:nvSpPr>
            <p:spPr bwMode="auto">
              <a:xfrm>
                <a:off x="5012" y="1752"/>
                <a:ext cx="585" cy="585"/>
              </a:xfrm>
              <a:prstGeom prst="ellipse">
                <a:avLst/>
              </a:prstGeom>
              <a:noFill/>
              <a:ln w="28575">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82662" name="Text Box 77"/>
            <p:cNvSpPr txBox="1">
              <a:spLocks noChangeArrowheads="1"/>
            </p:cNvSpPr>
            <p:nvPr/>
          </p:nvSpPr>
          <p:spPr bwMode="auto">
            <a:xfrm>
              <a:off x="3695" y="1001"/>
              <a:ext cx="1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zh-CN" sz="2400">
                  <a:latin typeface="Bookman Old Style" panose="02050604050505020204" pitchFamily="18" charset="0"/>
                  <a:ea typeface="SimSun" panose="02010600030101010101" pitchFamily="2" charset="-122"/>
                </a:rPr>
                <a:t>Small </a:t>
              </a:r>
              <a:r>
                <a:rPr lang="en-GB" altLang="zh-CN" sz="2400">
                  <a:latin typeface="Symbol" panose="05050102010706020507" pitchFamily="18" charset="2"/>
                  <a:ea typeface="SimSun" panose="02010600030101010101" pitchFamily="2" charset="-122"/>
                </a:rPr>
                <a:t>r</a:t>
              </a:r>
              <a:r>
                <a:rPr lang="en-GB" altLang="zh-CN" sz="2400">
                  <a:latin typeface="Bookman Old Style" panose="02050604050505020204" pitchFamily="18" charset="0"/>
                  <a:ea typeface="SimSun" panose="02010600030101010101" pitchFamily="2" charset="-122"/>
                </a:rPr>
                <a:t>, imprecise</a:t>
              </a:r>
            </a:p>
          </p:txBody>
        </p:sp>
      </p:grpSp>
      <p:grpSp>
        <p:nvGrpSpPr>
          <p:cNvPr id="282631" name="Group 80"/>
          <p:cNvGrpSpPr>
            <a:grpSpLocks/>
          </p:cNvGrpSpPr>
          <p:nvPr/>
        </p:nvGrpSpPr>
        <p:grpSpPr bwMode="auto">
          <a:xfrm>
            <a:off x="5486400" y="3810000"/>
            <a:ext cx="2667000" cy="1935163"/>
            <a:chOff x="3742" y="2428"/>
            <a:chExt cx="1680" cy="1219"/>
          </a:xfrm>
        </p:grpSpPr>
        <p:grpSp>
          <p:nvGrpSpPr>
            <p:cNvPr id="282633" name="Group 76"/>
            <p:cNvGrpSpPr>
              <a:grpSpLocks/>
            </p:cNvGrpSpPr>
            <p:nvPr/>
          </p:nvGrpSpPr>
          <p:grpSpPr bwMode="auto">
            <a:xfrm>
              <a:off x="3742" y="2704"/>
              <a:ext cx="1680" cy="943"/>
              <a:chOff x="3969" y="2704"/>
              <a:chExt cx="1680" cy="943"/>
            </a:xfrm>
          </p:grpSpPr>
          <p:sp>
            <p:nvSpPr>
              <p:cNvPr id="282635" name="Rectangle 47"/>
              <p:cNvSpPr>
                <a:spLocks noChangeArrowheads="1"/>
              </p:cNvSpPr>
              <p:nvPr/>
            </p:nvSpPr>
            <p:spPr bwMode="auto">
              <a:xfrm>
                <a:off x="3969" y="2704"/>
                <a:ext cx="1680" cy="943"/>
              </a:xfrm>
              <a:prstGeom prst="rect">
                <a:avLst/>
              </a:prstGeom>
              <a:solidFill>
                <a:schemeClr val="bg1"/>
              </a:solidFill>
              <a:ln w="28575">
                <a:solidFill>
                  <a:schemeClr val="tx1"/>
                </a:solidFill>
                <a:miter lim="800000"/>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36" name="Oval 48"/>
              <p:cNvSpPr>
                <a:spLocks noChangeArrowheads="1"/>
              </p:cNvSpPr>
              <p:nvPr/>
            </p:nvSpPr>
            <p:spPr bwMode="auto">
              <a:xfrm rot="-5400000">
                <a:off x="4401" y="3448"/>
                <a:ext cx="64" cy="63"/>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37" name="Oval 49"/>
              <p:cNvSpPr>
                <a:spLocks noChangeArrowheads="1"/>
              </p:cNvSpPr>
              <p:nvPr/>
            </p:nvSpPr>
            <p:spPr bwMode="auto">
              <a:xfrm rot="-5400000">
                <a:off x="4624" y="3383"/>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38" name="Oval 50"/>
              <p:cNvSpPr>
                <a:spLocks noChangeArrowheads="1"/>
              </p:cNvSpPr>
              <p:nvPr/>
            </p:nvSpPr>
            <p:spPr bwMode="auto">
              <a:xfrm rot="-5400000">
                <a:off x="4464" y="3287"/>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39" name="Oval 51"/>
              <p:cNvSpPr>
                <a:spLocks noChangeArrowheads="1"/>
              </p:cNvSpPr>
              <p:nvPr/>
            </p:nvSpPr>
            <p:spPr bwMode="auto">
              <a:xfrm rot="-5400000">
                <a:off x="4625" y="3095"/>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0" name="Oval 52"/>
              <p:cNvSpPr>
                <a:spLocks noChangeArrowheads="1"/>
              </p:cNvSpPr>
              <p:nvPr/>
            </p:nvSpPr>
            <p:spPr bwMode="auto">
              <a:xfrm rot="-5400000">
                <a:off x="4401" y="3095"/>
                <a:ext cx="64" cy="63"/>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1" name="Oval 53"/>
              <p:cNvSpPr>
                <a:spLocks noChangeArrowheads="1"/>
              </p:cNvSpPr>
              <p:nvPr/>
            </p:nvSpPr>
            <p:spPr bwMode="auto">
              <a:xfrm rot="-5400000">
                <a:off x="4206" y="3255"/>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2" name="Oval 54"/>
              <p:cNvSpPr>
                <a:spLocks noChangeArrowheads="1"/>
              </p:cNvSpPr>
              <p:nvPr/>
            </p:nvSpPr>
            <p:spPr bwMode="auto">
              <a:xfrm rot="-5400000">
                <a:off x="4818" y="3159"/>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3" name="Oval 55"/>
              <p:cNvSpPr>
                <a:spLocks noChangeArrowheads="1"/>
              </p:cNvSpPr>
              <p:nvPr/>
            </p:nvSpPr>
            <p:spPr bwMode="auto">
              <a:xfrm rot="-5400000">
                <a:off x="4528" y="2934"/>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4" name="Oval 56"/>
              <p:cNvSpPr>
                <a:spLocks noChangeArrowheads="1"/>
              </p:cNvSpPr>
              <p:nvPr/>
            </p:nvSpPr>
            <p:spPr bwMode="auto">
              <a:xfrm rot="-5400000">
                <a:off x="4142" y="3030"/>
                <a:ext cx="65"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5" name="Oval 57"/>
              <p:cNvSpPr>
                <a:spLocks noChangeArrowheads="1"/>
              </p:cNvSpPr>
              <p:nvPr/>
            </p:nvSpPr>
            <p:spPr bwMode="auto">
              <a:xfrm rot="-5400000">
                <a:off x="4014" y="3223"/>
                <a:ext cx="64" cy="64"/>
              </a:xfrm>
              <a:prstGeom prst="ellipse">
                <a:avLst/>
              </a:prstGeom>
              <a:solidFill>
                <a:srgbClr val="FF0000"/>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6" name="Oval 58"/>
              <p:cNvSpPr>
                <a:spLocks noChangeArrowheads="1"/>
              </p:cNvSpPr>
              <p:nvPr/>
            </p:nvSpPr>
            <p:spPr bwMode="auto">
              <a:xfrm rot="-5400000" flipH="1" flipV="1">
                <a:off x="5107" y="3030"/>
                <a:ext cx="65"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7" name="Oval 59"/>
              <p:cNvSpPr>
                <a:spLocks noChangeArrowheads="1"/>
              </p:cNvSpPr>
              <p:nvPr/>
            </p:nvSpPr>
            <p:spPr bwMode="auto">
              <a:xfrm rot="-5400000">
                <a:off x="5205" y="3127"/>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8" name="Oval 60"/>
              <p:cNvSpPr>
                <a:spLocks noChangeArrowheads="1"/>
              </p:cNvSpPr>
              <p:nvPr/>
            </p:nvSpPr>
            <p:spPr bwMode="auto">
              <a:xfrm rot="-5400000">
                <a:off x="5344" y="2838"/>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49" name="Oval 61"/>
              <p:cNvSpPr>
                <a:spLocks noChangeArrowheads="1"/>
              </p:cNvSpPr>
              <p:nvPr/>
            </p:nvSpPr>
            <p:spPr bwMode="auto">
              <a:xfrm rot="-5400000">
                <a:off x="4947" y="3287"/>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0" name="Oval 62"/>
              <p:cNvSpPr>
                <a:spLocks noChangeArrowheads="1"/>
              </p:cNvSpPr>
              <p:nvPr/>
            </p:nvSpPr>
            <p:spPr bwMode="auto">
              <a:xfrm rot="-5400000">
                <a:off x="5237" y="3319"/>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1" name="Oval 63"/>
              <p:cNvSpPr>
                <a:spLocks noChangeArrowheads="1"/>
              </p:cNvSpPr>
              <p:nvPr/>
            </p:nvSpPr>
            <p:spPr bwMode="auto">
              <a:xfrm rot="-5400000">
                <a:off x="5333" y="3191"/>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2" name="Oval 64"/>
              <p:cNvSpPr>
                <a:spLocks noChangeArrowheads="1"/>
              </p:cNvSpPr>
              <p:nvPr/>
            </p:nvSpPr>
            <p:spPr bwMode="auto">
              <a:xfrm rot="-5400000">
                <a:off x="4915" y="2999"/>
                <a:ext cx="64" cy="64"/>
              </a:xfrm>
              <a:prstGeom prst="ellipse">
                <a:avLst/>
              </a:prstGeom>
              <a:solidFill>
                <a:srgbClr val="3366FF"/>
              </a:solidFill>
              <a:ln w="9525">
                <a:solidFill>
                  <a:schemeClr val="tx1"/>
                </a:solidFill>
                <a:round/>
                <a:headEnd/>
                <a:tailEnd/>
              </a:ln>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3" name="Oval 67"/>
              <p:cNvSpPr>
                <a:spLocks noChangeArrowheads="1"/>
              </p:cNvSpPr>
              <p:nvPr/>
            </p:nvSpPr>
            <p:spPr bwMode="auto">
              <a:xfrm>
                <a:off x="5238" y="2704"/>
                <a:ext cx="318" cy="318"/>
              </a:xfrm>
              <a:prstGeom prst="ellipse">
                <a:avLst/>
              </a:prstGeom>
              <a:noFill/>
              <a:ln w="28575">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4" name="Oval 68"/>
              <p:cNvSpPr>
                <a:spLocks noChangeArrowheads="1"/>
              </p:cNvSpPr>
              <p:nvPr/>
            </p:nvSpPr>
            <p:spPr bwMode="auto">
              <a:xfrm>
                <a:off x="5149" y="3066"/>
                <a:ext cx="316" cy="321"/>
              </a:xfrm>
              <a:prstGeom prst="ellipse">
                <a:avLst/>
              </a:prstGeom>
              <a:noFill/>
              <a:ln w="28575">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endParaRPr lang="pt-BR" altLang="zh-CN" sz="2400">
                  <a:latin typeface="Arial" panose="020B0604020202020204" pitchFamily="34" charset="0"/>
                  <a:ea typeface="SimSun" panose="02010600030101010101" pitchFamily="2" charset="-122"/>
                </a:endParaRPr>
              </a:p>
            </p:txBody>
          </p:sp>
          <p:sp>
            <p:nvSpPr>
              <p:cNvPr id="282655" name="Oval 69"/>
              <p:cNvSpPr>
                <a:spLocks noChangeArrowheads="1"/>
              </p:cNvSpPr>
              <p:nvPr/>
            </p:nvSpPr>
            <p:spPr bwMode="auto">
              <a:xfrm>
                <a:off x="4876" y="2885"/>
                <a:ext cx="318" cy="318"/>
              </a:xfrm>
              <a:prstGeom prst="ellipse">
                <a:avLst/>
              </a:prstGeom>
              <a:noFill/>
              <a:ln w="28575">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6" name="Oval 70"/>
              <p:cNvSpPr>
                <a:spLocks noChangeArrowheads="1"/>
              </p:cNvSpPr>
              <p:nvPr/>
            </p:nvSpPr>
            <p:spPr bwMode="auto">
              <a:xfrm>
                <a:off x="4830" y="3158"/>
                <a:ext cx="318" cy="318"/>
              </a:xfrm>
              <a:prstGeom prst="ellipse">
                <a:avLst/>
              </a:prstGeom>
              <a:noFill/>
              <a:ln w="28575">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7" name="Oval 71"/>
              <p:cNvSpPr>
                <a:spLocks noChangeArrowheads="1"/>
              </p:cNvSpPr>
              <p:nvPr/>
            </p:nvSpPr>
            <p:spPr bwMode="auto">
              <a:xfrm>
                <a:off x="4603" y="2976"/>
                <a:ext cx="318" cy="318"/>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8" name="Oval 72"/>
              <p:cNvSpPr>
                <a:spLocks noChangeArrowheads="1"/>
              </p:cNvSpPr>
              <p:nvPr/>
            </p:nvSpPr>
            <p:spPr bwMode="auto">
              <a:xfrm>
                <a:off x="4376" y="3248"/>
                <a:ext cx="318" cy="318"/>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59" name="Oval 73"/>
              <p:cNvSpPr>
                <a:spLocks noChangeArrowheads="1"/>
              </p:cNvSpPr>
              <p:nvPr/>
            </p:nvSpPr>
            <p:spPr bwMode="auto">
              <a:xfrm>
                <a:off x="4332" y="2886"/>
                <a:ext cx="318" cy="318"/>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282660" name="Oval 74"/>
              <p:cNvSpPr>
                <a:spLocks noChangeArrowheads="1"/>
              </p:cNvSpPr>
              <p:nvPr/>
            </p:nvSpPr>
            <p:spPr bwMode="auto">
              <a:xfrm>
                <a:off x="4014" y="3022"/>
                <a:ext cx="318" cy="318"/>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282634" name="Text Box 78"/>
            <p:cNvSpPr txBox="1">
              <a:spLocks noChangeArrowheads="1"/>
            </p:cNvSpPr>
            <p:nvPr/>
          </p:nvSpPr>
          <p:spPr bwMode="auto">
            <a:xfrm>
              <a:off x="3742" y="2428"/>
              <a:ext cx="1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zh-CN" sz="2400">
                  <a:latin typeface="Bookman Old Style" panose="02050604050505020204" pitchFamily="18" charset="0"/>
                  <a:ea typeface="SimSun" panose="02010600030101010101" pitchFamily="2" charset="-122"/>
                </a:rPr>
                <a:t>Large </a:t>
              </a:r>
              <a:r>
                <a:rPr lang="en-GB" altLang="zh-CN" sz="2400">
                  <a:latin typeface="Symbol" panose="05050102010706020507" pitchFamily="18" charset="2"/>
                  <a:ea typeface="SimSun" panose="02010600030101010101" pitchFamily="2" charset="-122"/>
                </a:rPr>
                <a:t>r</a:t>
              </a:r>
              <a:r>
                <a:rPr lang="en-GB" altLang="zh-CN" sz="2400">
                  <a:latin typeface="Bookman Old Style" panose="02050604050505020204" pitchFamily="18" charset="0"/>
                  <a:ea typeface="SimSun" panose="02010600030101010101" pitchFamily="2" charset="-122"/>
                </a:rPr>
                <a:t>, fragmented</a:t>
              </a:r>
            </a:p>
          </p:txBody>
        </p:sp>
      </p:grpSp>
      <p:sp>
        <p:nvSpPr>
          <p:cNvPr id="282632"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BED9C9F-B967-4639-897E-CF7D097CD1A5}" type="slidenum">
              <a:rPr lang="zh-CN" altLang="en-US" sz="1400" smtClean="0">
                <a:solidFill>
                  <a:schemeClr val="bg2"/>
                </a:solidFill>
                <a:latin typeface="Arial" panose="020B0604020202020204" pitchFamily="34" charset="0"/>
              </a:rPr>
              <a:pPr>
                <a:spcBef>
                  <a:spcPct val="50000"/>
                </a:spcBef>
                <a:buClrTx/>
                <a:buSzTx/>
                <a:buFontTx/>
                <a:buNone/>
              </a:pPr>
              <a:t>203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DB2D44F-5872-5289-8080-638884B967E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6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26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262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62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262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262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262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262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26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26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标题 1"/>
          <p:cNvSpPr>
            <a:spLocks noGrp="1"/>
          </p:cNvSpPr>
          <p:nvPr>
            <p:ph type="title"/>
          </p:nvPr>
        </p:nvSpPr>
        <p:spPr/>
        <p:txBody>
          <a:bodyPr/>
          <a:lstStyle/>
          <a:p>
            <a:pPr algn="ctr"/>
            <a:r>
              <a:rPr lang="en-US" altLang="en-US"/>
              <a:t>Illustrative Example</a:t>
            </a:r>
          </a:p>
        </p:txBody>
      </p:sp>
      <p:pic>
        <p:nvPicPr>
          <p:cNvPr id="283652"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007151" y="1377160"/>
            <a:ext cx="3480061" cy="4633598"/>
          </a:xfrm>
          <a:noFill/>
        </p:spPr>
      </p:pic>
      <p:sp>
        <p:nvSpPr>
          <p:cNvPr id="283653"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051156B-FA3C-461D-AC10-2FE4591940F6}" type="slidenum">
              <a:rPr lang="zh-CN" altLang="en-US" sz="1400" smtClean="0">
                <a:solidFill>
                  <a:schemeClr val="bg2"/>
                </a:solidFill>
                <a:latin typeface="Arial" panose="020B0604020202020204" pitchFamily="34" charset="0"/>
              </a:rPr>
              <a:pPr>
                <a:spcBef>
                  <a:spcPct val="50000"/>
                </a:spcBef>
                <a:buClrTx/>
                <a:buSzTx/>
                <a:buFontTx/>
                <a:buNone/>
              </a:pPr>
              <a:t>204</a:t>
            </a:fld>
            <a:endParaRPr lang="en-US" altLang="zh-CN" sz="1400">
              <a:solidFill>
                <a:schemeClr val="bg2"/>
              </a:solidFill>
              <a:latin typeface="Arial" panose="020B0604020202020204" pitchFamily="34" charset="0"/>
            </a:endParaRPr>
          </a:p>
        </p:txBody>
      </p:sp>
      <p:sp>
        <p:nvSpPr>
          <p:cNvPr id="3" name="文本框 2">
            <a:extLst>
              <a:ext uri="{FF2B5EF4-FFF2-40B4-BE49-F238E27FC236}">
                <a16:creationId xmlns:a16="http://schemas.microsoft.com/office/drawing/2014/main" id="{7679FEAB-F5F4-60A3-22EE-1DABC1FDE88A}"/>
              </a:ext>
            </a:extLst>
          </p:cNvPr>
          <p:cNvSpPr txBox="1"/>
          <p:nvPr/>
        </p:nvSpPr>
        <p:spPr>
          <a:xfrm>
            <a:off x="1096652" y="5965195"/>
            <a:ext cx="7666348" cy="261610"/>
          </a:xfrm>
          <a:prstGeom prst="rect">
            <a:avLst/>
          </a:prstGeom>
          <a:noFill/>
        </p:spPr>
        <p:txBody>
          <a:bodyPr wrap="square">
            <a:spAutoFit/>
          </a:bodyPr>
          <a:lstStyle/>
          <a:p>
            <a:r>
              <a:rPr lang="zh-CN" altLang="zh-CN" sz="1100" dirty="0">
                <a:latin typeface="+mn-ea"/>
              </a:rPr>
              <a:t>R. P. Lippmann, "An Introduction to Computing with Neural Nets," </a:t>
            </a:r>
            <a:r>
              <a:rPr lang="zh-CN" altLang="zh-CN" sz="1100" i="1" dirty="0">
                <a:latin typeface="+mn-ea"/>
              </a:rPr>
              <a:t>IEEE ASSP Magazine</a:t>
            </a:r>
            <a:r>
              <a:rPr lang="zh-CN" altLang="zh-CN" sz="1100" dirty="0">
                <a:latin typeface="+mn-ea"/>
              </a:rPr>
              <a:t>, vol. 4, no. 2, pp. 4–22, 1987.</a:t>
            </a:r>
            <a:endParaRPr lang="zh-CN" altLang="en-US" sz="1100" dirty="0">
              <a:latin typeface="+mn-ea"/>
            </a:endParaRPr>
          </a:p>
        </p:txBody>
      </p:sp>
      <p:sp>
        <p:nvSpPr>
          <p:cNvPr id="4" name="Footer Placeholder 4">
            <a:extLst>
              <a:ext uri="{FF2B5EF4-FFF2-40B4-BE49-F238E27FC236}">
                <a16:creationId xmlns:a16="http://schemas.microsoft.com/office/drawing/2014/main" id="{CC50B511-EE50-536B-9584-CFEDAA08866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2"/>
          <p:cNvSpPr>
            <a:spLocks noGrp="1" noChangeArrowheads="1"/>
          </p:cNvSpPr>
          <p:nvPr>
            <p:ph type="title"/>
          </p:nvPr>
        </p:nvSpPr>
        <p:spPr/>
        <p:txBody>
          <a:bodyPr/>
          <a:lstStyle/>
          <a:p>
            <a:pPr algn="ctr"/>
            <a:r>
              <a:rPr lang="en-US" altLang="zh-CN" dirty="0">
                <a:ea typeface="SimSun" panose="02010600030101010101" pitchFamily="2" charset="-122"/>
              </a:rPr>
              <a:t>Hopfield Networks</a:t>
            </a:r>
          </a:p>
        </p:txBody>
      </p:sp>
      <p:sp>
        <p:nvSpPr>
          <p:cNvPr id="284676" name="Rectangle 3"/>
          <p:cNvSpPr>
            <a:spLocks noGrp="1" noChangeArrowheads="1"/>
          </p:cNvSpPr>
          <p:nvPr>
            <p:ph type="body" idx="1"/>
          </p:nvPr>
        </p:nvSpPr>
        <p:spPr>
          <a:xfrm>
            <a:off x="990600" y="1600200"/>
            <a:ext cx="7772400" cy="4114800"/>
          </a:xfrm>
        </p:spPr>
        <p:txBody>
          <a:bodyPr/>
          <a:lstStyle/>
          <a:p>
            <a:pPr>
              <a:buSzPct val="60000"/>
              <a:buFont typeface="Monotype Sorts" pitchFamily="2" charset="2"/>
              <a:buChar char="l"/>
            </a:pPr>
            <a:r>
              <a:rPr lang="en-US" altLang="zh-CN" dirty="0">
                <a:ea typeface="SimSun" panose="02010600030101010101" pitchFamily="2" charset="-122"/>
              </a:rPr>
              <a:t>Invented by John Hopfield at Princeton University in 1980’s.</a:t>
            </a:r>
          </a:p>
          <a:p>
            <a:pPr>
              <a:buSzPct val="60000"/>
              <a:buFont typeface="Monotype Sorts" pitchFamily="2" charset="2"/>
              <a:buChar char="l"/>
            </a:pPr>
            <a:r>
              <a:rPr lang="en-US" altLang="zh-CN" dirty="0">
                <a:ea typeface="SimSun" panose="02010600030101010101" pitchFamily="2" charset="-122"/>
              </a:rPr>
              <a:t>Used as associative memories or optimization models.</a:t>
            </a:r>
          </a:p>
          <a:p>
            <a:pPr>
              <a:buSzPct val="60000"/>
              <a:buFont typeface="Monotype Sorts" pitchFamily="2" charset="2"/>
              <a:buChar char="l"/>
            </a:pPr>
            <a:r>
              <a:rPr lang="en-US" altLang="zh-CN" dirty="0">
                <a:ea typeface="SimSun" panose="02010600030101010101" pitchFamily="2" charset="-122"/>
              </a:rPr>
              <a:t>Single-layer recurrent neural networks.</a:t>
            </a:r>
          </a:p>
          <a:p>
            <a:pPr>
              <a:buSzPct val="60000"/>
              <a:buFont typeface="Monotype Sorts" pitchFamily="2" charset="2"/>
              <a:buChar char="l"/>
            </a:pPr>
            <a:r>
              <a:rPr lang="en-US" altLang="zh-CN" dirty="0">
                <a:ea typeface="SimSun" panose="02010600030101010101" pitchFamily="2" charset="-122"/>
              </a:rPr>
              <a:t>The discrete-time model uses bipolar threshold logic units and the continuous-time model uses unipolar sigmoid activation function.</a:t>
            </a:r>
          </a:p>
        </p:txBody>
      </p:sp>
      <p:sp>
        <p:nvSpPr>
          <p:cNvPr id="2846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4A8F47-D56B-4887-BDC6-22DA9C2DF259}" type="slidenum">
              <a:rPr lang="zh-CN" altLang="en-US" sz="1400" smtClean="0">
                <a:solidFill>
                  <a:schemeClr val="bg2"/>
                </a:solidFill>
                <a:latin typeface="Arial" panose="020B0604020202020204" pitchFamily="34" charset="0"/>
              </a:rPr>
              <a:pPr>
                <a:spcBef>
                  <a:spcPct val="50000"/>
                </a:spcBef>
                <a:buClrTx/>
                <a:buSzTx/>
                <a:buFontTx/>
                <a:buNone/>
              </a:pPr>
              <a:t>205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CED3CFE-19E4-352D-B75F-A29E9F8F451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标题 1"/>
          <p:cNvSpPr>
            <a:spLocks noGrp="1"/>
          </p:cNvSpPr>
          <p:nvPr>
            <p:ph type="title"/>
          </p:nvPr>
        </p:nvSpPr>
        <p:spPr/>
        <p:txBody>
          <a:bodyPr/>
          <a:lstStyle/>
          <a:p>
            <a:pPr algn="ctr"/>
            <a:r>
              <a:rPr lang="en-US" altLang="zh-CN">
                <a:ea typeface="SimSun" panose="02010600030101010101" pitchFamily="2" charset="-122"/>
              </a:rPr>
              <a:t>Hopfield Networks</a:t>
            </a:r>
            <a:endParaRPr lang="zh-CN" altLang="en-US" b="1">
              <a:ea typeface="SimSun" panose="02010600030101010101" pitchFamily="2" charset="-122"/>
              <a:cs typeface="Times New Roman" panose="02020603050405020304" pitchFamily="18" charset="0"/>
            </a:endParaRPr>
          </a:p>
        </p:txBody>
      </p:sp>
      <p:sp>
        <p:nvSpPr>
          <p:cNvPr id="3" name="内容占位符 2"/>
          <p:cNvSpPr>
            <a:spLocks noGrp="1"/>
          </p:cNvSpPr>
          <p:nvPr>
            <p:ph idx="1"/>
          </p:nvPr>
        </p:nvSpPr>
        <p:spPr>
          <a:xfrm>
            <a:off x="1295400" y="1600200"/>
            <a:ext cx="7315200" cy="4454525"/>
          </a:xfrm>
        </p:spPr>
        <p:txBody>
          <a:bodyPr/>
          <a:lstStyle/>
          <a:p>
            <a:pPr marL="0" indent="0">
              <a:buFont typeface="Monotype Sorts" pitchFamily="2" charset="2"/>
              <a:buNone/>
            </a:pPr>
            <a:r>
              <a:rPr lang="en-US" altLang="zh-CN" sz="2800">
                <a:ea typeface="SimSun" panose="02010600030101010101" pitchFamily="2" charset="-122"/>
              </a:rPr>
              <a:t>The Hopfield networks are the classical recurrent neural networks.</a:t>
            </a:r>
          </a:p>
          <a:p>
            <a:pPr marL="0" indent="0"/>
            <a:endParaRPr lang="en-US" altLang="zh-CN" sz="1000">
              <a:ea typeface="SimSun" panose="02010600030101010101" pitchFamily="2" charset="-122"/>
            </a:endParaRPr>
          </a:p>
          <a:p>
            <a:pPr marL="0" indent="0">
              <a:buFont typeface="Monotype Sorts" pitchFamily="2" charset="2"/>
              <a:buNone/>
            </a:pPr>
            <a:r>
              <a:rPr lang="en-US" altLang="zh-CN" sz="2800">
                <a:ea typeface="SimSun" panose="02010600030101010101" pitchFamily="2" charset="-122"/>
              </a:rPr>
              <a:t>John Hopfield, “Neural networks and physical systems with emergent collective computational abilities,” </a:t>
            </a:r>
            <a:r>
              <a:rPr lang="en-US" altLang="zh-CN" sz="2800" i="1">
                <a:ea typeface="SimSun" panose="02010600030101010101" pitchFamily="2" charset="-122"/>
              </a:rPr>
              <a:t>PNAS</a:t>
            </a:r>
            <a:r>
              <a:rPr lang="en-US" altLang="zh-CN" sz="2800">
                <a:ea typeface="SimSun" panose="02010600030101010101" pitchFamily="2" charset="-122"/>
              </a:rPr>
              <a:t>, USA, vol. 79, 1982.</a:t>
            </a:r>
          </a:p>
          <a:p>
            <a:pPr marL="0" indent="0">
              <a:buFont typeface="Monotype Sorts" pitchFamily="2" charset="2"/>
              <a:buNone/>
            </a:pPr>
            <a:endParaRPr lang="en-US" altLang="zh-CN" sz="1200">
              <a:ea typeface="SimSun" panose="02010600030101010101" pitchFamily="2" charset="-122"/>
            </a:endParaRPr>
          </a:p>
          <a:p>
            <a:pPr marL="0" indent="0">
              <a:buFont typeface="Monotype Sorts" pitchFamily="2" charset="2"/>
              <a:buNone/>
            </a:pPr>
            <a:r>
              <a:rPr lang="en-US" altLang="zh-CN" sz="2800">
                <a:ea typeface="SimSun" panose="02010600030101010101" pitchFamily="2" charset="-122"/>
              </a:rPr>
              <a:t>“As far as public visibility goes, the modern era in neural networks dates from the publication of this paper.” – J. A. Anderson and E. Rosenfeld (1988).</a:t>
            </a:r>
            <a:endParaRPr lang="zh-CN" altLang="en-US" sz="2600">
              <a:solidFill>
                <a:srgbClr val="28571F"/>
              </a:solidFill>
              <a:ea typeface="SimSun" panose="02010600030101010101" pitchFamily="2" charset="-122"/>
            </a:endParaRPr>
          </a:p>
        </p:txBody>
      </p:sp>
      <p:sp>
        <p:nvSpPr>
          <p:cNvPr id="2867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CA44D81-92BA-45EF-A0DB-5455D882A6F6}" type="slidenum">
              <a:rPr lang="zh-CN" altLang="en-US" sz="1400" smtClean="0">
                <a:solidFill>
                  <a:schemeClr val="bg2"/>
                </a:solidFill>
                <a:latin typeface="Arial" panose="020B0604020202020204" pitchFamily="34" charset="0"/>
              </a:rPr>
              <a:pPr>
                <a:spcBef>
                  <a:spcPct val="50000"/>
                </a:spcBef>
                <a:buClrTx/>
                <a:buSzTx/>
                <a:buFontTx/>
                <a:buNone/>
              </a:pPr>
              <a:t>206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EB53C73-7FAE-97BB-B35B-5F50D047598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Title 1"/>
          <p:cNvSpPr>
            <a:spLocks noGrp="1"/>
          </p:cNvSpPr>
          <p:nvPr>
            <p:ph type="title"/>
          </p:nvPr>
        </p:nvSpPr>
        <p:spPr/>
        <p:txBody>
          <a:bodyPr/>
          <a:lstStyle/>
          <a:p>
            <a:pPr algn="ctr"/>
            <a:r>
              <a:rPr lang="en-US" altLang="zh-CN">
                <a:ea typeface="SimSun" panose="02010600030101010101" pitchFamily="2" charset="-122"/>
              </a:rPr>
              <a:t>Hopfield Networks</a:t>
            </a:r>
          </a:p>
        </p:txBody>
      </p:sp>
      <p:pic>
        <p:nvPicPr>
          <p:cNvPr id="288772" name="Picture 2" descr="H:\Courses\MAEG5060\rojas\180px-Hopfield-ne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19400" y="1905000"/>
            <a:ext cx="4021138" cy="4038600"/>
          </a:xfrm>
          <a:noFill/>
        </p:spPr>
      </p:pic>
      <p:sp>
        <p:nvSpPr>
          <p:cNvPr id="28877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BF5EAE9-1F62-4842-A54A-367B05DF6467}" type="slidenum">
              <a:rPr lang="zh-CN" altLang="en-US" sz="1400" smtClean="0">
                <a:solidFill>
                  <a:schemeClr val="bg2"/>
                </a:solidFill>
                <a:latin typeface="Arial" panose="020B0604020202020204" pitchFamily="34" charset="0"/>
              </a:rPr>
              <a:pPr>
                <a:spcBef>
                  <a:spcPct val="50000"/>
                </a:spcBef>
                <a:buClrTx/>
                <a:buSzTx/>
                <a:buFontTx/>
                <a:buNone/>
              </a:pPr>
              <a:t>207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C249162-01F6-FE0C-BDCD-DA93C8981CA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5" name="Rectangle 2"/>
          <p:cNvSpPr>
            <a:spLocks noGrp="1" noChangeArrowheads="1"/>
          </p:cNvSpPr>
          <p:nvPr>
            <p:ph type="title"/>
          </p:nvPr>
        </p:nvSpPr>
        <p:spPr/>
        <p:txBody>
          <a:bodyPr/>
          <a:lstStyle/>
          <a:p>
            <a:r>
              <a:rPr lang="en-US" altLang="zh-CN">
                <a:ea typeface="SimSun" panose="02010600030101010101" pitchFamily="2" charset="-122"/>
              </a:rPr>
              <a:t>Discrete Hopfield Network</a:t>
            </a:r>
          </a:p>
        </p:txBody>
      </p:sp>
      <p:graphicFrame>
        <p:nvGraphicFramePr>
          <p:cNvPr id="289796" name="Object 4"/>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2897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7" name="Object 5"/>
          <p:cNvGraphicFramePr>
            <a:graphicFrameLocks noChangeAspect="1"/>
          </p:cNvGraphicFramePr>
          <p:nvPr/>
        </p:nvGraphicFramePr>
        <p:xfrm>
          <a:off x="1905000" y="2147888"/>
          <a:ext cx="6156325" cy="3048000"/>
        </p:xfrm>
        <a:graphic>
          <a:graphicData uri="http://schemas.openxmlformats.org/presentationml/2006/ole">
            <mc:AlternateContent xmlns:mc="http://schemas.openxmlformats.org/markup-compatibility/2006">
              <mc:Choice xmlns:v="urn:schemas-microsoft-com:vml" Requires="v">
                <p:oleObj name="Equation" r:id="rId5" imgW="1739900" imgH="863600" progId="Equation.3">
                  <p:embed/>
                </p:oleObj>
              </mc:Choice>
              <mc:Fallback>
                <p:oleObj name="Equation" r:id="rId5" imgW="1739900" imgH="863600" progId="Equation.3">
                  <p:embed/>
                  <p:pic>
                    <p:nvPicPr>
                      <p:cNvPr id="28979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2147888"/>
                        <a:ext cx="6156325"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79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0869120-1387-4775-8A9D-2E011879E8E5}" type="slidenum">
              <a:rPr lang="zh-CN" altLang="en-US" sz="1400" smtClean="0">
                <a:solidFill>
                  <a:schemeClr val="bg2"/>
                </a:solidFill>
                <a:latin typeface="Arial" panose="020B0604020202020204" pitchFamily="34" charset="0"/>
              </a:rPr>
              <a:pPr>
                <a:spcBef>
                  <a:spcPct val="50000"/>
                </a:spcBef>
                <a:buClrTx/>
                <a:buSzTx/>
                <a:buFontTx/>
                <a:buNone/>
              </a:pPr>
              <a:t>208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3803C61-76D4-DD59-2FDA-0D929E6FE03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Rectangle 2"/>
          <p:cNvSpPr>
            <a:spLocks noGrp="1" noChangeArrowheads="1"/>
          </p:cNvSpPr>
          <p:nvPr>
            <p:ph type="title"/>
          </p:nvPr>
        </p:nvSpPr>
        <p:spPr/>
        <p:txBody>
          <a:bodyPr/>
          <a:lstStyle/>
          <a:p>
            <a:pPr algn="ctr"/>
            <a:r>
              <a:rPr lang="en-US" altLang="zh-CN">
                <a:ea typeface="SimSun" panose="02010600030101010101" pitchFamily="2" charset="-122"/>
              </a:rPr>
              <a:t>Stability Analysis</a:t>
            </a:r>
          </a:p>
        </p:txBody>
      </p:sp>
      <p:graphicFrame>
        <p:nvGraphicFramePr>
          <p:cNvPr id="291844" name="Object 4"/>
          <p:cNvGraphicFramePr>
            <a:graphicFrameLocks noChangeAspect="1"/>
          </p:cNvGraphicFramePr>
          <p:nvPr/>
        </p:nvGraphicFramePr>
        <p:xfrm>
          <a:off x="1219200" y="1752600"/>
          <a:ext cx="7467600" cy="4249738"/>
        </p:xfrm>
        <a:graphic>
          <a:graphicData uri="http://schemas.openxmlformats.org/presentationml/2006/ole">
            <mc:AlternateContent xmlns:mc="http://schemas.openxmlformats.org/markup-compatibility/2006">
              <mc:Choice xmlns:v="urn:schemas-microsoft-com:vml" Requires="v">
                <p:oleObj name="Equation" r:id="rId3" imgW="3124200" imgH="2717800" progId="Equation.3">
                  <p:embed/>
                </p:oleObj>
              </mc:Choice>
              <mc:Fallback>
                <p:oleObj name="Equation" r:id="rId3" imgW="3124200" imgH="2717800" progId="Equation.3">
                  <p:embed/>
                  <p:pic>
                    <p:nvPicPr>
                      <p:cNvPr id="291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752600"/>
                        <a:ext cx="7467600" cy="424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4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87F4F35-3F1C-47B9-ADF3-4610309720D1}" type="slidenum">
              <a:rPr lang="zh-CN" altLang="en-US" sz="1400" smtClean="0">
                <a:solidFill>
                  <a:schemeClr val="bg2"/>
                </a:solidFill>
                <a:latin typeface="Arial" panose="020B0604020202020204" pitchFamily="34" charset="0"/>
              </a:rPr>
              <a:pPr>
                <a:spcBef>
                  <a:spcPct val="50000"/>
                </a:spcBef>
                <a:buClrTx/>
                <a:buSzTx/>
                <a:buFontTx/>
                <a:buNone/>
              </a:pPr>
              <a:t>209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939C763-CFB0-05C5-025E-7B0676CDD3A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1" name="Rectangle 2"/>
          <p:cNvSpPr>
            <a:spLocks noGrp="1" noChangeArrowheads="1"/>
          </p:cNvSpPr>
          <p:nvPr>
            <p:ph type="title"/>
          </p:nvPr>
        </p:nvSpPr>
        <p:spPr/>
        <p:txBody>
          <a:bodyPr/>
          <a:lstStyle/>
          <a:p>
            <a:pPr algn="ctr"/>
            <a:r>
              <a:rPr lang="en-US" altLang="zh-CN">
                <a:ea typeface="SimSun" panose="02010600030101010101" pitchFamily="2" charset="-122"/>
              </a:rPr>
              <a:t>Stability Conditions</a:t>
            </a:r>
          </a:p>
        </p:txBody>
      </p:sp>
      <p:sp>
        <p:nvSpPr>
          <p:cNvPr id="293892" name="Rectangle 3"/>
          <p:cNvSpPr>
            <a:spLocks noGrp="1" noChangeArrowheads="1"/>
          </p:cNvSpPr>
          <p:nvPr>
            <p:ph type="body" idx="1"/>
          </p:nvPr>
        </p:nvSpPr>
        <p:spPr/>
        <p:txBody>
          <a:bodyPr/>
          <a:lstStyle/>
          <a:p>
            <a:pPr>
              <a:lnSpc>
                <a:spcPct val="140000"/>
              </a:lnSpc>
            </a:pPr>
            <a:r>
              <a:rPr lang="en-US" altLang="zh-CN" sz="3100">
                <a:ea typeface="SimSun" panose="02010600030101010101" pitchFamily="2" charset="-122"/>
              </a:rPr>
              <a:t>Stability: </a:t>
            </a:r>
          </a:p>
          <a:p>
            <a:pPr>
              <a:lnSpc>
                <a:spcPct val="140000"/>
              </a:lnSpc>
            </a:pPr>
            <a:r>
              <a:rPr lang="en-US" altLang="zh-CN" sz="3100">
                <a:ea typeface="SimSun" panose="02010600030101010101" pitchFamily="2" charset="-122"/>
              </a:rPr>
              <a:t>Sufficient conditions:</a:t>
            </a:r>
          </a:p>
          <a:p>
            <a:pPr>
              <a:lnSpc>
                <a:spcPct val="140000"/>
              </a:lnSpc>
              <a:buFont typeface="Monotype Sorts" pitchFamily="2" charset="2"/>
              <a:buNone/>
            </a:pPr>
            <a:r>
              <a:rPr lang="en-US" altLang="zh-CN" sz="3100">
                <a:ea typeface="SimSun" panose="02010600030101010101" pitchFamily="2" charset="-122"/>
              </a:rPr>
              <a:t>   1. </a:t>
            </a:r>
          </a:p>
          <a:p>
            <a:pPr>
              <a:lnSpc>
                <a:spcPct val="140000"/>
              </a:lnSpc>
              <a:buFont typeface="Monotype Sorts" pitchFamily="2" charset="2"/>
              <a:buNone/>
            </a:pPr>
            <a:r>
              <a:rPr lang="en-US" altLang="zh-CN" sz="3100">
                <a:ea typeface="SimSun" panose="02010600030101010101" pitchFamily="2" charset="-122"/>
              </a:rPr>
              <a:t>   2. Activation is conducted asynchronously;      i.e., the state updating from </a:t>
            </a:r>
            <a:r>
              <a:rPr lang="en-US" altLang="zh-CN" sz="3100" i="1">
                <a:ea typeface="SimSun" panose="02010600030101010101" pitchFamily="2" charset="-122"/>
              </a:rPr>
              <a:t>v</a:t>
            </a:r>
            <a:r>
              <a:rPr lang="en-US" altLang="zh-CN" sz="3100">
                <a:ea typeface="SimSun" panose="02010600030101010101" pitchFamily="2" charset="-122"/>
              </a:rPr>
              <a:t>(</a:t>
            </a:r>
            <a:r>
              <a:rPr lang="en-US" altLang="zh-CN" sz="3100" i="1">
                <a:ea typeface="SimSun" panose="02010600030101010101" pitchFamily="2" charset="-122"/>
              </a:rPr>
              <a:t>t</a:t>
            </a:r>
            <a:r>
              <a:rPr lang="en-US" altLang="zh-CN" sz="3100">
                <a:ea typeface="SimSun" panose="02010600030101010101" pitchFamily="2" charset="-122"/>
              </a:rPr>
              <a:t>) to </a:t>
            </a:r>
            <a:r>
              <a:rPr lang="en-US" altLang="zh-CN" sz="3100" i="1">
                <a:ea typeface="SimSun" panose="02010600030101010101" pitchFamily="2" charset="-122"/>
              </a:rPr>
              <a:t>v</a:t>
            </a:r>
            <a:r>
              <a:rPr lang="en-US" altLang="zh-CN" sz="3100">
                <a:ea typeface="SimSun" panose="02010600030101010101" pitchFamily="2" charset="-122"/>
              </a:rPr>
              <a:t>(</a:t>
            </a:r>
            <a:r>
              <a:rPr lang="en-US" altLang="zh-CN" sz="3100" i="1">
                <a:ea typeface="SimSun" panose="02010600030101010101" pitchFamily="2" charset="-122"/>
              </a:rPr>
              <a:t>t</a:t>
            </a:r>
            <a:r>
              <a:rPr lang="en-US" altLang="zh-CN" sz="3100">
                <a:ea typeface="SimSun" panose="02010600030101010101" pitchFamily="2" charset="-122"/>
              </a:rPr>
              <a:t>+1) is performed for one neuron each iteration. </a:t>
            </a:r>
            <a:endParaRPr lang="en-US" altLang="zh-CN" sz="2800">
              <a:ea typeface="SimSun" panose="02010600030101010101" pitchFamily="2" charset="-122"/>
            </a:endParaRPr>
          </a:p>
        </p:txBody>
      </p:sp>
      <p:graphicFrame>
        <p:nvGraphicFramePr>
          <p:cNvPr id="293893" name="Object 4"/>
          <p:cNvGraphicFramePr>
            <a:graphicFrameLocks noChangeAspect="1"/>
          </p:cNvGraphicFramePr>
          <p:nvPr/>
        </p:nvGraphicFramePr>
        <p:xfrm>
          <a:off x="3200400" y="1600200"/>
          <a:ext cx="2438400" cy="1066800"/>
        </p:xfrm>
        <a:graphic>
          <a:graphicData uri="http://schemas.openxmlformats.org/presentationml/2006/ole">
            <mc:AlternateContent xmlns:mc="http://schemas.openxmlformats.org/markup-compatibility/2006">
              <mc:Choice xmlns:v="urn:schemas-microsoft-com:vml" Requires="v">
                <p:oleObj name="Equation" r:id="rId3" imgW="711200" imgH="368300" progId="Equation.3">
                  <p:embed/>
                </p:oleObj>
              </mc:Choice>
              <mc:Fallback>
                <p:oleObj name="Equation" r:id="rId3" imgW="711200" imgH="368300" progId="Equation.3">
                  <p:embed/>
                  <p:pic>
                    <p:nvPicPr>
                      <p:cNvPr id="29389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600200"/>
                        <a:ext cx="24384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4" name="Object 5"/>
          <p:cNvGraphicFramePr>
            <a:graphicFrameLocks noChangeAspect="1"/>
          </p:cNvGraphicFramePr>
          <p:nvPr/>
        </p:nvGraphicFramePr>
        <p:xfrm>
          <a:off x="1981200" y="3429000"/>
          <a:ext cx="5486400" cy="804863"/>
        </p:xfrm>
        <a:graphic>
          <a:graphicData uri="http://schemas.openxmlformats.org/presentationml/2006/ole">
            <mc:AlternateContent xmlns:mc="http://schemas.openxmlformats.org/markup-compatibility/2006">
              <mc:Choice xmlns:v="urn:schemas-microsoft-com:vml" Requires="v">
                <p:oleObj name="Equation" r:id="rId5" imgW="1828800" imgH="241300" progId="Equation.3">
                  <p:embed/>
                </p:oleObj>
              </mc:Choice>
              <mc:Fallback>
                <p:oleObj name="Equation" r:id="rId5" imgW="1828800" imgH="241300" progId="Equation.3">
                  <p:embed/>
                  <p:pic>
                    <p:nvPicPr>
                      <p:cNvPr id="29389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429000"/>
                        <a:ext cx="5486400"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389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055E60D-E005-4324-9E9F-E0AA24A08705}" type="slidenum">
              <a:rPr lang="zh-CN" altLang="en-US" sz="1400" smtClean="0">
                <a:solidFill>
                  <a:schemeClr val="bg2"/>
                </a:solidFill>
                <a:latin typeface="Arial" panose="020B0604020202020204" pitchFamily="34" charset="0"/>
              </a:rPr>
              <a:pPr>
                <a:spcBef>
                  <a:spcPct val="50000"/>
                </a:spcBef>
                <a:buClrTx/>
                <a:buSzTx/>
                <a:buFontTx/>
                <a:buNone/>
              </a:pPr>
              <a:t>210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659AB77-2529-20E9-7566-363FE1EC96B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9" name="Rectangle 2"/>
          <p:cNvSpPr>
            <a:spLocks noGrp="1" noChangeArrowheads="1"/>
          </p:cNvSpPr>
          <p:nvPr>
            <p:ph type="title"/>
          </p:nvPr>
        </p:nvSpPr>
        <p:spPr/>
        <p:txBody>
          <a:bodyPr/>
          <a:lstStyle/>
          <a:p>
            <a:pPr algn="ctr"/>
            <a:r>
              <a:rPr lang="en-US" altLang="zh-CN">
                <a:ea typeface="SimSun" panose="02010600030101010101" pitchFamily="2" charset="-122"/>
              </a:rPr>
              <a:t>Stability Properties</a:t>
            </a:r>
          </a:p>
        </p:txBody>
      </p:sp>
      <p:sp>
        <p:nvSpPr>
          <p:cNvPr id="295940" name="Rectangle 3"/>
          <p:cNvSpPr>
            <a:spLocks noGrp="1" noChangeArrowheads="1"/>
          </p:cNvSpPr>
          <p:nvPr>
            <p:ph type="body" idx="1"/>
          </p:nvPr>
        </p:nvSpPr>
        <p:spPr>
          <a:xfrm>
            <a:off x="990600" y="1600200"/>
            <a:ext cx="7696200" cy="4343400"/>
          </a:xfrm>
        </p:spPr>
        <p:txBody>
          <a:bodyPr/>
          <a:lstStyle/>
          <a:p>
            <a:pPr>
              <a:spcBef>
                <a:spcPct val="10000"/>
              </a:spcBef>
              <a:buSzPct val="60000"/>
              <a:buFont typeface="Monotype Sorts" pitchFamily="2" charset="2"/>
              <a:buChar char="l"/>
            </a:pPr>
            <a:r>
              <a:rPr lang="en-US" altLang="zh-CN" sz="2800">
                <a:ea typeface="SimSun" panose="02010600030101010101" pitchFamily="2" charset="-122"/>
              </a:rPr>
              <a:t>If </a:t>
            </a:r>
            <a:r>
              <a:rPr lang="en-US" altLang="zh-CN" sz="2800" i="1">
                <a:ea typeface="SimSun" panose="02010600030101010101" pitchFamily="2" charset="-122"/>
              </a:rPr>
              <a:t>W</a:t>
            </a:r>
            <a:r>
              <a:rPr lang="en-US" altLang="zh-CN" sz="2800">
                <a:ea typeface="SimSun" panose="02010600030101010101" pitchFamily="2" charset="-122"/>
              </a:rPr>
              <a:t> is symmetric with zero diagonal elements and the activation is conducted asynchronously (i.e., one neuron at one time), then the discrete-time Hopfield network is stable (a sufficient condition).</a:t>
            </a:r>
          </a:p>
          <a:p>
            <a:pPr>
              <a:lnSpc>
                <a:spcPct val="110000"/>
              </a:lnSpc>
              <a:buSzPct val="60000"/>
              <a:buFont typeface="Monotype Sorts" pitchFamily="2" charset="2"/>
              <a:buChar char="l"/>
            </a:pPr>
            <a:r>
              <a:rPr lang="en-US" altLang="zh-CN" sz="2800">
                <a:ea typeface="SimSun" panose="02010600030101010101" pitchFamily="2" charset="-122"/>
              </a:rPr>
              <a:t>If </a:t>
            </a:r>
            <a:r>
              <a:rPr lang="en-US" altLang="zh-CN" sz="2800" i="1">
                <a:ea typeface="SimSun" panose="02010600030101010101" pitchFamily="2" charset="-122"/>
              </a:rPr>
              <a:t>W</a:t>
            </a:r>
            <a:r>
              <a:rPr lang="en-US" altLang="zh-CN" sz="2800">
                <a:ea typeface="SimSun" panose="02010600030101010101" pitchFamily="2" charset="-122"/>
              </a:rPr>
              <a:t> is symmetric with zero diagonal elements and the activation is conducted synchronously, then the discrete-time Hopfield network is either stable or oscillates in a limit cycle of two states.</a:t>
            </a:r>
            <a:endParaRPr lang="en-US" altLang="zh-CN">
              <a:ea typeface="SimSun" panose="02010600030101010101" pitchFamily="2" charset="-122"/>
            </a:endParaRPr>
          </a:p>
        </p:txBody>
      </p:sp>
      <p:sp>
        <p:nvSpPr>
          <p:cNvPr id="29594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B2A9CB8-5D65-4FC3-AF18-8B0EDBFBBC7A}" type="slidenum">
              <a:rPr lang="zh-CN" altLang="en-US" sz="1400" smtClean="0">
                <a:solidFill>
                  <a:schemeClr val="bg2"/>
                </a:solidFill>
                <a:latin typeface="Arial" panose="020B0604020202020204" pitchFamily="34" charset="0"/>
              </a:rPr>
              <a:pPr>
                <a:spcBef>
                  <a:spcPct val="50000"/>
                </a:spcBef>
                <a:buClrTx/>
                <a:buSzTx/>
                <a:buFontTx/>
                <a:buNone/>
              </a:pPr>
              <a:t>211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D3FBAAE-5F49-1B61-A896-8F0367315A8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标题 1"/>
          <p:cNvSpPr>
            <a:spLocks noGrp="1"/>
          </p:cNvSpPr>
          <p:nvPr>
            <p:ph type="title"/>
          </p:nvPr>
        </p:nvSpPr>
        <p:spPr/>
        <p:txBody>
          <a:bodyPr/>
          <a:lstStyle/>
          <a:p>
            <a:pPr algn="ctr"/>
            <a:r>
              <a:rPr lang="en-US" altLang="en-US"/>
              <a:t>Associative Memory</a:t>
            </a:r>
          </a:p>
        </p:txBody>
      </p:sp>
      <p:sp>
        <p:nvSpPr>
          <p:cNvPr id="3" name="内容占位符 2"/>
          <p:cNvSpPr>
            <a:spLocks noGrp="1"/>
          </p:cNvSpPr>
          <p:nvPr>
            <p:ph idx="1"/>
          </p:nvPr>
        </p:nvSpPr>
        <p:spPr>
          <a:xfrm>
            <a:off x="990600" y="1828800"/>
            <a:ext cx="7467600" cy="4114800"/>
          </a:xfrm>
        </p:spPr>
        <p:txBody>
          <a:bodyPr/>
          <a:lstStyle/>
          <a:p>
            <a:pPr>
              <a:defRPr/>
            </a:pPr>
            <a:r>
              <a:rPr lang="en-US"/>
              <a:t>Learning and memory are the two most important cognitive functions in </a:t>
            </a:r>
            <a:r>
              <a:rPr lang="en-US" altLang="zh-CN">
                <a:solidFill>
                  <a:schemeClr val="accent3">
                    <a:lumMod val="25000"/>
                  </a:schemeClr>
                </a:solidFill>
                <a:cs typeface="Times New Roman" pitchFamily="18" charset="0"/>
              </a:rPr>
              <a:t>brain-like intelligence</a:t>
            </a:r>
            <a:endParaRPr lang="en-US">
              <a:solidFill>
                <a:schemeClr val="accent3">
                  <a:lumMod val="25000"/>
                </a:schemeClr>
              </a:solidFill>
            </a:endParaRPr>
          </a:p>
          <a:p>
            <a:pPr>
              <a:defRPr/>
            </a:pPr>
            <a:r>
              <a:rPr lang="en-US"/>
              <a:t>As important as learning</a:t>
            </a:r>
          </a:p>
          <a:p>
            <a:pPr>
              <a:defRPr/>
            </a:pPr>
            <a:r>
              <a:rPr lang="en-US"/>
              <a:t>Also known as </a:t>
            </a:r>
            <a:r>
              <a:rPr lang="en-US" i="1"/>
              <a:t>content-addressable memory</a:t>
            </a:r>
          </a:p>
          <a:p>
            <a:pPr>
              <a:defRPr/>
            </a:pPr>
            <a:r>
              <a:rPr lang="en-US"/>
              <a:t>Fundamentally different from the existing computer memory</a:t>
            </a:r>
          </a:p>
        </p:txBody>
      </p:sp>
      <p:sp>
        <p:nvSpPr>
          <p:cNvPr id="29798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212</a:t>
            </a:fld>
            <a:endParaRPr lang="en-US" altLang="zh-CN" sz="1400" dirty="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08A0B6E-0CB7-4765-425B-18CFC588DF4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4"/>
          <p:cNvSpPr>
            <a:spLocks noGrp="1" noChangeArrowheads="1"/>
          </p:cNvSpPr>
          <p:nvPr>
            <p:ph type="title"/>
          </p:nvPr>
        </p:nvSpPr>
        <p:spPr>
          <a:xfrm>
            <a:off x="1143000" y="609600"/>
            <a:ext cx="7467600" cy="1139825"/>
          </a:xfrm>
        </p:spPr>
        <p:txBody>
          <a:bodyPr/>
          <a:lstStyle/>
          <a:p>
            <a:pPr algn="ctr" eaLnBrk="1" hangingPunct="1"/>
            <a:r>
              <a:rPr lang="en-US" altLang="en-US" sz="4000"/>
              <a:t>Associative Memory</a:t>
            </a:r>
            <a:endParaRPr lang="en-US" altLang="zh-CN" sz="3800">
              <a:solidFill>
                <a:srgbClr val="9A2626"/>
              </a:solidFill>
              <a:ea typeface="SimSun" panose="02010600030101010101" pitchFamily="2" charset="-122"/>
            </a:endParaRPr>
          </a:p>
        </p:txBody>
      </p:sp>
      <p:sp>
        <p:nvSpPr>
          <p:cNvPr id="299011" name="Text Box 6"/>
          <p:cNvSpPr txBox="1">
            <a:spLocks noChangeArrowheads="1"/>
          </p:cNvSpPr>
          <p:nvPr/>
        </p:nvSpPr>
        <p:spPr bwMode="auto">
          <a:xfrm>
            <a:off x="4724400" y="18288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Arial" panose="020B0604020202020204" pitchFamily="34" charset="0"/>
              <a:ea typeface="SimSun" panose="02010600030101010101" pitchFamily="2" charset="-122"/>
            </a:endParaRPr>
          </a:p>
        </p:txBody>
      </p:sp>
      <p:sp>
        <p:nvSpPr>
          <p:cNvPr id="6149" name="Text Box 7"/>
          <p:cNvSpPr txBox="1">
            <a:spLocks noChangeArrowheads="1"/>
          </p:cNvSpPr>
          <p:nvPr/>
        </p:nvSpPr>
        <p:spPr bwMode="auto">
          <a:xfrm>
            <a:off x="1219200" y="1676400"/>
            <a:ext cx="7543800" cy="1754188"/>
          </a:xfrm>
          <a:prstGeom prst="rect">
            <a:avLst/>
          </a:prstGeom>
          <a:noFill/>
          <a:ln w="9525">
            <a:noFill/>
            <a:miter lim="800000"/>
            <a:headEnd/>
            <a:tailEnd/>
          </a:ln>
        </p:spPr>
        <p:txBody>
          <a:bodyPr>
            <a:spAutoFit/>
          </a:bodyPr>
          <a:lstStyle/>
          <a:p>
            <a:pPr>
              <a:buClr>
                <a:srgbClr val="FF0000"/>
              </a:buClr>
              <a:buSzPct val="110000"/>
              <a:defRPr/>
            </a:pPr>
            <a:r>
              <a:rPr lang="en-US" altLang="zh-CN" sz="3600">
                <a:solidFill>
                  <a:schemeClr val="accent1">
                    <a:lumMod val="50000"/>
                  </a:schemeClr>
                </a:solidFill>
                <a:latin typeface="Times New Roman" pitchFamily="18" charset="0"/>
              </a:rPr>
              <a:t>Memory is a process of acquiring and storing information such that it will be available when needed.</a:t>
            </a:r>
          </a:p>
        </p:txBody>
      </p:sp>
      <p:sp>
        <p:nvSpPr>
          <p:cNvPr id="19461" name="Text Box 8"/>
          <p:cNvSpPr txBox="1">
            <a:spLocks noChangeArrowheads="1"/>
          </p:cNvSpPr>
          <p:nvPr/>
        </p:nvSpPr>
        <p:spPr bwMode="auto">
          <a:xfrm>
            <a:off x="1219200" y="3505200"/>
            <a:ext cx="70866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3600">
                <a:solidFill>
                  <a:srgbClr val="4D3319"/>
                </a:solidFill>
                <a:ea typeface="SimSun" panose="02010600030101010101" pitchFamily="2" charset="-122"/>
              </a:rPr>
              <a:t>It is well known that human memory is far more robust and fault tolerant than existing computer memory.</a:t>
            </a:r>
            <a:endParaRPr lang="en-US" altLang="zh-CN" sz="2400">
              <a:solidFill>
                <a:srgbClr val="4D3319"/>
              </a:solidFill>
              <a:ea typeface="SimSun" panose="02010600030101010101" pitchFamily="2" charset="-122"/>
            </a:endParaRPr>
          </a:p>
        </p:txBody>
      </p:sp>
      <p:sp>
        <p:nvSpPr>
          <p:cNvPr id="2" name="Footer Placeholder 4">
            <a:extLst>
              <a:ext uri="{FF2B5EF4-FFF2-40B4-BE49-F238E27FC236}">
                <a16:creationId xmlns:a16="http://schemas.microsoft.com/office/drawing/2014/main" id="{9FD653EB-E78D-6E9A-8A5E-CD4967332BE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3" name="Slide Number Placeholder 1">
            <a:extLst>
              <a:ext uri="{FF2B5EF4-FFF2-40B4-BE49-F238E27FC236}">
                <a16:creationId xmlns:a16="http://schemas.microsoft.com/office/drawing/2014/main" id="{4C7BC4A3-ECA2-88DB-DA20-059770F5FAB4}"/>
              </a:ext>
            </a:extLst>
          </p:cNvPr>
          <p:cNvSpPr txBox="1">
            <a:spLocks/>
          </p:cNvSpPr>
          <p:nvPr/>
        </p:nvSpPr>
        <p:spPr>
          <a:xfrm>
            <a:off x="7998643"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213</a:t>
            </a:fld>
            <a:endParaRPr lang="en-US" altLang="zh-CN" sz="1400" dirty="0">
              <a:solidFill>
                <a:schemeClr val="bg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linds(horizontal)">
                                      <p:cBhvr>
                                        <p:cTn id="7" dur="500"/>
                                        <p:tgtEl>
                                          <p:spTgt spid="6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461">
                                            <p:txEl>
                                              <p:pRg st="0" end="0"/>
                                            </p:txEl>
                                          </p:spTgt>
                                        </p:tgtEl>
                                        <p:attrNameLst>
                                          <p:attrName>style.visibility</p:attrName>
                                        </p:attrNameLst>
                                      </p:cBhvr>
                                      <p:to>
                                        <p:strVal val="visible"/>
                                      </p:to>
                                    </p:set>
                                    <p:animEffect transition="in" filter="blinds(horizontal)">
                                      <p:cBhvr>
                                        <p:cTn id="12" dur="500"/>
                                        <p:tgtEl>
                                          <p:spTgt spid="194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idx="4294967295"/>
          </p:nvPr>
        </p:nvSpPr>
        <p:spPr/>
        <p:txBody>
          <a:bodyPr/>
          <a:lstStyle/>
          <a:p>
            <a:pPr algn="ctr"/>
            <a:r>
              <a:rPr lang="en-US" altLang="zh-CN" b="1">
                <a:ea typeface="SimSun" panose="02010600030101010101" pitchFamily="2" charset="-122"/>
              </a:rPr>
              <a:t>Human Brain and Memory</a:t>
            </a:r>
          </a:p>
        </p:txBody>
      </p:sp>
      <p:pic>
        <p:nvPicPr>
          <p:cNvPr id="300035"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1076325" y="1676400"/>
            <a:ext cx="7523163" cy="4038600"/>
          </a:xfrm>
        </p:spPr>
      </p:pic>
      <p:sp>
        <p:nvSpPr>
          <p:cNvPr id="300036" name="Text Box 4"/>
          <p:cNvSpPr txBox="1">
            <a:spLocks noChangeArrowheads="1"/>
          </p:cNvSpPr>
          <p:nvPr/>
        </p:nvSpPr>
        <p:spPr bwMode="auto">
          <a:xfrm>
            <a:off x="1066800" y="5791200"/>
            <a:ext cx="7620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1600" dirty="0">
                <a:solidFill>
                  <a:schemeClr val="tx2"/>
                </a:solidFill>
                <a:latin typeface="Arial" panose="020B0604020202020204" pitchFamily="34" charset="0"/>
                <a:ea typeface="SimSun" panose="02010600030101010101" pitchFamily="2" charset="-122"/>
              </a:rPr>
              <a:t>Figure courtesy of the Frontotemporal dementia group (FRONTIER), Prince of Wales Medical Research Institute, Sydney NSW 2031 Australia</a:t>
            </a:r>
            <a:r>
              <a:rPr lang="en-US" altLang="zh-CN" sz="2400" dirty="0">
                <a:latin typeface="Arial" panose="020B0604020202020204" pitchFamily="34" charset="0"/>
                <a:ea typeface="SimSun" panose="02010600030101010101" pitchFamily="2" charset="-122"/>
              </a:rPr>
              <a:t> </a:t>
            </a:r>
            <a:endParaRPr lang="zh-CN" altLang="en-US" sz="2400" dirty="0">
              <a:latin typeface="Arial" panose="020B0604020202020204" pitchFamily="34" charset="0"/>
              <a:ea typeface="SimSun" panose="02010600030101010101" pitchFamily="2" charset="-122"/>
            </a:endParaRPr>
          </a:p>
        </p:txBody>
      </p:sp>
      <p:sp>
        <p:nvSpPr>
          <p:cNvPr id="3" name="Slide Number Placeholder 1">
            <a:extLst>
              <a:ext uri="{FF2B5EF4-FFF2-40B4-BE49-F238E27FC236}">
                <a16:creationId xmlns:a16="http://schemas.microsoft.com/office/drawing/2014/main" id="{EFAF6FA4-49C1-E75E-F995-9CD629A30AE5}"/>
              </a:ext>
            </a:extLst>
          </p:cNvPr>
          <p:cNvSpPr txBox="1">
            <a:spLocks/>
          </p:cNvSpPr>
          <p:nvPr/>
        </p:nvSpPr>
        <p:spPr>
          <a:xfrm>
            <a:off x="8191500" y="6378804"/>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214</a:t>
            </a:fld>
            <a:endParaRPr lang="en-US" altLang="zh-CN" sz="1400" dirty="0">
              <a:solidFill>
                <a:schemeClr val="bg2"/>
              </a:solidFill>
              <a:latin typeface="Arial" panose="020B0604020202020204" pitchFamily="34" charset="0"/>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idx="4294967295"/>
          </p:nvPr>
        </p:nvSpPr>
        <p:spPr/>
        <p:txBody>
          <a:bodyPr/>
          <a:lstStyle/>
          <a:p>
            <a:pPr algn="ctr" eaLnBrk="1" hangingPunct="1">
              <a:defRPr/>
            </a:pPr>
            <a:r>
              <a:rPr lang="en-US" altLang="zh-CN" sz="3800">
                <a:solidFill>
                  <a:schemeClr val="tx2">
                    <a:lumMod val="50000"/>
                  </a:schemeClr>
                </a:solidFill>
                <a:ea typeface="宋体" pitchFamily="2" charset="-122"/>
              </a:rPr>
              <a:t>Associative Memory</a:t>
            </a:r>
          </a:p>
        </p:txBody>
      </p:sp>
      <p:sp>
        <p:nvSpPr>
          <p:cNvPr id="301059" name="Text Box 6"/>
          <p:cNvSpPr txBox="1">
            <a:spLocks noChangeArrowheads="1"/>
          </p:cNvSpPr>
          <p:nvPr/>
        </p:nvSpPr>
        <p:spPr bwMode="auto">
          <a:xfrm>
            <a:off x="4724400" y="18288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Arial" panose="020B0604020202020204" pitchFamily="34" charset="0"/>
              <a:ea typeface="SimSun" panose="02010600030101010101" pitchFamily="2" charset="-122"/>
            </a:endParaRPr>
          </a:p>
        </p:txBody>
      </p:sp>
      <p:sp>
        <p:nvSpPr>
          <p:cNvPr id="6149" name="Text Box 7"/>
          <p:cNvSpPr txBox="1">
            <a:spLocks noChangeArrowheads="1"/>
          </p:cNvSpPr>
          <p:nvPr/>
        </p:nvSpPr>
        <p:spPr bwMode="auto">
          <a:xfrm>
            <a:off x="1143000" y="1752600"/>
            <a:ext cx="7620000" cy="1754188"/>
          </a:xfrm>
          <a:prstGeom prst="rect">
            <a:avLst/>
          </a:prstGeom>
          <a:noFill/>
          <a:ln w="9525">
            <a:noFill/>
            <a:miter lim="800000"/>
            <a:headEnd/>
            <a:tailEnd/>
          </a:ln>
        </p:spPr>
        <p:txBody>
          <a:bodyPr>
            <a:spAutoFit/>
          </a:bodyPr>
          <a:lstStyle/>
          <a:p>
            <a:pPr>
              <a:buClr>
                <a:srgbClr val="FF0000"/>
              </a:buClr>
              <a:buSzPct val="110000"/>
              <a:defRPr/>
            </a:pPr>
            <a:r>
              <a:rPr lang="en-US" altLang="zh-CN" sz="3600">
                <a:solidFill>
                  <a:schemeClr val="tx2">
                    <a:lumMod val="50000"/>
                  </a:schemeClr>
                </a:solidFill>
                <a:latin typeface="Times New Roman" pitchFamily="18" charset="0"/>
              </a:rPr>
              <a:t>As the original source of human intelligence, the brain has a powerful ability of association. </a:t>
            </a:r>
          </a:p>
        </p:txBody>
      </p:sp>
      <p:sp>
        <p:nvSpPr>
          <p:cNvPr id="12" name="Text Box 7"/>
          <p:cNvSpPr txBox="1">
            <a:spLocks noChangeArrowheads="1"/>
          </p:cNvSpPr>
          <p:nvPr/>
        </p:nvSpPr>
        <p:spPr bwMode="auto">
          <a:xfrm>
            <a:off x="1219200" y="3581400"/>
            <a:ext cx="7620000" cy="2862263"/>
          </a:xfrm>
          <a:prstGeom prst="rect">
            <a:avLst/>
          </a:prstGeom>
          <a:noFill/>
          <a:ln w="9525">
            <a:noFill/>
            <a:miter lim="800000"/>
            <a:headEnd/>
            <a:tailEnd/>
          </a:ln>
        </p:spPr>
        <p:txBody>
          <a:bodyPr>
            <a:spAutoFit/>
          </a:bodyPr>
          <a:lstStyle/>
          <a:p>
            <a:pPr>
              <a:buClr>
                <a:srgbClr val="FF0000"/>
              </a:buClr>
              <a:buSzPct val="110000"/>
              <a:defRPr/>
            </a:pPr>
            <a:r>
              <a:rPr lang="en-US" altLang="zh-CN" sz="3600">
                <a:solidFill>
                  <a:schemeClr val="tx2">
                    <a:lumMod val="50000"/>
                  </a:schemeClr>
                </a:solidFill>
                <a:latin typeface="Times New Roman" pitchFamily="18" charset="0"/>
                <a:cs typeface="Times New Roman" pitchFamily="18" charset="0"/>
              </a:rPr>
              <a:t>Associative memories are content-addressable mechanisms for storing prototype patterns such that the stored patterns can be retrieved with the recalling probes (cues).</a:t>
            </a:r>
            <a:r>
              <a:rPr lang="en-US" altLang="zh-CN" sz="3200">
                <a:solidFill>
                  <a:schemeClr val="tx2">
                    <a:lumMod val="50000"/>
                  </a:schemeClr>
                </a:solidFill>
                <a:latin typeface="Times New Roman" pitchFamily="18" charset="0"/>
                <a:cs typeface="Times New Roman" pitchFamily="18" charset="0"/>
              </a:rPr>
              <a:t> </a:t>
            </a:r>
          </a:p>
        </p:txBody>
      </p:sp>
      <p:sp>
        <p:nvSpPr>
          <p:cNvPr id="2" name="Footer Placeholder 4">
            <a:extLst>
              <a:ext uri="{FF2B5EF4-FFF2-40B4-BE49-F238E27FC236}">
                <a16:creationId xmlns:a16="http://schemas.microsoft.com/office/drawing/2014/main" id="{BF208CF1-C408-7A43-BDD1-A33840292D5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3" name="Slide Number Placeholder 1">
            <a:extLst>
              <a:ext uri="{FF2B5EF4-FFF2-40B4-BE49-F238E27FC236}">
                <a16:creationId xmlns:a16="http://schemas.microsoft.com/office/drawing/2014/main" id="{8CA93A80-77CA-63BF-A840-3E629A75A258}"/>
              </a:ext>
            </a:extLst>
          </p:cNvPr>
          <p:cNvSpPr txBox="1">
            <a:spLocks/>
          </p:cNvSpPr>
          <p:nvPr/>
        </p:nvSpPr>
        <p:spPr>
          <a:xfrm>
            <a:off x="8305800" y="6296934"/>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215</a:t>
            </a:fld>
            <a:endParaRPr lang="en-US" altLang="zh-CN" sz="1400" dirty="0">
              <a:solidFill>
                <a:schemeClr val="bg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linds(horizontal)">
                                      <p:cBhvr>
                                        <p:cTn id="7" dur="500"/>
                                        <p:tgtEl>
                                          <p:spTgt spid="6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P spid="12"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990600" y="533400"/>
            <a:ext cx="7696200" cy="884238"/>
          </a:xfrm>
        </p:spPr>
        <p:txBody>
          <a:bodyPr/>
          <a:lstStyle/>
          <a:p>
            <a:pPr algn="ctr" eaLnBrk="1" hangingPunct="1">
              <a:defRPr/>
            </a:pPr>
            <a:r>
              <a:rPr lang="en-US" altLang="zh-CN" sz="3800">
                <a:solidFill>
                  <a:schemeClr val="tx2">
                    <a:lumMod val="50000"/>
                  </a:schemeClr>
                </a:solidFill>
                <a:ea typeface="宋体" pitchFamily="2" charset="-122"/>
              </a:rPr>
              <a:t>Associative Memory</a:t>
            </a:r>
          </a:p>
        </p:txBody>
      </p:sp>
      <p:sp>
        <p:nvSpPr>
          <p:cNvPr id="302083" name="Text Box 6"/>
          <p:cNvSpPr txBox="1">
            <a:spLocks noChangeArrowheads="1"/>
          </p:cNvSpPr>
          <p:nvPr/>
        </p:nvSpPr>
        <p:spPr bwMode="auto">
          <a:xfrm>
            <a:off x="4724400" y="18288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Arial" panose="020B0604020202020204" pitchFamily="34" charset="0"/>
              <a:ea typeface="SimSun" panose="02010600030101010101" pitchFamily="2" charset="-122"/>
            </a:endParaRPr>
          </a:p>
        </p:txBody>
      </p:sp>
      <p:sp>
        <p:nvSpPr>
          <p:cNvPr id="13" name="矩形 12"/>
          <p:cNvSpPr>
            <a:spLocks noChangeArrowheads="1"/>
          </p:cNvSpPr>
          <p:nvPr/>
        </p:nvSpPr>
        <p:spPr bwMode="auto">
          <a:xfrm>
            <a:off x="914400" y="1676400"/>
            <a:ext cx="77724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just">
              <a:spcBef>
                <a:spcPct val="0"/>
              </a:spcBef>
              <a:buClr>
                <a:srgbClr val="FF0000"/>
              </a:buClr>
              <a:buSzPct val="110000"/>
              <a:buFontTx/>
              <a:buNone/>
            </a:pPr>
            <a:r>
              <a:rPr lang="en-US" altLang="zh-CN">
                <a:solidFill>
                  <a:srgbClr val="4D3319"/>
                </a:solidFill>
                <a:ea typeface="SimSun" panose="02010600030101010101" pitchFamily="2" charset="-122"/>
                <a:cs typeface="Times New Roman" panose="02020603050405020304" pitchFamily="18" charset="0"/>
              </a:rPr>
              <a:t>When given a probe (e.g., noisy or corrupted version of a prototype pattern), the retrieval dynamics of an associate memory should converge to an equilibrium representing the prototype pattern.</a:t>
            </a:r>
            <a:endParaRPr lang="zh-CN" altLang="en-US">
              <a:solidFill>
                <a:srgbClr val="4D3319"/>
              </a:solidFill>
              <a:ea typeface="SimSun" panose="02010600030101010101" pitchFamily="2" charset="-122"/>
              <a:cs typeface="Times New Roman" panose="02020603050405020304" pitchFamily="18" charset="0"/>
            </a:endParaRPr>
          </a:p>
        </p:txBody>
      </p:sp>
      <p:sp>
        <p:nvSpPr>
          <p:cNvPr id="7" name="Text Box 7"/>
          <p:cNvSpPr txBox="1">
            <a:spLocks noChangeArrowheads="1"/>
          </p:cNvSpPr>
          <p:nvPr/>
        </p:nvSpPr>
        <p:spPr bwMode="auto">
          <a:xfrm>
            <a:off x="914400" y="4343400"/>
            <a:ext cx="8001000" cy="1570038"/>
          </a:xfrm>
          <a:prstGeom prst="rect">
            <a:avLst/>
          </a:prstGeom>
          <a:noFill/>
          <a:ln w="9525">
            <a:noFill/>
            <a:miter lim="800000"/>
            <a:headEnd/>
            <a:tailEnd/>
          </a:ln>
        </p:spPr>
        <p:txBody>
          <a:bodyPr>
            <a:spAutoFit/>
          </a:bodyPr>
          <a:lstStyle/>
          <a:p>
            <a:pPr>
              <a:buClr>
                <a:srgbClr val="FF0000"/>
              </a:buClr>
              <a:buSzPct val="110000"/>
              <a:defRPr/>
            </a:pPr>
            <a:r>
              <a:rPr lang="en-US" altLang="zh-CN" sz="3200">
                <a:solidFill>
                  <a:schemeClr val="tx2">
                    <a:lumMod val="50000"/>
                  </a:schemeClr>
                </a:solidFill>
                <a:latin typeface="Times New Roman" pitchFamily="18" charset="0"/>
                <a:cs typeface="Times New Roman" pitchFamily="18" charset="0"/>
              </a:rPr>
              <a:t>In associative memories, the stored patterns are associated with their retrieval probes internally in a robust and fault-tolerant way</a:t>
            </a:r>
            <a:r>
              <a:rPr lang="en-US" altLang="zh-CN" sz="3200" b="1">
                <a:solidFill>
                  <a:schemeClr val="tx2">
                    <a:lumMod val="50000"/>
                  </a:schemeClr>
                </a:solidFill>
                <a:latin typeface="Times New Roman" pitchFamily="18" charset="0"/>
                <a:cs typeface="Times New Roman" pitchFamily="18" charset="0"/>
              </a:rPr>
              <a:t>.</a:t>
            </a:r>
          </a:p>
        </p:txBody>
      </p:sp>
      <p:sp>
        <p:nvSpPr>
          <p:cNvPr id="2" name="Footer Placeholder 4">
            <a:extLst>
              <a:ext uri="{FF2B5EF4-FFF2-40B4-BE49-F238E27FC236}">
                <a16:creationId xmlns:a16="http://schemas.microsoft.com/office/drawing/2014/main" id="{00B24B04-34FD-A94C-A5CB-AF8592702E8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3" name="Slide Number Placeholder 1">
            <a:extLst>
              <a:ext uri="{FF2B5EF4-FFF2-40B4-BE49-F238E27FC236}">
                <a16:creationId xmlns:a16="http://schemas.microsoft.com/office/drawing/2014/main" id="{7E600D16-6F50-74AD-6F8F-CD8ADB84EF06}"/>
              </a:ext>
            </a:extLst>
          </p:cNvPr>
          <p:cNvSpPr txBox="1">
            <a:spLocks/>
          </p:cNvSpPr>
          <p:nvPr/>
        </p:nvSpPr>
        <p:spPr>
          <a:xfrm>
            <a:off x="81915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216</a:t>
            </a:fld>
            <a:endParaRPr lang="en-US" altLang="zh-CN" sz="1400" dirty="0">
              <a:solidFill>
                <a:schemeClr val="bg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p:txBody>
          <a:bodyPr/>
          <a:lstStyle/>
          <a:p>
            <a:pPr algn="ctr" eaLnBrk="1" hangingPunct="1">
              <a:defRPr/>
            </a:pPr>
            <a:r>
              <a:rPr lang="en-US" altLang="zh-CN" sz="4000">
                <a:solidFill>
                  <a:schemeClr val="tx2">
                    <a:lumMod val="50000"/>
                  </a:schemeClr>
                </a:solidFill>
                <a:ea typeface="宋体" pitchFamily="2" charset="-122"/>
              </a:rPr>
              <a:t>Auto-association vs. </a:t>
            </a:r>
            <a:br>
              <a:rPr lang="en-US" altLang="zh-CN" sz="4000">
                <a:solidFill>
                  <a:schemeClr val="tx2">
                    <a:lumMod val="50000"/>
                  </a:schemeClr>
                </a:solidFill>
                <a:ea typeface="宋体" pitchFamily="2" charset="-122"/>
              </a:rPr>
            </a:br>
            <a:r>
              <a:rPr lang="en-US" altLang="zh-CN" sz="4000">
                <a:solidFill>
                  <a:schemeClr val="tx2">
                    <a:lumMod val="50000"/>
                  </a:schemeClr>
                </a:solidFill>
                <a:ea typeface="宋体" pitchFamily="2" charset="-122"/>
              </a:rPr>
              <a:t>Hetero-association</a:t>
            </a:r>
            <a:r>
              <a:rPr lang="en-US" altLang="zh-CN" sz="3800">
                <a:solidFill>
                  <a:schemeClr val="tx2">
                    <a:lumMod val="50000"/>
                  </a:schemeClr>
                </a:solidFill>
                <a:ea typeface="宋体" pitchFamily="2" charset="-122"/>
              </a:rPr>
              <a:t> </a:t>
            </a:r>
          </a:p>
        </p:txBody>
      </p:sp>
      <p:sp>
        <p:nvSpPr>
          <p:cNvPr id="303107" name="Text Box 6"/>
          <p:cNvSpPr txBox="1">
            <a:spLocks noChangeArrowheads="1"/>
          </p:cNvSpPr>
          <p:nvPr/>
        </p:nvSpPr>
        <p:spPr bwMode="auto">
          <a:xfrm>
            <a:off x="4724400" y="18288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Arial" panose="020B0604020202020204" pitchFamily="34" charset="0"/>
              <a:ea typeface="SimSun" panose="02010600030101010101" pitchFamily="2" charset="-122"/>
            </a:endParaRPr>
          </a:p>
        </p:txBody>
      </p:sp>
      <p:sp>
        <p:nvSpPr>
          <p:cNvPr id="13" name="矩形 12"/>
          <p:cNvSpPr>
            <a:spLocks noChangeArrowheads="1"/>
          </p:cNvSpPr>
          <p:nvPr/>
        </p:nvSpPr>
        <p:spPr bwMode="auto">
          <a:xfrm>
            <a:off x="990600" y="1600200"/>
            <a:ext cx="7696200" cy="1570038"/>
          </a:xfrm>
          <a:prstGeom prst="rect">
            <a:avLst/>
          </a:prstGeom>
          <a:noFill/>
          <a:ln w="9525">
            <a:noFill/>
            <a:miter lim="800000"/>
            <a:headEnd/>
            <a:tailEnd/>
          </a:ln>
        </p:spPr>
        <p:txBody>
          <a:bodyPr>
            <a:spAutoFit/>
          </a:bodyPr>
          <a:lstStyle/>
          <a:p>
            <a:pPr>
              <a:buClr>
                <a:srgbClr val="FF0000"/>
              </a:buClr>
              <a:buSzPct val="110000"/>
              <a:defRPr/>
            </a:pPr>
            <a:r>
              <a:rPr lang="en-US" altLang="zh-CN" sz="3200">
                <a:solidFill>
                  <a:schemeClr val="tx2">
                    <a:lumMod val="50000"/>
                  </a:schemeClr>
                </a:solidFill>
                <a:latin typeface="Times New Roman" pitchFamily="18" charset="0"/>
                <a:cs typeface="Times New Roman" pitchFamily="18" charset="0"/>
              </a:rPr>
              <a:t>There are two types of associative memories: auto-associative and hetero-associative memories. </a:t>
            </a:r>
          </a:p>
        </p:txBody>
      </p:sp>
      <p:sp>
        <p:nvSpPr>
          <p:cNvPr id="7" name="Text Box 7"/>
          <p:cNvSpPr txBox="1">
            <a:spLocks noChangeArrowheads="1"/>
          </p:cNvSpPr>
          <p:nvPr/>
        </p:nvSpPr>
        <p:spPr bwMode="auto">
          <a:xfrm>
            <a:off x="914400" y="4572000"/>
            <a:ext cx="7924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
                <a:srgbClr val="FF0000"/>
              </a:buClr>
              <a:buSzPct val="110000"/>
              <a:buFontTx/>
              <a:buNone/>
            </a:pPr>
            <a:r>
              <a:rPr lang="en-US" altLang="zh-CN">
                <a:solidFill>
                  <a:srgbClr val="4D3319"/>
                </a:solidFill>
                <a:ea typeface="SimSun" panose="02010600030101010101" pitchFamily="2" charset="-122"/>
                <a:cs typeface="Times New Roman" panose="02020603050405020304" pitchFamily="18" charset="0"/>
              </a:rPr>
              <a:t>In a hetero-associative memory, the retrieved pattern is generally different from the probe in content or format.</a:t>
            </a:r>
            <a:endParaRPr lang="zh-CN" altLang="en-US">
              <a:solidFill>
                <a:srgbClr val="4D3319"/>
              </a:solidFill>
              <a:ea typeface="SimSun" panose="02010600030101010101" pitchFamily="2" charset="-122"/>
              <a:cs typeface="Times New Roman" panose="02020603050405020304" pitchFamily="18" charset="0"/>
            </a:endParaRPr>
          </a:p>
        </p:txBody>
      </p:sp>
      <p:sp>
        <p:nvSpPr>
          <p:cNvPr id="9" name="TextBox 8"/>
          <p:cNvSpPr txBox="1">
            <a:spLocks noChangeArrowheads="1"/>
          </p:cNvSpPr>
          <p:nvPr/>
        </p:nvSpPr>
        <p:spPr bwMode="auto">
          <a:xfrm>
            <a:off x="914400" y="2971800"/>
            <a:ext cx="7620000" cy="1570038"/>
          </a:xfrm>
          <a:prstGeom prst="rect">
            <a:avLst/>
          </a:prstGeom>
          <a:noFill/>
          <a:ln w="9525">
            <a:noFill/>
            <a:miter lim="800000"/>
            <a:headEnd/>
            <a:tailEnd/>
          </a:ln>
        </p:spPr>
        <p:txBody>
          <a:bodyPr>
            <a:spAutoFit/>
          </a:bodyPr>
          <a:lstStyle/>
          <a:p>
            <a:pPr>
              <a:buClr>
                <a:srgbClr val="FF0000"/>
              </a:buClr>
              <a:buSzPct val="110000"/>
              <a:defRPr/>
            </a:pPr>
            <a:r>
              <a:rPr lang="en-US" altLang="zh-CN" sz="3200">
                <a:solidFill>
                  <a:schemeClr val="tx2">
                    <a:lumMod val="50000"/>
                  </a:schemeClr>
                </a:solidFill>
                <a:latin typeface="Times New Roman" pitchFamily="18" charset="0"/>
                <a:cs typeface="Times New Roman" pitchFamily="18" charset="0"/>
              </a:rPr>
              <a:t>An auto-associative memory retrieves a previously stored pattern that closely resembles the recalling probe. </a:t>
            </a:r>
          </a:p>
        </p:txBody>
      </p:sp>
      <p:sp>
        <p:nvSpPr>
          <p:cNvPr id="2" name="Footer Placeholder 4">
            <a:extLst>
              <a:ext uri="{FF2B5EF4-FFF2-40B4-BE49-F238E27FC236}">
                <a16:creationId xmlns:a16="http://schemas.microsoft.com/office/drawing/2014/main" id="{C911807D-3BCB-FCC2-02FF-47815143EF3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3" name="Slide Number Placeholder 1">
            <a:extLst>
              <a:ext uri="{FF2B5EF4-FFF2-40B4-BE49-F238E27FC236}">
                <a16:creationId xmlns:a16="http://schemas.microsoft.com/office/drawing/2014/main" id="{7E90210E-585B-7344-6286-2D17B7AAEE03}"/>
              </a:ext>
            </a:extLst>
          </p:cNvPr>
          <p:cNvSpPr txBox="1">
            <a:spLocks/>
          </p:cNvSpPr>
          <p:nvPr/>
        </p:nvSpPr>
        <p:spPr>
          <a:xfrm>
            <a:off x="8092912" y="6358069"/>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217</a:t>
            </a:fld>
            <a:endParaRPr lang="en-US" altLang="zh-CN" sz="1400" dirty="0">
              <a:solidFill>
                <a:schemeClr val="bg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P spid="9"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ext Box 2"/>
          <p:cNvSpPr txBox="1">
            <a:spLocks noChangeArrowheads="1"/>
          </p:cNvSpPr>
          <p:nvPr/>
        </p:nvSpPr>
        <p:spPr bwMode="auto">
          <a:xfrm>
            <a:off x="685800" y="271463"/>
            <a:ext cx="7696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sz="3500">
                <a:solidFill>
                  <a:srgbClr val="4D3319"/>
                </a:solidFill>
                <a:latin typeface="Arial" panose="020B0604020202020204" pitchFamily="34" charset="0"/>
                <a:ea typeface="SimSun" panose="02010600030101010101" pitchFamily="2" charset="-122"/>
              </a:rPr>
              <a:t>Auto-association vs. </a:t>
            </a:r>
          </a:p>
          <a:p>
            <a:pPr algn="ctr">
              <a:spcBef>
                <a:spcPct val="0"/>
              </a:spcBef>
              <a:buClrTx/>
              <a:buSzTx/>
              <a:buFontTx/>
              <a:buNone/>
            </a:pPr>
            <a:r>
              <a:rPr lang="en-US" altLang="zh-CN" sz="3500">
                <a:solidFill>
                  <a:srgbClr val="4D3319"/>
                </a:solidFill>
                <a:latin typeface="Arial" panose="020B0604020202020204" pitchFamily="34" charset="0"/>
                <a:ea typeface="SimSun" panose="02010600030101010101" pitchFamily="2" charset="-122"/>
              </a:rPr>
              <a:t>Hetero-association</a:t>
            </a:r>
            <a:endParaRPr lang="en-US" altLang="zh-CN" sz="2800" u="sng">
              <a:solidFill>
                <a:srgbClr val="4D3319"/>
              </a:solidFill>
              <a:ea typeface="SimSun" panose="02010600030101010101" pitchFamily="2" charset="-122"/>
              <a:cs typeface="Arial" panose="020B0604020202020204" pitchFamily="34" charset="0"/>
            </a:endParaRPr>
          </a:p>
          <a:p>
            <a:pPr algn="ctr">
              <a:spcBef>
                <a:spcPct val="0"/>
              </a:spcBef>
              <a:buClrTx/>
              <a:buSzTx/>
              <a:buFontTx/>
              <a:buNone/>
            </a:pPr>
            <a:endParaRPr lang="en-US" altLang="zh-CN" sz="2800" b="1" u="sng">
              <a:ea typeface="SimSun" panose="02010600030101010101" pitchFamily="2" charset="-122"/>
              <a:cs typeface="Arial" panose="020B0604020202020204" pitchFamily="34" charset="0"/>
            </a:endParaRPr>
          </a:p>
          <a:p>
            <a:pPr algn="ctr">
              <a:spcBef>
                <a:spcPct val="0"/>
              </a:spcBef>
              <a:buClrTx/>
              <a:buSzTx/>
              <a:buFontTx/>
              <a:buNone/>
            </a:pPr>
            <a:r>
              <a:rPr lang="en-US" altLang="zh-CN" sz="2800" b="1" u="sng">
                <a:ea typeface="SimSun" panose="02010600030101010101" pitchFamily="2" charset="-122"/>
                <a:cs typeface="Arial" panose="020B0604020202020204" pitchFamily="34" charset="0"/>
              </a:rPr>
              <a:t>Hetero associative</a:t>
            </a:r>
            <a:r>
              <a:rPr lang="en-US" altLang="zh-CN" sz="2800" b="1">
                <a:ea typeface="SimSun" panose="02010600030101010101" pitchFamily="2" charset="-122"/>
                <a:cs typeface="Arial" panose="020B0604020202020204" pitchFamily="34" charset="0"/>
              </a:rPr>
              <a:t>         </a:t>
            </a:r>
            <a:r>
              <a:rPr lang="en-US" altLang="zh-CN" sz="2800" b="1" u="sng">
                <a:ea typeface="SimSun" panose="02010600030101010101" pitchFamily="2" charset="-122"/>
                <a:cs typeface="Arial" panose="020B0604020202020204" pitchFamily="34" charset="0"/>
              </a:rPr>
              <a:t>Auto associative</a:t>
            </a:r>
          </a:p>
        </p:txBody>
      </p:sp>
      <p:sp>
        <p:nvSpPr>
          <p:cNvPr id="304131" name="Rectangle 3"/>
          <p:cNvSpPr>
            <a:spLocks noChangeArrowheads="1"/>
          </p:cNvSpPr>
          <p:nvPr/>
        </p:nvSpPr>
        <p:spPr bwMode="auto">
          <a:xfrm>
            <a:off x="1371600" y="23622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ea typeface="SimSun" panose="02010600030101010101" pitchFamily="2" charset="-122"/>
                <a:cs typeface="Arial" panose="020B0604020202020204" pitchFamily="34" charset="0"/>
              </a:rPr>
              <a:t>A</a:t>
            </a:r>
          </a:p>
        </p:txBody>
      </p:sp>
      <p:sp>
        <p:nvSpPr>
          <p:cNvPr id="304132" name="Rectangle 4"/>
          <p:cNvSpPr>
            <a:spLocks noChangeArrowheads="1"/>
          </p:cNvSpPr>
          <p:nvPr/>
        </p:nvSpPr>
        <p:spPr bwMode="auto">
          <a:xfrm>
            <a:off x="1447800" y="3200400"/>
            <a:ext cx="457200" cy="609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ea typeface="SimSun" panose="02010600030101010101" pitchFamily="2" charset="-122"/>
                <a:cs typeface="Arial" panose="020B0604020202020204" pitchFamily="34" charset="0"/>
              </a:rPr>
              <a:t>B</a:t>
            </a:r>
          </a:p>
        </p:txBody>
      </p:sp>
      <p:sp>
        <p:nvSpPr>
          <p:cNvPr id="304133" name="Rectangle 5"/>
          <p:cNvSpPr>
            <a:spLocks noChangeArrowheads="1"/>
          </p:cNvSpPr>
          <p:nvPr/>
        </p:nvSpPr>
        <p:spPr bwMode="auto">
          <a:xfrm>
            <a:off x="3276600" y="2362200"/>
            <a:ext cx="542925"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l-GR" altLang="zh-CN" b="1">
                <a:cs typeface="Times New Roman" panose="02020603050405020304" pitchFamily="18" charset="0"/>
              </a:rPr>
              <a:t>α</a:t>
            </a:r>
          </a:p>
        </p:txBody>
      </p:sp>
      <p:sp>
        <p:nvSpPr>
          <p:cNvPr id="304134" name="Rectangle 6"/>
          <p:cNvSpPr>
            <a:spLocks noChangeArrowheads="1"/>
          </p:cNvSpPr>
          <p:nvPr/>
        </p:nvSpPr>
        <p:spPr bwMode="auto">
          <a:xfrm>
            <a:off x="3352800" y="3200400"/>
            <a:ext cx="457200" cy="609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l-GR" altLang="zh-CN" b="1">
                <a:cs typeface="Times New Roman" panose="02020603050405020304" pitchFamily="18" charset="0"/>
              </a:rPr>
              <a:t>β</a:t>
            </a:r>
          </a:p>
        </p:txBody>
      </p:sp>
      <p:sp>
        <p:nvSpPr>
          <p:cNvPr id="304135" name="Line 7"/>
          <p:cNvSpPr>
            <a:spLocks noChangeShapeType="1"/>
          </p:cNvSpPr>
          <p:nvPr/>
        </p:nvSpPr>
        <p:spPr bwMode="auto">
          <a:xfrm>
            <a:off x="2209800" y="2590800"/>
            <a:ext cx="7524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4136" name="Line 8"/>
          <p:cNvSpPr>
            <a:spLocks noChangeShapeType="1"/>
          </p:cNvSpPr>
          <p:nvPr/>
        </p:nvSpPr>
        <p:spPr bwMode="auto">
          <a:xfrm>
            <a:off x="2209800" y="3505200"/>
            <a:ext cx="7524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4137" name="Rectangle 9"/>
          <p:cNvSpPr>
            <a:spLocks noChangeArrowheads="1"/>
          </p:cNvSpPr>
          <p:nvPr/>
        </p:nvSpPr>
        <p:spPr bwMode="auto">
          <a:xfrm>
            <a:off x="4724400" y="2286000"/>
            <a:ext cx="542925"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ea typeface="SimSun" panose="02010600030101010101" pitchFamily="2" charset="-122"/>
                <a:cs typeface="Arial" panose="020B0604020202020204" pitchFamily="34" charset="0"/>
              </a:rPr>
              <a:t>A</a:t>
            </a:r>
          </a:p>
        </p:txBody>
      </p:sp>
      <p:sp>
        <p:nvSpPr>
          <p:cNvPr id="304138" name="Rectangle 10"/>
          <p:cNvSpPr>
            <a:spLocks noChangeArrowheads="1"/>
          </p:cNvSpPr>
          <p:nvPr/>
        </p:nvSpPr>
        <p:spPr bwMode="auto">
          <a:xfrm>
            <a:off x="4724400" y="3124200"/>
            <a:ext cx="533400" cy="609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ea typeface="SimSun" panose="02010600030101010101" pitchFamily="2" charset="-122"/>
                <a:cs typeface="Arial" panose="020B0604020202020204" pitchFamily="34" charset="0"/>
              </a:rPr>
              <a:t>B</a:t>
            </a:r>
          </a:p>
        </p:txBody>
      </p:sp>
      <p:sp>
        <p:nvSpPr>
          <p:cNvPr id="304139" name="Rectangle 11"/>
          <p:cNvSpPr>
            <a:spLocks noChangeArrowheads="1"/>
          </p:cNvSpPr>
          <p:nvPr/>
        </p:nvSpPr>
        <p:spPr bwMode="auto">
          <a:xfrm>
            <a:off x="6934200" y="2286000"/>
            <a:ext cx="542925" cy="609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ea typeface="SimSun" panose="02010600030101010101" pitchFamily="2" charset="-122"/>
                <a:cs typeface="Arial" panose="020B0604020202020204" pitchFamily="34" charset="0"/>
              </a:rPr>
              <a:t>A’</a:t>
            </a:r>
          </a:p>
        </p:txBody>
      </p:sp>
      <p:sp>
        <p:nvSpPr>
          <p:cNvPr id="304140" name="Rectangle 12"/>
          <p:cNvSpPr>
            <a:spLocks noChangeArrowheads="1"/>
          </p:cNvSpPr>
          <p:nvPr/>
        </p:nvSpPr>
        <p:spPr bwMode="auto">
          <a:xfrm>
            <a:off x="6934200" y="3200400"/>
            <a:ext cx="5334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ea typeface="SimSun" panose="02010600030101010101" pitchFamily="2" charset="-122"/>
                <a:cs typeface="Arial" panose="020B0604020202020204" pitchFamily="34" charset="0"/>
              </a:rPr>
              <a:t>B’</a:t>
            </a:r>
          </a:p>
        </p:txBody>
      </p:sp>
      <p:sp>
        <p:nvSpPr>
          <p:cNvPr id="304141" name="Line 13"/>
          <p:cNvSpPr>
            <a:spLocks noChangeShapeType="1"/>
          </p:cNvSpPr>
          <p:nvPr/>
        </p:nvSpPr>
        <p:spPr bwMode="auto">
          <a:xfrm>
            <a:off x="5715000" y="2667000"/>
            <a:ext cx="7524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4142" name="Line 14"/>
          <p:cNvSpPr>
            <a:spLocks noChangeShapeType="1"/>
          </p:cNvSpPr>
          <p:nvPr/>
        </p:nvSpPr>
        <p:spPr bwMode="auto">
          <a:xfrm>
            <a:off x="5715000" y="3429000"/>
            <a:ext cx="7524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 name="Group 5"/>
          <p:cNvGrpSpPr>
            <a:grpSpLocks/>
          </p:cNvGrpSpPr>
          <p:nvPr/>
        </p:nvGrpSpPr>
        <p:grpSpPr bwMode="auto">
          <a:xfrm>
            <a:off x="4648200" y="4800600"/>
            <a:ext cx="914400" cy="838200"/>
            <a:chOff x="1525" y="1969"/>
            <a:chExt cx="512" cy="475"/>
          </a:xfrm>
        </p:grpSpPr>
        <p:sp>
          <p:nvSpPr>
            <p:cNvPr id="304150" name="Text Box 6"/>
            <p:cNvSpPr txBox="1">
              <a:spLocks noChangeArrowheads="1"/>
            </p:cNvSpPr>
            <p:nvPr/>
          </p:nvSpPr>
          <p:spPr bwMode="auto">
            <a:xfrm>
              <a:off x="1665" y="1969"/>
              <a:ext cx="325" cy="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kumimoji="0" lang="en-US" altLang="zh-TW" sz="4800">
                  <a:solidFill>
                    <a:srgbClr val="734D26"/>
                  </a:solidFill>
                  <a:latin typeface="Tahoma" panose="020B0604030504040204" pitchFamily="34" charset="0"/>
                  <a:ea typeface="PMingLiU" panose="02020500000000000000" pitchFamily="18" charset="-120"/>
                </a:rPr>
                <a:t>A</a:t>
              </a:r>
            </a:p>
          </p:txBody>
        </p:sp>
        <p:sp>
          <p:nvSpPr>
            <p:cNvPr id="304151" name="Freeform 7"/>
            <p:cNvSpPr>
              <a:spLocks/>
            </p:cNvSpPr>
            <p:nvPr/>
          </p:nvSpPr>
          <p:spPr bwMode="auto">
            <a:xfrm>
              <a:off x="1525" y="2061"/>
              <a:ext cx="512" cy="296"/>
            </a:xfrm>
            <a:custGeom>
              <a:avLst/>
              <a:gdLst>
                <a:gd name="T0" fmla="*/ 0 w 512"/>
                <a:gd name="T1" fmla="*/ 48 h 296"/>
                <a:gd name="T2" fmla="*/ 480 w 512"/>
                <a:gd name="T3" fmla="*/ 288 h 296"/>
                <a:gd name="T4" fmla="*/ 192 w 512"/>
                <a:gd name="T5" fmla="*/ 0 h 296"/>
                <a:gd name="T6" fmla="*/ 0 60000 65536"/>
                <a:gd name="T7" fmla="*/ 0 60000 65536"/>
                <a:gd name="T8" fmla="*/ 0 60000 65536"/>
                <a:gd name="T9" fmla="*/ 0 w 512"/>
                <a:gd name="T10" fmla="*/ 0 h 296"/>
                <a:gd name="T11" fmla="*/ 512 w 512"/>
                <a:gd name="T12" fmla="*/ 296 h 296"/>
              </a:gdLst>
              <a:ahLst/>
              <a:cxnLst>
                <a:cxn ang="T6">
                  <a:pos x="T0" y="T1"/>
                </a:cxn>
                <a:cxn ang="T7">
                  <a:pos x="T2" y="T3"/>
                </a:cxn>
                <a:cxn ang="T8">
                  <a:pos x="T4" y="T5"/>
                </a:cxn>
              </a:cxnLst>
              <a:rect l="T9" t="T10" r="T11" b="T12"/>
              <a:pathLst>
                <a:path w="512" h="296">
                  <a:moveTo>
                    <a:pt x="0" y="48"/>
                  </a:moveTo>
                  <a:cubicBezTo>
                    <a:pt x="224" y="172"/>
                    <a:pt x="448" y="296"/>
                    <a:pt x="480" y="288"/>
                  </a:cubicBezTo>
                  <a:cubicBezTo>
                    <a:pt x="512" y="280"/>
                    <a:pt x="352" y="140"/>
                    <a:pt x="192" y="0"/>
                  </a:cubicBezTo>
                </a:path>
              </a:pathLst>
            </a:custGeom>
            <a:noFill/>
            <a:ln w="57150" cmpd="sng">
              <a:solidFill>
                <a:srgbClr val="FFFF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grpSp>
      <p:sp>
        <p:nvSpPr>
          <p:cNvPr id="304144" name="矩形 27"/>
          <p:cNvSpPr>
            <a:spLocks noChangeArrowheads="1"/>
          </p:cNvSpPr>
          <p:nvPr/>
        </p:nvSpPr>
        <p:spPr bwMode="auto">
          <a:xfrm flipH="1">
            <a:off x="6858000" y="4800600"/>
            <a:ext cx="838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kumimoji="0" lang="en-US" altLang="zh-TW" sz="4000">
                <a:solidFill>
                  <a:srgbClr val="4D3319"/>
                </a:solidFill>
                <a:latin typeface="Tahoma" panose="020B0604030504040204" pitchFamily="34" charset="0"/>
                <a:ea typeface="PMingLiU" panose="02020500000000000000" pitchFamily="18" charset="-120"/>
              </a:rPr>
              <a:t>A</a:t>
            </a:r>
          </a:p>
        </p:txBody>
      </p:sp>
      <p:sp>
        <p:nvSpPr>
          <p:cNvPr id="304145" name="Line 14"/>
          <p:cNvSpPr>
            <a:spLocks noChangeShapeType="1"/>
          </p:cNvSpPr>
          <p:nvPr/>
        </p:nvSpPr>
        <p:spPr bwMode="auto">
          <a:xfrm>
            <a:off x="5791200" y="5181600"/>
            <a:ext cx="7524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4146" name="TextBox 29"/>
          <p:cNvSpPr txBox="1">
            <a:spLocks noChangeArrowheads="1"/>
          </p:cNvSpPr>
          <p:nvPr/>
        </p:nvSpPr>
        <p:spPr bwMode="auto">
          <a:xfrm>
            <a:off x="1371600" y="5029200"/>
            <a:ext cx="297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en-US" sz="2800">
                <a:latin typeface="Arial" panose="020B0604020202020204" pitchFamily="34" charset="0"/>
              </a:rPr>
              <a:t>ID </a:t>
            </a:r>
            <a:r>
              <a:rPr lang="en-US" altLang="en-US" sz="2400">
                <a:latin typeface="Arial" panose="020B0604020202020204" pitchFamily="34" charset="0"/>
              </a:rPr>
              <a:t>                </a:t>
            </a:r>
            <a:r>
              <a:rPr lang="en-US" altLang="en-US" sz="2800">
                <a:latin typeface="Arial" panose="020B0604020202020204" pitchFamily="34" charset="0"/>
              </a:rPr>
              <a:t>Name</a:t>
            </a:r>
          </a:p>
        </p:txBody>
      </p:sp>
      <p:sp>
        <p:nvSpPr>
          <p:cNvPr id="304147" name="Line 8"/>
          <p:cNvSpPr>
            <a:spLocks noChangeShapeType="1"/>
          </p:cNvSpPr>
          <p:nvPr/>
        </p:nvSpPr>
        <p:spPr bwMode="auto">
          <a:xfrm>
            <a:off x="2209800" y="5334000"/>
            <a:ext cx="7524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4148" name="TextBox 31"/>
          <p:cNvSpPr txBox="1">
            <a:spLocks noChangeArrowheads="1"/>
          </p:cNvSpPr>
          <p:nvPr/>
        </p:nvSpPr>
        <p:spPr bwMode="auto">
          <a:xfrm>
            <a:off x="1524000" y="4267200"/>
            <a:ext cx="2819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For example,</a:t>
            </a:r>
          </a:p>
        </p:txBody>
      </p:sp>
      <p:sp>
        <p:nvSpPr>
          <p:cNvPr id="3" name="Footer Placeholder 4">
            <a:extLst>
              <a:ext uri="{FF2B5EF4-FFF2-40B4-BE49-F238E27FC236}">
                <a16:creationId xmlns:a16="http://schemas.microsoft.com/office/drawing/2014/main" id="{1D0F8E88-DB3F-D7F8-BB48-C768145E507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4" name="Slide Number Placeholder 1">
            <a:extLst>
              <a:ext uri="{FF2B5EF4-FFF2-40B4-BE49-F238E27FC236}">
                <a16:creationId xmlns:a16="http://schemas.microsoft.com/office/drawing/2014/main" id="{46AA088A-CBE2-C107-D904-B91A39D499C8}"/>
              </a:ext>
            </a:extLst>
          </p:cNvPr>
          <p:cNvSpPr txBox="1">
            <a:spLocks/>
          </p:cNvSpPr>
          <p:nvPr/>
        </p:nvSpPr>
        <p:spPr>
          <a:xfrm>
            <a:off x="8121192" y="6302604"/>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218</a:t>
            </a:fld>
            <a:endParaRPr lang="en-US" altLang="zh-CN" sz="1400" dirty="0">
              <a:solidFill>
                <a:schemeClr val="bg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p:cNvSpPr txBox="1">
            <a:spLocks noChangeArrowheads="1"/>
          </p:cNvSpPr>
          <p:nvPr/>
        </p:nvSpPr>
        <p:spPr bwMode="auto">
          <a:xfrm>
            <a:off x="685800" y="457200"/>
            <a:ext cx="762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zh-CN" b="1">
                <a:solidFill>
                  <a:schemeClr val="tx2"/>
                </a:solidFill>
                <a:ea typeface="SimSun" panose="02010600030101010101" pitchFamily="2" charset="-122"/>
                <a:cs typeface="Arial" panose="020B0604020202020204" pitchFamily="34" charset="0"/>
              </a:rPr>
              <a:t>Hetero-Associations</a:t>
            </a:r>
          </a:p>
        </p:txBody>
      </p:sp>
      <p:sp>
        <p:nvSpPr>
          <p:cNvPr id="306179" name="Text Box 6"/>
          <p:cNvSpPr txBox="1">
            <a:spLocks noChangeArrowheads="1"/>
          </p:cNvSpPr>
          <p:nvPr/>
        </p:nvSpPr>
        <p:spPr bwMode="auto">
          <a:xfrm>
            <a:off x="838200" y="5791200"/>
            <a:ext cx="3352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SimSun" panose="02010600030101010101" pitchFamily="2" charset="-122"/>
                <a:cs typeface="Arial" panose="020B0604020202020204" pitchFamily="34" charset="0"/>
              </a:rPr>
              <a:t> Images                 Names</a:t>
            </a:r>
          </a:p>
        </p:txBody>
      </p:sp>
      <p:sp>
        <p:nvSpPr>
          <p:cNvPr id="306180" name="Text Box 7"/>
          <p:cNvSpPr txBox="1">
            <a:spLocks noChangeArrowheads="1"/>
          </p:cNvSpPr>
          <p:nvPr/>
        </p:nvSpPr>
        <p:spPr bwMode="auto">
          <a:xfrm>
            <a:off x="3032125" y="1524000"/>
            <a:ext cx="1235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SimSun" panose="02010600030101010101" pitchFamily="2" charset="-122"/>
                <a:cs typeface="Arial" panose="020B0604020202020204" pitchFamily="34" charset="0"/>
              </a:rPr>
              <a:t>Albert</a:t>
            </a:r>
          </a:p>
          <a:p>
            <a:pPr>
              <a:spcBef>
                <a:spcPct val="0"/>
              </a:spcBef>
              <a:buClrTx/>
              <a:buSzTx/>
              <a:buFontTx/>
              <a:buNone/>
            </a:pPr>
            <a:r>
              <a:rPr lang="en-US" altLang="zh-CN" sz="2400">
                <a:ea typeface="SimSun" panose="02010600030101010101" pitchFamily="2" charset="-122"/>
                <a:cs typeface="Arial" panose="020B0604020202020204" pitchFamily="34" charset="0"/>
              </a:rPr>
              <a:t>Einstein</a:t>
            </a:r>
          </a:p>
        </p:txBody>
      </p:sp>
      <p:sp>
        <p:nvSpPr>
          <p:cNvPr id="306181" name="Text Box 8"/>
          <p:cNvSpPr txBox="1">
            <a:spLocks noChangeArrowheads="1"/>
          </p:cNvSpPr>
          <p:nvPr/>
        </p:nvSpPr>
        <p:spPr bwMode="auto">
          <a:xfrm>
            <a:off x="3048000" y="3352800"/>
            <a:ext cx="1190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SimSun" panose="02010600030101010101" pitchFamily="2" charset="-122"/>
                <a:cs typeface="Arial" panose="020B0604020202020204" pitchFamily="34" charset="0"/>
              </a:rPr>
              <a:t>Charles </a:t>
            </a:r>
          </a:p>
          <a:p>
            <a:pPr>
              <a:spcBef>
                <a:spcPct val="0"/>
              </a:spcBef>
              <a:buClrTx/>
              <a:buSzTx/>
              <a:buFontTx/>
              <a:buNone/>
            </a:pPr>
            <a:r>
              <a:rPr lang="en-US" altLang="zh-CN" sz="2400">
                <a:ea typeface="SimSun" panose="02010600030101010101" pitchFamily="2" charset="-122"/>
                <a:cs typeface="Arial" panose="020B0604020202020204" pitchFamily="34" charset="0"/>
              </a:rPr>
              <a:t>Kao</a:t>
            </a:r>
          </a:p>
        </p:txBody>
      </p:sp>
      <p:sp>
        <p:nvSpPr>
          <p:cNvPr id="306182" name="Line 10"/>
          <p:cNvSpPr>
            <a:spLocks noChangeShapeType="1"/>
          </p:cNvSpPr>
          <p:nvPr/>
        </p:nvSpPr>
        <p:spPr bwMode="auto">
          <a:xfrm>
            <a:off x="1752600" y="2133600"/>
            <a:ext cx="1219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6183" name="Line 11"/>
          <p:cNvSpPr>
            <a:spLocks noChangeShapeType="1"/>
          </p:cNvSpPr>
          <p:nvPr/>
        </p:nvSpPr>
        <p:spPr bwMode="auto">
          <a:xfrm>
            <a:off x="1752600" y="3733800"/>
            <a:ext cx="1219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6184" name="Line 12"/>
          <p:cNvSpPr>
            <a:spLocks noChangeShapeType="1"/>
          </p:cNvSpPr>
          <p:nvPr/>
        </p:nvSpPr>
        <p:spPr bwMode="auto">
          <a:xfrm>
            <a:off x="1752600" y="5257800"/>
            <a:ext cx="1219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6185" name="Text Box 14"/>
          <p:cNvSpPr txBox="1">
            <a:spLocks noChangeArrowheads="1"/>
          </p:cNvSpPr>
          <p:nvPr/>
        </p:nvSpPr>
        <p:spPr bwMode="auto">
          <a:xfrm>
            <a:off x="762000" y="4572000"/>
            <a:ext cx="2603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SimSun" panose="02010600030101010101" pitchFamily="2" charset="-122"/>
                <a:cs typeface="Arial" panose="020B0604020202020204" pitchFamily="34" charset="0"/>
              </a:rPr>
              <a:t>.</a:t>
            </a:r>
          </a:p>
          <a:p>
            <a:pPr>
              <a:spcBef>
                <a:spcPct val="0"/>
              </a:spcBef>
              <a:buClrTx/>
              <a:buSzTx/>
              <a:buFontTx/>
              <a:buNone/>
            </a:pPr>
            <a:r>
              <a:rPr lang="en-US" altLang="zh-CN" sz="2400">
                <a:ea typeface="SimSun" panose="02010600030101010101" pitchFamily="2" charset="-122"/>
                <a:cs typeface="Arial" panose="020B0604020202020204" pitchFamily="34" charset="0"/>
              </a:rPr>
              <a:t>.</a:t>
            </a:r>
          </a:p>
          <a:p>
            <a:pPr>
              <a:spcBef>
                <a:spcPct val="0"/>
              </a:spcBef>
              <a:buClrTx/>
              <a:buSzTx/>
              <a:buFontTx/>
              <a:buNone/>
            </a:pPr>
            <a:r>
              <a:rPr lang="en-US" altLang="zh-CN" sz="2400">
                <a:ea typeface="SimSun" panose="02010600030101010101" pitchFamily="2" charset="-122"/>
                <a:cs typeface="Arial" panose="020B0604020202020204" pitchFamily="34" charset="0"/>
              </a:rPr>
              <a:t>.</a:t>
            </a:r>
          </a:p>
        </p:txBody>
      </p:sp>
      <p:sp>
        <p:nvSpPr>
          <p:cNvPr id="306186" name="Text Box 15"/>
          <p:cNvSpPr txBox="1">
            <a:spLocks noChangeArrowheads="1"/>
          </p:cNvSpPr>
          <p:nvPr/>
        </p:nvSpPr>
        <p:spPr bwMode="auto">
          <a:xfrm>
            <a:off x="3505200" y="4495800"/>
            <a:ext cx="2603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SimSun" panose="02010600030101010101" pitchFamily="2" charset="-122"/>
                <a:cs typeface="Arial" panose="020B0604020202020204" pitchFamily="34" charset="0"/>
              </a:rPr>
              <a:t>.</a:t>
            </a:r>
          </a:p>
          <a:p>
            <a:pPr>
              <a:spcBef>
                <a:spcPct val="0"/>
              </a:spcBef>
              <a:buClrTx/>
              <a:buSzTx/>
              <a:buFontTx/>
              <a:buNone/>
            </a:pPr>
            <a:r>
              <a:rPr lang="en-US" altLang="zh-CN" sz="2400">
                <a:ea typeface="SimSun" panose="02010600030101010101" pitchFamily="2" charset="-122"/>
                <a:cs typeface="Arial" panose="020B0604020202020204" pitchFamily="34" charset="0"/>
              </a:rPr>
              <a:t>.</a:t>
            </a:r>
          </a:p>
          <a:p>
            <a:pPr>
              <a:spcBef>
                <a:spcPct val="0"/>
              </a:spcBef>
              <a:buClrTx/>
              <a:buSzTx/>
              <a:buFontTx/>
              <a:buNone/>
            </a:pPr>
            <a:r>
              <a:rPr lang="en-US" altLang="zh-CN" sz="2400">
                <a:ea typeface="SimSun" panose="02010600030101010101" pitchFamily="2" charset="-122"/>
                <a:cs typeface="Arial" panose="020B0604020202020204" pitchFamily="34" charset="0"/>
              </a:rPr>
              <a:t>.</a:t>
            </a:r>
          </a:p>
        </p:txBody>
      </p:sp>
      <p:sp>
        <p:nvSpPr>
          <p:cNvPr id="306187" name="Line 16"/>
          <p:cNvSpPr>
            <a:spLocks noChangeShapeType="1"/>
          </p:cNvSpPr>
          <p:nvPr/>
        </p:nvSpPr>
        <p:spPr bwMode="auto">
          <a:xfrm>
            <a:off x="4267200" y="1219200"/>
            <a:ext cx="0" cy="46482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306188" name="Object 17"/>
          <p:cNvGraphicFramePr>
            <a:graphicFrameLocks noChangeAspect="1"/>
          </p:cNvGraphicFramePr>
          <p:nvPr/>
        </p:nvGraphicFramePr>
        <p:xfrm>
          <a:off x="4419600" y="2362200"/>
          <a:ext cx="1828800" cy="1735138"/>
        </p:xfrm>
        <a:graphic>
          <a:graphicData uri="http://schemas.openxmlformats.org/presentationml/2006/ole">
            <mc:AlternateContent xmlns:mc="http://schemas.openxmlformats.org/markup-compatibility/2006">
              <mc:Choice xmlns:v="urn:schemas-microsoft-com:vml" Requires="v">
                <p:oleObj name="Equation" r:id="rId3" imgW="1180588" imgH="939392" progId="Equation.3">
                  <p:embed/>
                </p:oleObj>
              </mc:Choice>
              <mc:Fallback>
                <p:oleObj name="Equation" r:id="rId3" imgW="1180588" imgH="939392" progId="Equation.3">
                  <p:embed/>
                  <p:pic>
                    <p:nvPicPr>
                      <p:cNvPr id="306188"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2362200"/>
                        <a:ext cx="1828800" cy="173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9" name="Object 18"/>
          <p:cNvGraphicFramePr>
            <a:graphicFrameLocks noChangeAspect="1"/>
          </p:cNvGraphicFramePr>
          <p:nvPr/>
        </p:nvGraphicFramePr>
        <p:xfrm>
          <a:off x="6915150" y="2362200"/>
          <a:ext cx="1866900" cy="1676400"/>
        </p:xfrm>
        <a:graphic>
          <a:graphicData uri="http://schemas.openxmlformats.org/presentationml/2006/ole">
            <mc:AlternateContent xmlns:mc="http://schemas.openxmlformats.org/markup-compatibility/2006">
              <mc:Choice xmlns:v="urn:schemas-microsoft-com:vml" Requires="v">
                <p:oleObj name="Equation" r:id="rId5" imgW="1206500" imgH="939800" progId="Equation.3">
                  <p:embed/>
                </p:oleObj>
              </mc:Choice>
              <mc:Fallback>
                <p:oleObj name="Equation" r:id="rId5" imgW="1206500" imgH="939800" progId="Equation.3">
                  <p:embed/>
                  <p:pic>
                    <p:nvPicPr>
                      <p:cNvPr id="306189"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5150" y="2362200"/>
                        <a:ext cx="18669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6190" name="Line 19"/>
          <p:cNvSpPr>
            <a:spLocks noChangeShapeType="1"/>
          </p:cNvSpPr>
          <p:nvPr/>
        </p:nvSpPr>
        <p:spPr bwMode="auto">
          <a:xfrm>
            <a:off x="6324600" y="3200400"/>
            <a:ext cx="533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6191" name="Text Box 20"/>
          <p:cNvSpPr txBox="1">
            <a:spLocks noChangeArrowheads="1"/>
          </p:cNvSpPr>
          <p:nvPr/>
        </p:nvSpPr>
        <p:spPr bwMode="auto">
          <a:xfrm>
            <a:off x="4632325" y="1717675"/>
            <a:ext cx="4090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SimSun" panose="02010600030101010101" pitchFamily="2" charset="-122"/>
                <a:cs typeface="Arial" panose="020B0604020202020204" pitchFamily="34" charset="0"/>
              </a:rPr>
              <a:t>Input pattern        desired output</a:t>
            </a:r>
          </a:p>
        </p:txBody>
      </p:sp>
      <p:sp>
        <p:nvSpPr>
          <p:cNvPr id="306192" name="Text Box 21"/>
          <p:cNvSpPr txBox="1">
            <a:spLocks noChangeArrowheads="1"/>
          </p:cNvSpPr>
          <p:nvPr/>
        </p:nvSpPr>
        <p:spPr bwMode="auto">
          <a:xfrm>
            <a:off x="4495800" y="4460875"/>
            <a:ext cx="434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AutoNum type="arabicPeriod"/>
            </a:pPr>
            <a:r>
              <a:rPr lang="en-US" altLang="zh-CN" sz="2400">
                <a:ea typeface="SimSun" panose="02010600030101010101" pitchFamily="2" charset="-122"/>
                <a:cs typeface="Arial" panose="020B0604020202020204" pitchFamily="34" charset="0"/>
              </a:rPr>
              <a:t>Feed forward neural networks</a:t>
            </a:r>
          </a:p>
          <a:p>
            <a:pPr>
              <a:spcBef>
                <a:spcPct val="0"/>
              </a:spcBef>
              <a:buClrTx/>
              <a:buSzTx/>
              <a:buFontTx/>
              <a:buAutoNum type="arabicPeriod"/>
            </a:pPr>
            <a:endParaRPr lang="en-US" altLang="zh-CN" sz="2400">
              <a:ea typeface="SimSun" panose="02010600030101010101" pitchFamily="2" charset="-122"/>
              <a:cs typeface="Arial" panose="020B0604020202020204" pitchFamily="34" charset="0"/>
            </a:endParaRPr>
          </a:p>
          <a:p>
            <a:pPr>
              <a:spcBef>
                <a:spcPct val="0"/>
              </a:spcBef>
              <a:buClrTx/>
              <a:buSzTx/>
              <a:buFontTx/>
              <a:buAutoNum type="arabicPeriod"/>
            </a:pPr>
            <a:r>
              <a:rPr lang="en-US" altLang="zh-CN" sz="2400">
                <a:ea typeface="SimSun" panose="02010600030101010101" pitchFamily="2" charset="-122"/>
                <a:cs typeface="Arial" panose="020B0604020202020204" pitchFamily="34" charset="0"/>
              </a:rPr>
              <a:t>Recurrent neural networks</a:t>
            </a:r>
          </a:p>
        </p:txBody>
      </p:sp>
      <p:pic>
        <p:nvPicPr>
          <p:cNvPr id="306193" name="Picture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1676400"/>
            <a:ext cx="908050"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194" name="Picture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3276600"/>
            <a:ext cx="73183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75D899FD-5FE4-6AF2-EDC2-DF287FDEE6B0}"/>
              </a:ext>
            </a:extLst>
          </p:cNvPr>
          <p:cNvSpPr txBox="1">
            <a:spLocks/>
          </p:cNvSpPr>
          <p:nvPr/>
        </p:nvSpPr>
        <p:spPr>
          <a:xfrm>
            <a:off x="81915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219</a:t>
            </a:fld>
            <a:r>
              <a:rPr lang="en-US" altLang="zh-CN" sz="1400" dirty="0">
                <a:solidFill>
                  <a:schemeClr val="bg2"/>
                </a:solidFill>
                <a:latin typeface="Arial" panose="020B0604020202020204" pitchFamily="34" charset="0"/>
              </a:rPr>
              <a:t>-</a:t>
            </a:r>
          </a:p>
        </p:txBody>
      </p:sp>
      <p:sp>
        <p:nvSpPr>
          <p:cNvPr id="2" name="Footer Placeholder 4">
            <a:extLst>
              <a:ext uri="{FF2B5EF4-FFF2-40B4-BE49-F238E27FC236}">
                <a16:creationId xmlns:a16="http://schemas.microsoft.com/office/drawing/2014/main" id="{114CEDB8-FED3-DF6E-C65E-02CD98823F6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标题 1"/>
          <p:cNvSpPr>
            <a:spLocks noGrp="1"/>
          </p:cNvSpPr>
          <p:nvPr>
            <p:ph type="title"/>
          </p:nvPr>
        </p:nvSpPr>
        <p:spPr/>
        <p:txBody>
          <a:bodyPr/>
          <a:lstStyle/>
          <a:p>
            <a:pPr algn="ctr"/>
            <a:r>
              <a:rPr lang="en-US" altLang="zh-CN">
                <a:solidFill>
                  <a:srgbClr val="4D3319"/>
                </a:solidFill>
                <a:ea typeface="SimSun" panose="02010600030101010101" pitchFamily="2" charset="-122"/>
              </a:rPr>
              <a:t>Memory Processes</a:t>
            </a:r>
            <a:endParaRPr lang="zh-CN" altLang="en-US">
              <a:solidFill>
                <a:srgbClr val="4D3319"/>
              </a:solidFill>
              <a:ea typeface="SimSun" panose="02010600030101010101" pitchFamily="2" charset="-122"/>
            </a:endParaRPr>
          </a:p>
        </p:txBody>
      </p:sp>
      <p:sp>
        <p:nvSpPr>
          <p:cNvPr id="19459" name="文本占位符 2"/>
          <p:cNvSpPr>
            <a:spLocks noGrp="1"/>
          </p:cNvSpPr>
          <p:nvPr>
            <p:ph type="body" sz="half" idx="1"/>
          </p:nvPr>
        </p:nvSpPr>
        <p:spPr>
          <a:xfrm>
            <a:off x="1066800" y="1676400"/>
            <a:ext cx="3581400" cy="4454525"/>
          </a:xfrm>
        </p:spPr>
        <p:txBody>
          <a:bodyPr/>
          <a:lstStyle/>
          <a:p>
            <a:r>
              <a:rPr lang="en-US" altLang="zh-CN">
                <a:solidFill>
                  <a:srgbClr val="4D3319"/>
                </a:solidFill>
                <a:ea typeface="SimSun" panose="02010600030101010101" pitchFamily="2" charset="-122"/>
              </a:rPr>
              <a:t>Storage (Information encoding)</a:t>
            </a:r>
          </a:p>
          <a:p>
            <a:r>
              <a:rPr lang="en-US" altLang="zh-CN">
                <a:solidFill>
                  <a:srgbClr val="4D3319"/>
                </a:solidFill>
                <a:ea typeface="SimSun" panose="02010600030101010101" pitchFamily="2" charset="-122"/>
              </a:rPr>
              <a:t>Given a set of prototype patterns to be memorized, place them into the memory indefinitely.</a:t>
            </a:r>
          </a:p>
          <a:p>
            <a:pPr>
              <a:buFont typeface="Wingdings" panose="05000000000000000000" pitchFamily="2" charset="2"/>
              <a:buNone/>
            </a:pPr>
            <a:endParaRPr lang="zh-CN" altLang="en-US">
              <a:solidFill>
                <a:srgbClr val="35742A"/>
              </a:solidFill>
              <a:ea typeface="SimSun" panose="02010600030101010101" pitchFamily="2" charset="-122"/>
            </a:endParaRPr>
          </a:p>
        </p:txBody>
      </p:sp>
      <p:sp>
        <p:nvSpPr>
          <p:cNvPr id="19460" name="内容占位符 3"/>
          <p:cNvSpPr>
            <a:spLocks noGrp="1"/>
          </p:cNvSpPr>
          <p:nvPr>
            <p:ph sz="half" idx="2"/>
          </p:nvPr>
        </p:nvSpPr>
        <p:spPr>
          <a:xfrm>
            <a:off x="4724400" y="1752600"/>
            <a:ext cx="4114800" cy="4378325"/>
          </a:xfrm>
        </p:spPr>
        <p:txBody>
          <a:bodyPr/>
          <a:lstStyle/>
          <a:p>
            <a:r>
              <a:rPr lang="en-US" altLang="zh-CN">
                <a:solidFill>
                  <a:srgbClr val="4D3319"/>
                </a:solidFill>
                <a:ea typeface="SimSun" panose="02010600030101010101" pitchFamily="2" charset="-122"/>
              </a:rPr>
              <a:t>Retrieval (Information decoding)</a:t>
            </a:r>
          </a:p>
          <a:p>
            <a:r>
              <a:rPr lang="en-US" altLang="zh-CN">
                <a:solidFill>
                  <a:srgbClr val="4D3319"/>
                </a:solidFill>
                <a:ea typeface="SimSun" panose="02010600030101010101" pitchFamily="2" charset="-122"/>
              </a:rPr>
              <a:t>Given any probe (key or cue), recall the corresponding prototype patterns in the memory.</a:t>
            </a:r>
            <a:endParaRPr lang="zh-CN" altLang="en-US">
              <a:solidFill>
                <a:srgbClr val="4D3319"/>
              </a:solidFill>
              <a:ea typeface="SimSun" panose="02010600030101010101" pitchFamily="2" charset="-122"/>
            </a:endParaRPr>
          </a:p>
        </p:txBody>
      </p:sp>
      <p:sp>
        <p:nvSpPr>
          <p:cNvPr id="2" name="Footer Placeholder 4">
            <a:extLst>
              <a:ext uri="{FF2B5EF4-FFF2-40B4-BE49-F238E27FC236}">
                <a16:creationId xmlns:a16="http://schemas.microsoft.com/office/drawing/2014/main" id="{81BB5DB5-81E2-E3D4-8820-01C85B92418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3" name="Slide Number Placeholder 1">
            <a:extLst>
              <a:ext uri="{FF2B5EF4-FFF2-40B4-BE49-F238E27FC236}">
                <a16:creationId xmlns:a16="http://schemas.microsoft.com/office/drawing/2014/main" id="{535412D3-84FA-C905-5039-84C207D0C980}"/>
              </a:ext>
            </a:extLst>
          </p:cNvPr>
          <p:cNvSpPr txBox="1">
            <a:spLocks/>
          </p:cNvSpPr>
          <p:nvPr/>
        </p:nvSpPr>
        <p:spPr>
          <a:xfrm>
            <a:off x="8074058" y="6334387"/>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6B458B0-3624-4D3D-BA1E-6C83A9F4736A}" type="slidenum">
              <a:rPr lang="zh-CN" altLang="en-US" sz="1400" smtClean="0">
                <a:solidFill>
                  <a:schemeClr val="bg2"/>
                </a:solidFill>
                <a:latin typeface="Arial" panose="020B0604020202020204" pitchFamily="34" charset="0"/>
              </a:rPr>
              <a:pPr>
                <a:spcBef>
                  <a:spcPct val="50000"/>
                </a:spcBef>
                <a:buClrTx/>
                <a:buSzTx/>
                <a:buFontTx/>
                <a:buNone/>
              </a:pPr>
              <a:t>220</a:t>
            </a:fld>
            <a:endParaRPr lang="en-US" altLang="zh-CN" sz="1400" dirty="0">
              <a:solidFill>
                <a:schemeClr val="bg2"/>
              </a:solidFill>
              <a:latin typeface="Arial" panose="020B0604020202020204" pitchFamily="34" charset="0"/>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60">
                                            <p:txEl>
                                              <p:pRg st="0" end="0"/>
                                            </p:txEl>
                                          </p:spTgt>
                                        </p:tgtEl>
                                        <p:attrNameLst>
                                          <p:attrName>style.visibility</p:attrName>
                                        </p:attrNameLst>
                                      </p:cBhvr>
                                      <p:to>
                                        <p:strVal val="visible"/>
                                      </p:to>
                                    </p:set>
                                    <p:anim calcmode="lin" valueType="num">
                                      <p:cBhvr additive="base">
                                        <p:cTn id="19" dur="500" fill="hold"/>
                                        <p:tgtEl>
                                          <p:spTgt spid="1946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0">
                                            <p:txEl>
                                              <p:pRg st="1" end="1"/>
                                            </p:txEl>
                                          </p:spTgt>
                                        </p:tgtEl>
                                        <p:attrNameLst>
                                          <p:attrName>style.visibility</p:attrName>
                                        </p:attrNameLst>
                                      </p:cBhvr>
                                      <p:to>
                                        <p:strVal val="visible"/>
                                      </p:to>
                                    </p:set>
                                    <p:anim calcmode="lin" valueType="num">
                                      <p:cBhvr additive="base">
                                        <p:cTn id="25" dur="500" fill="hold"/>
                                        <p:tgtEl>
                                          <p:spTgt spid="19460">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6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1" name="Rectangle 1026"/>
          <p:cNvSpPr>
            <a:spLocks noGrp="1" noChangeArrowheads="1"/>
          </p:cNvSpPr>
          <p:nvPr>
            <p:ph type="title"/>
          </p:nvPr>
        </p:nvSpPr>
        <p:spPr/>
        <p:txBody>
          <a:bodyPr/>
          <a:lstStyle/>
          <a:p>
            <a:pPr algn="ctr"/>
            <a:r>
              <a:rPr lang="en-US" altLang="zh-CN">
                <a:ea typeface="SimSun" panose="02010600030101010101" pitchFamily="2" charset="-122"/>
              </a:rPr>
              <a:t>Discrete Hopfield Network as an Associative Memory </a:t>
            </a:r>
          </a:p>
        </p:txBody>
      </p:sp>
      <p:sp>
        <p:nvSpPr>
          <p:cNvPr id="309252" name="Rectangle 1027"/>
          <p:cNvSpPr>
            <a:spLocks noGrp="1" noChangeArrowheads="1"/>
          </p:cNvSpPr>
          <p:nvPr>
            <p:ph type="body" idx="1"/>
          </p:nvPr>
        </p:nvSpPr>
        <p:spPr/>
        <p:txBody>
          <a:bodyPr/>
          <a:lstStyle/>
          <a:p>
            <a:pPr>
              <a:buSzPct val="55000"/>
              <a:buFontTx/>
              <a:buChar char="•"/>
            </a:pPr>
            <a:r>
              <a:rPr lang="en-US" altLang="zh-CN">
                <a:ea typeface="SimSun" panose="02010600030101010101" pitchFamily="2" charset="-122"/>
              </a:rPr>
              <a:t>Storage: Outer product weight matrix</a:t>
            </a:r>
          </a:p>
          <a:p>
            <a:pPr>
              <a:buSzPct val="55000"/>
              <a:buFont typeface="Monotype Sorts" pitchFamily="2" charset="2"/>
              <a:buChar char="l"/>
            </a:pPr>
            <a:endParaRPr lang="en-US" altLang="zh-CN">
              <a:ea typeface="SimSun" panose="02010600030101010101" pitchFamily="2" charset="-122"/>
            </a:endParaRPr>
          </a:p>
          <a:p>
            <a:pPr>
              <a:buSzPct val="55000"/>
              <a:buFont typeface="Monotype Sorts" pitchFamily="2" charset="2"/>
              <a:buChar char="l"/>
            </a:pPr>
            <a:endParaRPr lang="en-US" altLang="zh-CN">
              <a:ea typeface="SimSun" panose="02010600030101010101" pitchFamily="2" charset="-122"/>
            </a:endParaRPr>
          </a:p>
          <a:p>
            <a:pPr>
              <a:buSzPct val="55000"/>
              <a:buFontTx/>
              <a:buChar char="•"/>
            </a:pPr>
            <a:r>
              <a:rPr lang="en-US" altLang="zh-CN">
                <a:ea typeface="SimSun" panose="02010600030101010101" pitchFamily="2" charset="-122"/>
              </a:rPr>
              <a:t>Retrieval (recall): </a:t>
            </a:r>
          </a:p>
        </p:txBody>
      </p:sp>
      <p:graphicFrame>
        <p:nvGraphicFramePr>
          <p:cNvPr id="309253" name="Object 1028"/>
          <p:cNvGraphicFramePr>
            <a:graphicFrameLocks noChangeAspect="1"/>
          </p:cNvGraphicFramePr>
          <p:nvPr/>
        </p:nvGraphicFramePr>
        <p:xfrm>
          <a:off x="990600" y="2389188"/>
          <a:ext cx="7694613" cy="1039812"/>
        </p:xfrm>
        <a:graphic>
          <a:graphicData uri="http://schemas.openxmlformats.org/presentationml/2006/ole">
            <mc:AlternateContent xmlns:mc="http://schemas.openxmlformats.org/markup-compatibility/2006">
              <mc:Choice xmlns:v="urn:schemas-microsoft-com:vml" Requires="v">
                <p:oleObj name="Equation" r:id="rId3" imgW="3276600" imgH="444500" progId="Equation.3">
                  <p:embed/>
                </p:oleObj>
              </mc:Choice>
              <mc:Fallback>
                <p:oleObj name="Equation" r:id="rId3" imgW="3276600" imgH="444500" progId="Equation.3">
                  <p:embed/>
                  <p:pic>
                    <p:nvPicPr>
                      <p:cNvPr id="309253"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389188"/>
                        <a:ext cx="7694613" cy="103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9254" name="Object 1029"/>
          <p:cNvGraphicFramePr>
            <a:graphicFrameLocks noChangeAspect="1"/>
          </p:cNvGraphicFramePr>
          <p:nvPr/>
        </p:nvGraphicFramePr>
        <p:xfrm>
          <a:off x="1601788" y="4038600"/>
          <a:ext cx="5915025" cy="2008188"/>
        </p:xfrm>
        <a:graphic>
          <a:graphicData uri="http://schemas.openxmlformats.org/presentationml/2006/ole">
            <mc:AlternateContent xmlns:mc="http://schemas.openxmlformats.org/markup-compatibility/2006">
              <mc:Choice xmlns:v="urn:schemas-microsoft-com:vml" Requires="v">
                <p:oleObj name="Equation" r:id="rId5" imgW="2692400" imgH="914400" progId="Equation.3">
                  <p:embed/>
                </p:oleObj>
              </mc:Choice>
              <mc:Fallback>
                <p:oleObj name="Equation" r:id="rId5" imgW="2692400" imgH="914400" progId="Equation.3">
                  <p:embed/>
                  <p:pic>
                    <p:nvPicPr>
                      <p:cNvPr id="309254" name="Object 10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1788" y="4038600"/>
                        <a:ext cx="5915025" cy="200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925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0AE5072-4099-4E06-BBBB-A8B2E341ACC2}" type="slidenum">
              <a:rPr lang="zh-CN" altLang="en-US" sz="1400" smtClean="0">
                <a:solidFill>
                  <a:schemeClr val="bg2"/>
                </a:solidFill>
                <a:latin typeface="Arial" panose="020B0604020202020204" pitchFamily="34" charset="0"/>
              </a:rPr>
              <a:pPr>
                <a:spcBef>
                  <a:spcPct val="50000"/>
                </a:spcBef>
                <a:buClrTx/>
                <a:buSzTx/>
                <a:buFontTx/>
                <a:buNone/>
              </a:pPr>
              <a:t>221</a:t>
            </a:fld>
            <a:endParaRPr lang="en-US" altLang="zh-CN" sz="1400" dirty="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F6B2601-2BC7-2777-97A2-BCFC1C18549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2"/>
          <p:cNvSpPr>
            <a:spLocks noGrp="1" noChangeArrowheads="1"/>
          </p:cNvSpPr>
          <p:nvPr>
            <p:ph type="title"/>
          </p:nvPr>
        </p:nvSpPr>
        <p:spPr/>
        <p:txBody>
          <a:bodyPr/>
          <a:lstStyle/>
          <a:p>
            <a:pPr algn="ctr"/>
            <a:r>
              <a:rPr lang="en-US" altLang="zh-CN">
                <a:ea typeface="SimSun" panose="02010600030101010101" pitchFamily="2" charset="-122"/>
              </a:rPr>
              <a:t>Discrete Hopfield Network as an Associative Memory</a:t>
            </a:r>
          </a:p>
        </p:txBody>
      </p:sp>
      <p:sp>
        <p:nvSpPr>
          <p:cNvPr id="311300" name="Rectangle 3"/>
          <p:cNvSpPr>
            <a:spLocks noGrp="1" noChangeArrowheads="1"/>
          </p:cNvSpPr>
          <p:nvPr>
            <p:ph type="body" idx="1"/>
          </p:nvPr>
        </p:nvSpPr>
        <p:spPr/>
        <p:txBody>
          <a:bodyPr/>
          <a:lstStyle/>
          <a:p>
            <a:pPr>
              <a:buSzPct val="55000"/>
              <a:buFont typeface="Monotype Sorts" pitchFamily="2" charset="2"/>
              <a:buChar char="l"/>
            </a:pPr>
            <a:r>
              <a:rPr lang="en-US" altLang="zh-CN">
                <a:ea typeface="SimSun" panose="02010600030101010101" pitchFamily="2" charset="-122"/>
              </a:rPr>
              <a:t>If </a:t>
            </a:r>
            <a:r>
              <a:rPr lang="en-US" altLang="zh-CN" i="1">
                <a:ea typeface="SimSun" panose="02010600030101010101" pitchFamily="2" charset="-122"/>
              </a:rPr>
              <a:t>s</a:t>
            </a:r>
            <a:r>
              <a:rPr lang="en-US" altLang="zh-CN" baseline="30000">
                <a:ea typeface="SimSun" panose="02010600030101010101" pitchFamily="2" charset="-122"/>
              </a:rPr>
              <a:t>p  </a:t>
            </a:r>
            <a:r>
              <a:rPr lang="en-US" altLang="zh-CN">
                <a:ea typeface="SimSun" panose="02010600030101010101" pitchFamily="2" charset="-122"/>
              </a:rPr>
              <a:t>is orthonormal; i.e.,</a:t>
            </a:r>
          </a:p>
          <a:p>
            <a:pPr>
              <a:buSzPct val="55000"/>
              <a:buFont typeface="Monotype Sorts" pitchFamily="2" charset="2"/>
              <a:buNone/>
            </a:pPr>
            <a:r>
              <a:rPr lang="en-US" altLang="zh-CN">
                <a:ea typeface="SimSun" panose="02010600030101010101" pitchFamily="2" charset="-122"/>
              </a:rPr>
              <a:t>then the second term in recall formula (cross-talk or noise) is zero.</a:t>
            </a:r>
          </a:p>
          <a:p>
            <a:pPr>
              <a:buSzPct val="55000"/>
              <a:buFont typeface="Monotype Sorts" pitchFamily="2" charset="2"/>
              <a:buChar char="l"/>
            </a:pPr>
            <a:r>
              <a:rPr lang="en-US" altLang="zh-CN">
                <a:ea typeface="SimSun" panose="02010600030101010101" pitchFamily="2" charset="-122"/>
              </a:rPr>
              <a:t>If                                             , then </a:t>
            </a:r>
            <a:r>
              <a:rPr lang="en-US" altLang="zh-CN" i="1">
                <a:ea typeface="SimSun" panose="02010600030101010101" pitchFamily="2" charset="-122"/>
              </a:rPr>
              <a:t>v</a:t>
            </a:r>
            <a:r>
              <a:rPr lang="en-US" altLang="zh-CN">
                <a:ea typeface="SimSun" panose="02010600030101010101" pitchFamily="2" charset="-122"/>
              </a:rPr>
              <a:t>(1)= </a:t>
            </a:r>
            <a:r>
              <a:rPr lang="en-US" altLang="zh-CN" i="1">
                <a:ea typeface="SimSun" panose="02010600030101010101" pitchFamily="2" charset="-122"/>
              </a:rPr>
              <a:t>s</a:t>
            </a:r>
            <a:r>
              <a:rPr lang="en-US" altLang="zh-CN" baseline="30000">
                <a:ea typeface="SimSun" panose="02010600030101010101" pitchFamily="2" charset="-122"/>
              </a:rPr>
              <a:t>q</a:t>
            </a:r>
            <a:endParaRPr lang="en-US" altLang="zh-CN">
              <a:ea typeface="SimSun" panose="02010600030101010101" pitchFamily="2" charset="-122"/>
            </a:endParaRPr>
          </a:p>
          <a:p>
            <a:pPr>
              <a:buSzPct val="55000"/>
              <a:buFont typeface="Monotype Sorts" pitchFamily="2" charset="2"/>
              <a:buChar char="l"/>
            </a:pPr>
            <a:r>
              <a:rPr lang="en-US" altLang="zh-CN">
                <a:ea typeface="SimSun" panose="02010600030101010101" pitchFamily="2" charset="-122"/>
              </a:rPr>
              <a:t>If </a:t>
            </a:r>
            <a:r>
              <a:rPr lang="en-US" altLang="zh-CN" i="1">
                <a:ea typeface="SimSun" panose="02010600030101010101" pitchFamily="2" charset="-122"/>
              </a:rPr>
              <a:t>s</a:t>
            </a:r>
            <a:r>
              <a:rPr lang="en-US" altLang="zh-CN" baseline="30000">
                <a:ea typeface="SimSun" panose="02010600030101010101" pitchFamily="2" charset="-122"/>
              </a:rPr>
              <a:t>p  </a:t>
            </a:r>
            <a:r>
              <a:rPr lang="en-US" altLang="zh-CN">
                <a:ea typeface="SimSun" panose="02010600030101010101" pitchFamily="2" charset="-122"/>
              </a:rPr>
              <a:t>is not orthonormal, for a small variation of probe patterns, the Hopfield network can still recall the correct patterns.</a:t>
            </a:r>
          </a:p>
        </p:txBody>
      </p:sp>
      <p:graphicFrame>
        <p:nvGraphicFramePr>
          <p:cNvPr id="311301" name="Object 4"/>
          <p:cNvGraphicFramePr>
            <a:graphicFrameLocks noChangeAspect="1"/>
          </p:cNvGraphicFramePr>
          <p:nvPr/>
        </p:nvGraphicFramePr>
        <p:xfrm>
          <a:off x="5410200" y="1752600"/>
          <a:ext cx="3300413" cy="690563"/>
        </p:xfrm>
        <a:graphic>
          <a:graphicData uri="http://schemas.openxmlformats.org/presentationml/2006/ole">
            <mc:AlternateContent xmlns:mc="http://schemas.openxmlformats.org/markup-compatibility/2006">
              <mc:Choice xmlns:v="urn:schemas-microsoft-com:vml" Requires="v">
                <p:oleObj name="Equation" r:id="rId3" imgW="1244600" imgH="228600" progId="Equation.3">
                  <p:embed/>
                </p:oleObj>
              </mc:Choice>
              <mc:Fallback>
                <p:oleObj name="Equation" r:id="rId3" imgW="1244600" imgH="228600" progId="Equation.3">
                  <p:embed/>
                  <p:pic>
                    <p:nvPicPr>
                      <p:cNvPr id="31130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1752600"/>
                        <a:ext cx="3300413"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1302" name="Object 5"/>
          <p:cNvGraphicFramePr>
            <a:graphicFrameLocks noChangeAspect="1"/>
          </p:cNvGraphicFramePr>
          <p:nvPr/>
        </p:nvGraphicFramePr>
        <p:xfrm>
          <a:off x="1905000" y="3352800"/>
          <a:ext cx="4267200" cy="838200"/>
        </p:xfrm>
        <a:graphic>
          <a:graphicData uri="http://schemas.openxmlformats.org/presentationml/2006/ole">
            <mc:AlternateContent xmlns:mc="http://schemas.openxmlformats.org/markup-compatibility/2006">
              <mc:Choice xmlns:v="urn:schemas-microsoft-com:vml" Requires="v">
                <p:oleObj name="Equation" r:id="rId5" imgW="1447800" imgH="228600" progId="Equation.3">
                  <p:embed/>
                </p:oleObj>
              </mc:Choice>
              <mc:Fallback>
                <p:oleObj name="Equation" r:id="rId5" imgW="1447800" imgH="228600" progId="Equation.3">
                  <p:embed/>
                  <p:pic>
                    <p:nvPicPr>
                      <p:cNvPr id="311302"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352800"/>
                        <a:ext cx="4267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130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0F1FC17-32D7-4B1E-AAF0-EC95985CF557}" type="slidenum">
              <a:rPr lang="zh-CN" altLang="en-US" sz="1400" smtClean="0">
                <a:solidFill>
                  <a:schemeClr val="bg2"/>
                </a:solidFill>
                <a:latin typeface="Arial" panose="020B0604020202020204" pitchFamily="34" charset="0"/>
              </a:rPr>
              <a:pPr>
                <a:spcBef>
                  <a:spcPct val="50000"/>
                </a:spcBef>
                <a:buClrTx/>
                <a:buSzTx/>
                <a:buFontTx/>
                <a:buNone/>
              </a:pPr>
              <a:t>222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57BAFBA-D0ED-F2A9-BF89-0129FDE5605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AutoShape 2"/>
          <p:cNvSpPr>
            <a:spLocks noGrp="1" noChangeArrowheads="1"/>
          </p:cNvSpPr>
          <p:nvPr>
            <p:ph type="title"/>
          </p:nvPr>
        </p:nvSpPr>
        <p:spPr/>
        <p:txBody>
          <a:bodyPr/>
          <a:lstStyle/>
          <a:p>
            <a:pPr algn="ctr"/>
            <a:r>
              <a:rPr lang="en-US" altLang="zh-TW" sz="4800">
                <a:ea typeface="PMingLiU" panose="02020500000000000000" pitchFamily="18" charset="-120"/>
              </a:rPr>
              <a:t>Illustrative Example</a:t>
            </a:r>
          </a:p>
        </p:txBody>
      </p:sp>
      <p:grpSp>
        <p:nvGrpSpPr>
          <p:cNvPr id="313347" name="Group 3"/>
          <p:cNvGrpSpPr>
            <a:grpSpLocks/>
          </p:cNvGrpSpPr>
          <p:nvPr/>
        </p:nvGrpSpPr>
        <p:grpSpPr bwMode="auto">
          <a:xfrm>
            <a:off x="1143000" y="2514600"/>
            <a:ext cx="3490913" cy="3843338"/>
            <a:chOff x="720" y="1712"/>
            <a:chExt cx="2199" cy="2421"/>
          </a:xfrm>
        </p:grpSpPr>
        <p:graphicFrame>
          <p:nvGraphicFramePr>
            <p:cNvPr id="313352" name="Object 3"/>
            <p:cNvGraphicFramePr>
              <a:graphicFrameLocks noChangeAspect="1"/>
            </p:cNvGraphicFramePr>
            <p:nvPr/>
          </p:nvGraphicFramePr>
          <p:xfrm>
            <a:off x="720" y="1712"/>
            <a:ext cx="2199" cy="1513"/>
          </p:xfrm>
          <a:graphic>
            <a:graphicData uri="http://schemas.openxmlformats.org/presentationml/2006/ole">
              <mc:AlternateContent xmlns:mc="http://schemas.openxmlformats.org/markup-compatibility/2006">
                <mc:Choice xmlns:v="urn:schemas-microsoft-com:vml" Requires="v">
                  <p:oleObj name="點陣圖影像" r:id="rId2" imgW="2657846" imgH="1828571" progId="Paint.Picture">
                    <p:embed/>
                  </p:oleObj>
                </mc:Choice>
                <mc:Fallback>
                  <p:oleObj name="點陣圖影像" r:id="rId2" imgW="2657846" imgH="1828571" progId="Paint.Picture">
                    <p:embed/>
                    <p:pic>
                      <p:nvPicPr>
                        <p:cNvPr id="31335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1712"/>
                          <a:ext cx="2199" cy="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2341" name="Text Box 5"/>
            <p:cNvSpPr txBox="1">
              <a:spLocks noChangeArrowheads="1"/>
            </p:cNvSpPr>
            <p:nvPr/>
          </p:nvSpPr>
          <p:spPr bwMode="auto">
            <a:xfrm>
              <a:off x="1128" y="3461"/>
              <a:ext cx="1144" cy="672"/>
            </a:xfrm>
            <a:prstGeom prst="rect">
              <a:avLst/>
            </a:prstGeom>
            <a:noFill/>
            <a:ln w="9525">
              <a:noFill/>
              <a:miter lim="800000"/>
              <a:headEnd/>
              <a:tailEnd/>
            </a:ln>
            <a:effectLst/>
          </p:spPr>
          <p:txBody>
            <a:bodyPr wrap="none">
              <a:spAutoFit/>
            </a:bodyPr>
            <a:lstStyle/>
            <a:p>
              <a:pPr algn="ctr">
                <a:defRPr/>
              </a:pPr>
              <a:r>
                <a:rPr lang="en-US" altLang="zh-TW" sz="3200">
                  <a:solidFill>
                    <a:schemeClr val="tx2">
                      <a:lumMod val="75000"/>
                    </a:schemeClr>
                  </a:solidFill>
                  <a:latin typeface="Comic Sans MS" pitchFamily="66" charset="0"/>
                </a:rPr>
                <a:t>Stored</a:t>
              </a:r>
            </a:p>
            <a:p>
              <a:pPr algn="ctr">
                <a:defRPr/>
              </a:pPr>
              <a:r>
                <a:rPr lang="en-US" altLang="zh-TW" sz="3200">
                  <a:solidFill>
                    <a:schemeClr val="tx2">
                      <a:lumMod val="75000"/>
                    </a:schemeClr>
                  </a:solidFill>
                  <a:latin typeface="Comic Sans MS" pitchFamily="66" charset="0"/>
                </a:rPr>
                <a:t>Patterns</a:t>
              </a:r>
            </a:p>
          </p:txBody>
        </p:sp>
      </p:grpSp>
      <p:graphicFrame>
        <p:nvGraphicFramePr>
          <p:cNvPr id="142343" name="Object 2"/>
          <p:cNvGraphicFramePr>
            <a:graphicFrameLocks noChangeAspect="1"/>
          </p:cNvGraphicFramePr>
          <p:nvPr/>
        </p:nvGraphicFramePr>
        <p:xfrm>
          <a:off x="5102225" y="2514600"/>
          <a:ext cx="3495675" cy="2413000"/>
        </p:xfrm>
        <a:graphic>
          <a:graphicData uri="http://schemas.openxmlformats.org/presentationml/2006/ole">
            <mc:AlternateContent xmlns:mc="http://schemas.openxmlformats.org/markup-compatibility/2006">
              <mc:Choice xmlns:v="urn:schemas-microsoft-com:vml" Requires="v">
                <p:oleObj name="點陣圖影像" r:id="rId4" imgW="2553056" imgH="1762371" progId="Paint.Picture">
                  <p:embed/>
                </p:oleObj>
              </mc:Choice>
              <mc:Fallback>
                <p:oleObj name="點陣圖影像" r:id="rId4" imgW="2553056" imgH="1762371" progId="Paint.Picture">
                  <p:embed/>
                  <p:pic>
                    <p:nvPicPr>
                      <p:cNvPr id="14234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2225" y="2514600"/>
                        <a:ext cx="3495675" cy="24130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2344" name="Text Box 8"/>
          <p:cNvSpPr txBox="1">
            <a:spLocks noChangeArrowheads="1"/>
          </p:cNvSpPr>
          <p:nvPr/>
        </p:nvSpPr>
        <p:spPr bwMode="auto">
          <a:xfrm>
            <a:off x="5991225" y="5313363"/>
            <a:ext cx="1716088" cy="1077912"/>
          </a:xfrm>
          <a:prstGeom prst="rect">
            <a:avLst/>
          </a:prstGeom>
          <a:noFill/>
          <a:ln w="9525">
            <a:noFill/>
            <a:miter lim="800000"/>
            <a:headEnd/>
            <a:tailEnd/>
          </a:ln>
          <a:effectLst/>
        </p:spPr>
        <p:txBody>
          <a:bodyPr wrap="none">
            <a:spAutoFit/>
          </a:bodyPr>
          <a:lstStyle/>
          <a:p>
            <a:pPr algn="ctr">
              <a:defRPr/>
            </a:pPr>
            <a:r>
              <a:rPr lang="en-US" altLang="zh-TW" sz="3200">
                <a:solidFill>
                  <a:schemeClr val="tx2">
                    <a:lumMod val="75000"/>
                  </a:schemeClr>
                </a:solidFill>
                <a:latin typeface="Comic Sans MS" pitchFamily="66" charset="0"/>
              </a:rPr>
              <a:t>Memory</a:t>
            </a:r>
          </a:p>
          <a:p>
            <a:pPr algn="ctr">
              <a:defRPr/>
            </a:pPr>
            <a:r>
              <a:rPr lang="en-US" altLang="zh-TW" sz="3200">
                <a:solidFill>
                  <a:schemeClr val="tx2">
                    <a:lumMod val="75000"/>
                  </a:schemeClr>
                </a:solidFill>
                <a:latin typeface="Comic Sans MS" pitchFamily="66" charset="0"/>
              </a:rPr>
              <a:t>Recall</a:t>
            </a:r>
          </a:p>
        </p:txBody>
      </p:sp>
      <p:sp>
        <p:nvSpPr>
          <p:cNvPr id="31335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0A1058F-5145-43B4-B8D5-9AAAD4F7D86A}" type="slidenum">
              <a:rPr lang="zh-CN" altLang="en-US" sz="1400" smtClean="0">
                <a:solidFill>
                  <a:schemeClr val="bg2"/>
                </a:solidFill>
                <a:latin typeface="Arial" panose="020B0604020202020204" pitchFamily="34" charset="0"/>
              </a:rPr>
              <a:pPr>
                <a:spcBef>
                  <a:spcPct val="50000"/>
                </a:spcBef>
                <a:buClrTx/>
                <a:buSzTx/>
                <a:buFontTx/>
                <a:buNone/>
              </a:pPr>
              <a:t>223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3F1554C-43E3-8F53-F503-D55596B7AE4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142343"/>
                                        </p:tgtEl>
                                        <p:attrNameLst>
                                          <p:attrName>style.visibility</p:attrName>
                                        </p:attrNameLst>
                                      </p:cBhvr>
                                      <p:to>
                                        <p:strVal val="visible"/>
                                      </p:to>
                                    </p:set>
                                    <p:animEffect transition="in" filter="dissolve">
                                      <p:cBhvr>
                                        <p:cTn id="7" dur="500"/>
                                        <p:tgtEl>
                                          <p:spTgt spid="142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标题 1"/>
          <p:cNvSpPr>
            <a:spLocks noGrp="1"/>
          </p:cNvSpPr>
          <p:nvPr>
            <p:ph type="title"/>
          </p:nvPr>
        </p:nvSpPr>
        <p:spPr>
          <a:xfrm>
            <a:off x="1066800" y="457200"/>
            <a:ext cx="7772400" cy="1143000"/>
          </a:xfrm>
        </p:spPr>
        <p:txBody>
          <a:bodyPr/>
          <a:lstStyle/>
          <a:p>
            <a:pPr algn="ctr"/>
            <a:r>
              <a:rPr lang="en-US" altLang="en-US"/>
              <a:t>Limitations</a:t>
            </a:r>
          </a:p>
        </p:txBody>
      </p:sp>
      <p:sp>
        <p:nvSpPr>
          <p:cNvPr id="314371" name="内容占位符 2"/>
          <p:cNvSpPr>
            <a:spLocks noGrp="1"/>
          </p:cNvSpPr>
          <p:nvPr>
            <p:ph idx="1"/>
          </p:nvPr>
        </p:nvSpPr>
        <p:spPr>
          <a:xfrm>
            <a:off x="990600" y="2057400"/>
            <a:ext cx="7772400" cy="3886200"/>
          </a:xfrm>
        </p:spPr>
        <p:txBody>
          <a:bodyPr/>
          <a:lstStyle/>
          <a:p>
            <a:pPr marL="342900" lvl="1" indent="-342900">
              <a:buSzPct val="90000"/>
              <a:buFont typeface="Monotype Sorts" pitchFamily="2" charset="2"/>
              <a:buChar char="4"/>
            </a:pPr>
            <a:r>
              <a:rPr lang="en-US" altLang="en-US"/>
              <a:t>Very limited capacity:            , where </a:t>
            </a:r>
            <a:r>
              <a:rPr lang="en-US" altLang="en-US" i="1">
                <a:solidFill>
                  <a:schemeClr val="accent2"/>
                </a:solidFill>
              </a:rPr>
              <a:t>n</a:t>
            </a:r>
            <a:r>
              <a:rPr lang="en-US" altLang="en-US"/>
              <a:t> is the memory length</a:t>
            </a:r>
          </a:p>
          <a:p>
            <a:pPr marL="342900" lvl="1" indent="-342900">
              <a:buSzPct val="90000"/>
              <a:buFont typeface="Monotype Sorts" pitchFamily="2" charset="2"/>
              <a:buChar char="4"/>
            </a:pPr>
            <a:r>
              <a:rPr lang="en-US" altLang="en-US"/>
              <a:t>Many spurious states; e.g., </a:t>
            </a:r>
          </a:p>
          <a:p>
            <a:endParaRPr lang="en-US" altLang="en-US"/>
          </a:p>
        </p:txBody>
      </p:sp>
      <p:graphicFrame>
        <p:nvGraphicFramePr>
          <p:cNvPr id="314373" name="Object 3"/>
          <p:cNvGraphicFramePr>
            <a:graphicFrameLocks noChangeAspect="1"/>
          </p:cNvGraphicFramePr>
          <p:nvPr/>
        </p:nvGraphicFramePr>
        <p:xfrm>
          <a:off x="4794250" y="1981200"/>
          <a:ext cx="768350" cy="704850"/>
        </p:xfrm>
        <a:graphic>
          <a:graphicData uri="http://schemas.openxmlformats.org/presentationml/2006/ole">
            <mc:AlternateContent xmlns:mc="http://schemas.openxmlformats.org/markup-compatibility/2006">
              <mc:Choice xmlns:v="urn:schemas-microsoft-com:vml" Requires="v">
                <p:oleObj name="Equation" r:id="rId2" imgW="457200" imgH="419100" progId="Equation.3">
                  <p:embed/>
                </p:oleObj>
              </mc:Choice>
              <mc:Fallback>
                <p:oleObj name="Equation" r:id="rId2" imgW="457200" imgH="419100" progId="Equation.3">
                  <p:embed/>
                  <p:pic>
                    <p:nvPicPr>
                      <p:cNvPr id="31437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250" y="1981200"/>
                        <a:ext cx="7683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4374" name="Object 1"/>
          <p:cNvGraphicFramePr>
            <a:graphicFrameLocks noChangeAspect="1"/>
          </p:cNvGraphicFramePr>
          <p:nvPr/>
        </p:nvGraphicFramePr>
        <p:xfrm>
          <a:off x="5486400" y="2895600"/>
          <a:ext cx="741363" cy="614363"/>
        </p:xfrm>
        <a:graphic>
          <a:graphicData uri="http://schemas.openxmlformats.org/presentationml/2006/ole">
            <mc:AlternateContent xmlns:mc="http://schemas.openxmlformats.org/markup-compatibility/2006">
              <mc:Choice xmlns:v="urn:schemas-microsoft-com:vml" Requires="v">
                <p:oleObj name="Equation" r:id="rId4" imgW="279279" imgH="203112" progId="Equation.3">
                  <p:embed/>
                </p:oleObj>
              </mc:Choice>
              <mc:Fallback>
                <p:oleObj name="Equation" r:id="rId4" imgW="279279" imgH="203112" progId="Equation.3">
                  <p:embed/>
                  <p:pic>
                    <p:nvPicPr>
                      <p:cNvPr id="314374"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2895600"/>
                        <a:ext cx="741363"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437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ECEC427-7FE7-4385-8C2D-24D9BB64304C}" type="slidenum">
              <a:rPr lang="zh-CN" altLang="en-US" sz="1400" smtClean="0">
                <a:solidFill>
                  <a:schemeClr val="bg2"/>
                </a:solidFill>
                <a:latin typeface="Arial" panose="020B0604020202020204" pitchFamily="34" charset="0"/>
              </a:rPr>
              <a:pPr>
                <a:spcBef>
                  <a:spcPct val="50000"/>
                </a:spcBef>
                <a:buClrTx/>
                <a:buSzTx/>
                <a:buFontTx/>
                <a:buNone/>
              </a:pPr>
              <a:t>224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CD4D09B-BE4A-B102-2E32-EF99E19172D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Rectangle 2"/>
          <p:cNvSpPr>
            <a:spLocks noGrp="1" noChangeArrowheads="1"/>
          </p:cNvSpPr>
          <p:nvPr>
            <p:ph type="title"/>
          </p:nvPr>
        </p:nvSpPr>
        <p:spPr/>
        <p:txBody>
          <a:bodyPr/>
          <a:lstStyle/>
          <a:p>
            <a:pPr algn="ctr"/>
            <a:r>
              <a:rPr lang="en-US" altLang="zh-CN">
                <a:ea typeface="SimSun" panose="02010600030101010101" pitchFamily="2" charset="-122"/>
              </a:rPr>
              <a:t>Discrete Hopfield Network as an Optimization Model</a:t>
            </a:r>
          </a:p>
        </p:txBody>
      </p:sp>
      <p:sp>
        <p:nvSpPr>
          <p:cNvPr id="315396" name="Rectangle 3"/>
          <p:cNvSpPr>
            <a:spLocks noGrp="1" noChangeArrowheads="1"/>
          </p:cNvSpPr>
          <p:nvPr>
            <p:ph type="body" idx="1"/>
          </p:nvPr>
        </p:nvSpPr>
        <p:spPr>
          <a:xfrm>
            <a:off x="990600" y="1828800"/>
            <a:ext cx="8153400" cy="4114800"/>
          </a:xfrm>
        </p:spPr>
        <p:txBody>
          <a:bodyPr/>
          <a:lstStyle/>
          <a:p>
            <a:pPr>
              <a:spcBef>
                <a:spcPct val="0"/>
              </a:spcBef>
              <a:buSzPct val="55000"/>
              <a:buFont typeface="Monotype Sorts" pitchFamily="2" charset="2"/>
              <a:buChar char="l"/>
            </a:pPr>
            <a:r>
              <a:rPr lang="en-US" altLang="zh-CN">
                <a:ea typeface="SimSun" panose="02010600030101010101" pitchFamily="2" charset="-122"/>
              </a:rPr>
              <a:t>Formulate the energy function according to the objective function and constraints of a given optimization problem.</a:t>
            </a:r>
          </a:p>
          <a:p>
            <a:pPr>
              <a:spcBef>
                <a:spcPct val="0"/>
              </a:spcBef>
              <a:buSzPct val="55000"/>
              <a:buFont typeface="Monotype Sorts" pitchFamily="2" charset="2"/>
              <a:buChar char="l"/>
            </a:pPr>
            <a:endParaRPr lang="en-US" altLang="zh-CN">
              <a:ea typeface="SimSun" panose="02010600030101010101" pitchFamily="2" charset="-122"/>
            </a:endParaRPr>
          </a:p>
          <a:p>
            <a:pPr>
              <a:spcBef>
                <a:spcPct val="0"/>
              </a:spcBef>
              <a:buSzPct val="55000"/>
              <a:buFont typeface="Monotype Sorts" pitchFamily="2" charset="2"/>
              <a:buChar char="l"/>
            </a:pPr>
            <a:endParaRPr lang="en-US" altLang="zh-CN">
              <a:ea typeface="SimSun" panose="02010600030101010101" pitchFamily="2" charset="-122"/>
            </a:endParaRPr>
          </a:p>
          <a:p>
            <a:pPr>
              <a:spcBef>
                <a:spcPct val="0"/>
              </a:spcBef>
              <a:buSzPct val="55000"/>
              <a:buFont typeface="Monotype Sorts" pitchFamily="2" charset="2"/>
              <a:buChar char="l"/>
            </a:pPr>
            <a:r>
              <a:rPr lang="en-US" altLang="zh-CN">
                <a:ea typeface="SimSun" panose="02010600030101010101" pitchFamily="2" charset="-122"/>
              </a:rPr>
              <a:t>Form a Hopfield network, then update the states asynchronously until convergence. </a:t>
            </a:r>
          </a:p>
          <a:p>
            <a:pPr>
              <a:spcBef>
                <a:spcPct val="0"/>
              </a:spcBef>
              <a:buSzPct val="55000"/>
              <a:buFont typeface="Monotype Sorts" pitchFamily="2" charset="2"/>
              <a:buChar char="l"/>
            </a:pPr>
            <a:r>
              <a:rPr lang="en-US" altLang="zh-CN">
                <a:ea typeface="SimSun" panose="02010600030101010101" pitchFamily="2" charset="-122"/>
              </a:rPr>
              <a:t>Shortcoming: slow convergence due to asychrony.</a:t>
            </a:r>
          </a:p>
        </p:txBody>
      </p:sp>
      <p:graphicFrame>
        <p:nvGraphicFramePr>
          <p:cNvPr id="315397" name="Object 4"/>
          <p:cNvGraphicFramePr>
            <a:graphicFrameLocks noChangeAspect="1"/>
          </p:cNvGraphicFramePr>
          <p:nvPr/>
        </p:nvGraphicFramePr>
        <p:xfrm>
          <a:off x="2286000" y="3429000"/>
          <a:ext cx="4953000" cy="952500"/>
        </p:xfrm>
        <a:graphic>
          <a:graphicData uri="http://schemas.openxmlformats.org/presentationml/2006/ole">
            <mc:AlternateContent xmlns:mc="http://schemas.openxmlformats.org/markup-compatibility/2006">
              <mc:Choice xmlns:v="urn:schemas-microsoft-com:vml" Requires="v">
                <p:oleObj name="Equation" r:id="rId3" imgW="2044700" imgH="393700" progId="Equation.3">
                  <p:embed/>
                </p:oleObj>
              </mc:Choice>
              <mc:Fallback>
                <p:oleObj name="Equation" r:id="rId3" imgW="2044700" imgH="393700" progId="Equation.3">
                  <p:embed/>
                  <p:pic>
                    <p:nvPicPr>
                      <p:cNvPr id="3153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429000"/>
                        <a:ext cx="495300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539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2D898F6-E09B-47C3-8AA8-8168EBD53EE7}" type="slidenum">
              <a:rPr lang="zh-CN" altLang="en-US" sz="1400" smtClean="0">
                <a:solidFill>
                  <a:schemeClr val="bg2"/>
                </a:solidFill>
                <a:latin typeface="Arial" panose="020B0604020202020204" pitchFamily="34" charset="0"/>
              </a:rPr>
              <a:pPr>
                <a:spcBef>
                  <a:spcPct val="50000"/>
                </a:spcBef>
                <a:buClrTx/>
                <a:buSzTx/>
                <a:buFontTx/>
                <a:buNone/>
              </a:pPr>
              <a:t>225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DD488EB-70FE-E62E-B32B-8539B782BE2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2"/>
          <p:cNvSpPr>
            <a:spLocks noGrp="1" noChangeArrowheads="1"/>
          </p:cNvSpPr>
          <p:nvPr>
            <p:ph type="title"/>
          </p:nvPr>
        </p:nvSpPr>
        <p:spPr/>
        <p:txBody>
          <a:bodyPr/>
          <a:lstStyle/>
          <a:p>
            <a:pPr algn="ctr"/>
            <a:r>
              <a:rPr lang="en-US" altLang="zh-CN" sz="4000">
                <a:ea typeface="SimSun" panose="02010600030101010101" pitchFamily="2" charset="-122"/>
              </a:rPr>
              <a:t>Bidirectional Associative Memories (BAM)</a:t>
            </a:r>
          </a:p>
        </p:txBody>
      </p:sp>
      <p:sp>
        <p:nvSpPr>
          <p:cNvPr id="317444" name="Rectangle 3"/>
          <p:cNvSpPr>
            <a:spLocks noGrp="1" noChangeArrowheads="1"/>
          </p:cNvSpPr>
          <p:nvPr>
            <p:ph type="body" idx="1"/>
          </p:nvPr>
        </p:nvSpPr>
        <p:spPr/>
        <p:txBody>
          <a:bodyPr/>
          <a:lstStyle/>
          <a:p>
            <a:r>
              <a:rPr lang="en-US" altLang="zh-CN">
                <a:ea typeface="SimSun" panose="02010600030101010101" pitchFamily="2" charset="-122"/>
              </a:rPr>
              <a:t>Also known as hetero-associative memories and resonance networks.</a:t>
            </a:r>
          </a:p>
          <a:p>
            <a:r>
              <a:rPr lang="en-US" altLang="zh-CN">
                <a:ea typeface="SimSun" panose="02010600030101010101" pitchFamily="2" charset="-122"/>
              </a:rPr>
              <a:t>A  generalization of auto-associative memories.</a:t>
            </a:r>
          </a:p>
          <a:p>
            <a:r>
              <a:rPr lang="en-US" altLang="zh-CN">
                <a:ea typeface="SimSun" panose="02010600030101010101" pitchFamily="2" charset="-122"/>
              </a:rPr>
              <a:t>Proposed by Bart Kosko of University of Southern California in 1988.</a:t>
            </a:r>
          </a:p>
          <a:p>
            <a:r>
              <a:rPr lang="en-US" altLang="zh-CN">
                <a:ea typeface="SimSun" panose="02010600030101010101" pitchFamily="2" charset="-122"/>
              </a:rPr>
              <a:t> Using bipolar signum activation functions.</a:t>
            </a:r>
          </a:p>
        </p:txBody>
      </p:sp>
      <p:sp>
        <p:nvSpPr>
          <p:cNvPr id="31744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F84F271-0728-4206-AA4A-06381552314F}" type="slidenum">
              <a:rPr lang="zh-CN" altLang="en-US" sz="1400" smtClean="0">
                <a:solidFill>
                  <a:schemeClr val="bg2"/>
                </a:solidFill>
                <a:latin typeface="Arial" panose="020B0604020202020204" pitchFamily="34" charset="0"/>
              </a:rPr>
              <a:pPr>
                <a:spcBef>
                  <a:spcPct val="50000"/>
                </a:spcBef>
                <a:buClrTx/>
                <a:buSzTx/>
                <a:buFontTx/>
                <a:buNone/>
              </a:pPr>
              <a:t>226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96DFF31-3333-193D-14E3-92EDB40DD8D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itle 1"/>
          <p:cNvSpPr>
            <a:spLocks noGrp="1"/>
          </p:cNvSpPr>
          <p:nvPr>
            <p:ph type="title"/>
          </p:nvPr>
        </p:nvSpPr>
        <p:spPr/>
        <p:txBody>
          <a:bodyPr/>
          <a:lstStyle/>
          <a:p>
            <a:pPr algn="ctr"/>
            <a:r>
              <a:rPr lang="en-US" altLang="zh-CN">
                <a:ea typeface="SimSun" panose="02010600030101010101" pitchFamily="2" charset="-122"/>
              </a:rPr>
              <a:t>BAM Architecture</a:t>
            </a:r>
          </a:p>
        </p:txBody>
      </p:sp>
      <p:pic>
        <p:nvPicPr>
          <p:cNvPr id="31949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752600"/>
            <a:ext cx="5680075" cy="4352925"/>
          </a:xfrm>
          <a:noFill/>
        </p:spPr>
      </p:pic>
      <p:sp>
        <p:nvSpPr>
          <p:cNvPr id="31949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CA5DC3C-EAF9-4162-9C67-2C960603F455}" type="slidenum">
              <a:rPr lang="zh-CN" altLang="en-US" sz="1400" smtClean="0">
                <a:solidFill>
                  <a:schemeClr val="bg2"/>
                </a:solidFill>
                <a:latin typeface="Arial" panose="020B0604020202020204" pitchFamily="34" charset="0"/>
              </a:rPr>
              <a:pPr>
                <a:spcBef>
                  <a:spcPct val="50000"/>
                </a:spcBef>
                <a:buClrTx/>
                <a:buSzTx/>
                <a:buFontTx/>
                <a:buNone/>
              </a:pPr>
              <a:t>227</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5F5D012E-C1F8-7188-86BC-23576A7E0460}"/>
              </a:ext>
            </a:extLst>
          </p:cNvPr>
          <p:cNvSpPr txBox="1"/>
          <p:nvPr/>
        </p:nvSpPr>
        <p:spPr>
          <a:xfrm>
            <a:off x="2293125" y="6068252"/>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874F32CD-B366-E08A-A27B-CFE0E187D0C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2"/>
          <p:cNvSpPr>
            <a:spLocks noGrp="1" noChangeArrowheads="1"/>
          </p:cNvSpPr>
          <p:nvPr>
            <p:ph type="title"/>
          </p:nvPr>
        </p:nvSpPr>
        <p:spPr/>
        <p:txBody>
          <a:bodyPr/>
          <a:lstStyle/>
          <a:p>
            <a:pPr algn="ctr"/>
            <a:r>
              <a:rPr lang="en-US" altLang="zh-CN" sz="4000">
                <a:ea typeface="SimSun" panose="02010600030101010101" pitchFamily="2" charset="-122"/>
              </a:rPr>
              <a:t>Bidirectional Associative Memories (BAM)</a:t>
            </a:r>
          </a:p>
        </p:txBody>
      </p:sp>
      <p:graphicFrame>
        <p:nvGraphicFramePr>
          <p:cNvPr id="320516" name="Object 4"/>
          <p:cNvGraphicFramePr>
            <a:graphicFrameLocks noChangeAspect="1"/>
          </p:cNvGraphicFramePr>
          <p:nvPr/>
        </p:nvGraphicFramePr>
        <p:xfrm>
          <a:off x="1414463" y="1676400"/>
          <a:ext cx="6238875" cy="4541838"/>
        </p:xfrm>
        <a:graphic>
          <a:graphicData uri="http://schemas.openxmlformats.org/presentationml/2006/ole">
            <mc:AlternateContent xmlns:mc="http://schemas.openxmlformats.org/markup-compatibility/2006">
              <mc:Choice xmlns:v="urn:schemas-microsoft-com:vml" Requires="v">
                <p:oleObj name="Equation" r:id="rId3" imgW="2387600" imgH="2971800" progId="Equation.3">
                  <p:embed/>
                </p:oleObj>
              </mc:Choice>
              <mc:Fallback>
                <p:oleObj name="Equation" r:id="rId3" imgW="2387600" imgH="2971800" progId="Equation.3">
                  <p:embed/>
                  <p:pic>
                    <p:nvPicPr>
                      <p:cNvPr id="32051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4463" y="1676400"/>
                        <a:ext cx="6238875" cy="454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BA5148A-33B0-43BC-969E-52081E7ED533}" type="slidenum">
              <a:rPr lang="zh-CN" altLang="en-US" sz="1400" smtClean="0">
                <a:solidFill>
                  <a:schemeClr val="bg2"/>
                </a:solidFill>
                <a:latin typeface="Arial" panose="020B0604020202020204" pitchFamily="34" charset="0"/>
              </a:rPr>
              <a:pPr>
                <a:spcBef>
                  <a:spcPct val="50000"/>
                </a:spcBef>
                <a:buClrTx/>
                <a:buSzTx/>
                <a:buFontTx/>
                <a:buNone/>
              </a:pPr>
              <a:t>228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67A0CC4-9A34-FF9E-F98F-1765CC8ACD4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3" name="Rectangle 2"/>
          <p:cNvSpPr>
            <a:spLocks noGrp="1" noChangeArrowheads="1"/>
          </p:cNvSpPr>
          <p:nvPr>
            <p:ph type="title"/>
          </p:nvPr>
        </p:nvSpPr>
        <p:spPr/>
        <p:txBody>
          <a:bodyPr/>
          <a:lstStyle/>
          <a:p>
            <a:pPr algn="ctr"/>
            <a:r>
              <a:rPr lang="en-US" altLang="zh-CN" sz="4000">
                <a:ea typeface="SimSun" panose="02010600030101010101" pitchFamily="2" charset="-122"/>
              </a:rPr>
              <a:t>Continuous Hopfield Network</a:t>
            </a:r>
            <a:endParaRPr lang="en-US" altLang="zh-CN">
              <a:ea typeface="SimSun" panose="02010600030101010101" pitchFamily="2" charset="-122"/>
            </a:endParaRPr>
          </a:p>
        </p:txBody>
      </p:sp>
      <p:graphicFrame>
        <p:nvGraphicFramePr>
          <p:cNvPr id="322564" name="Object 4"/>
          <p:cNvGraphicFramePr>
            <a:graphicFrameLocks noChangeAspect="1"/>
          </p:cNvGraphicFramePr>
          <p:nvPr/>
        </p:nvGraphicFramePr>
        <p:xfrm>
          <a:off x="1981200" y="1524000"/>
          <a:ext cx="6065838" cy="4745038"/>
        </p:xfrm>
        <a:graphic>
          <a:graphicData uri="http://schemas.openxmlformats.org/presentationml/2006/ole">
            <mc:AlternateContent xmlns:mc="http://schemas.openxmlformats.org/markup-compatibility/2006">
              <mc:Choice xmlns:v="urn:schemas-microsoft-com:vml" Requires="v">
                <p:oleObj name="Equation" r:id="rId3" imgW="1714500" imgH="1384300" progId="Equation.3">
                  <p:embed/>
                </p:oleObj>
              </mc:Choice>
              <mc:Fallback>
                <p:oleObj name="Equation" r:id="rId3" imgW="1714500" imgH="1384300" progId="Equation.3">
                  <p:embed/>
                  <p:pic>
                    <p:nvPicPr>
                      <p:cNvPr id="32256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524000"/>
                        <a:ext cx="6065838" cy="474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25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E8A9701-273B-4661-9F20-5F98BF4E9CE6}" type="slidenum">
              <a:rPr lang="zh-CN" altLang="en-US" sz="1400" smtClean="0">
                <a:solidFill>
                  <a:schemeClr val="bg2"/>
                </a:solidFill>
                <a:latin typeface="Arial" panose="020B0604020202020204" pitchFamily="34" charset="0"/>
              </a:rPr>
              <a:pPr>
                <a:spcBef>
                  <a:spcPct val="50000"/>
                </a:spcBef>
                <a:buClrTx/>
                <a:buSzTx/>
                <a:buFontTx/>
                <a:buNone/>
              </a:pPr>
              <a:t>229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3DE03B9-BE87-2189-E308-35ED42DA7A5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标题 1"/>
          <p:cNvSpPr>
            <a:spLocks noGrp="1"/>
          </p:cNvSpPr>
          <p:nvPr>
            <p:ph type="title"/>
          </p:nvPr>
        </p:nvSpPr>
        <p:spPr/>
        <p:txBody>
          <a:bodyPr/>
          <a:lstStyle/>
          <a:p>
            <a:pPr algn="ctr"/>
            <a:r>
              <a:rPr lang="en-US" altLang="zh-CN" sz="4000">
                <a:ea typeface="SimSun" panose="02010600030101010101" pitchFamily="2" charset="-122"/>
              </a:rPr>
              <a:t>Continuous Hopfield Network</a:t>
            </a:r>
            <a:endParaRPr lang="zh-CN" altLang="en-US" sz="4000">
              <a:ea typeface="SimSun" panose="02010600030101010101" pitchFamily="2" charset="-122"/>
              <a:cs typeface="Times New Roman" panose="02020603050405020304" pitchFamily="18" charset="0"/>
            </a:endParaRPr>
          </a:p>
        </p:txBody>
      </p:sp>
      <p:pic>
        <p:nvPicPr>
          <p:cNvPr id="324611"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038600" y="1828800"/>
            <a:ext cx="3786188" cy="4343400"/>
          </a:xfrm>
        </p:spPr>
      </p:pic>
      <p:sp>
        <p:nvSpPr>
          <p:cNvPr id="324612" name="TextBox 5"/>
          <p:cNvSpPr txBox="1">
            <a:spLocks noChangeArrowheads="1"/>
          </p:cNvSpPr>
          <p:nvPr/>
        </p:nvSpPr>
        <p:spPr bwMode="auto">
          <a:xfrm>
            <a:off x="990600" y="1676400"/>
            <a:ext cx="2895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zh-CN" sz="2800">
                <a:latin typeface="Arial" panose="020B0604020202020204" pitchFamily="34" charset="0"/>
                <a:ea typeface="SimSun" panose="02010600030101010101" pitchFamily="2" charset="-122"/>
              </a:rPr>
              <a:t>Continuous-time model [Hopfield, </a:t>
            </a:r>
            <a:r>
              <a:rPr lang="en-US" altLang="zh-CN" sz="2800" i="1">
                <a:latin typeface="Arial" panose="020B0604020202020204" pitchFamily="34" charset="0"/>
                <a:ea typeface="SimSun" panose="02010600030101010101" pitchFamily="2" charset="-122"/>
              </a:rPr>
              <a:t>PNAS</a:t>
            </a:r>
            <a:r>
              <a:rPr lang="en-US" altLang="zh-CN" sz="2800">
                <a:latin typeface="Arial" panose="020B0604020202020204" pitchFamily="34" charset="0"/>
                <a:ea typeface="SimSun" panose="02010600030101010101" pitchFamily="2" charset="-122"/>
              </a:rPr>
              <a:t>, vol. 81, 1984]</a:t>
            </a:r>
            <a:endParaRPr lang="zh-CN" altLang="en-US" sz="2800">
              <a:latin typeface="Arial" panose="020B0604020202020204" pitchFamily="34" charset="0"/>
              <a:ea typeface="SimSun" panose="02010600030101010101" pitchFamily="2" charset="-122"/>
            </a:endParaRPr>
          </a:p>
        </p:txBody>
      </p:sp>
      <p:sp>
        <p:nvSpPr>
          <p:cNvPr id="32461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42CABD2-6B55-4095-A426-6936CB582B9F}" type="slidenum">
              <a:rPr lang="zh-CN" altLang="en-US" sz="1400" smtClean="0">
                <a:solidFill>
                  <a:schemeClr val="bg2"/>
                </a:solidFill>
                <a:latin typeface="Arial" panose="020B0604020202020204" pitchFamily="34" charset="0"/>
              </a:rPr>
              <a:pPr>
                <a:spcBef>
                  <a:spcPct val="50000"/>
                </a:spcBef>
                <a:buClrTx/>
                <a:buSzTx/>
                <a:buFontTx/>
                <a:buNone/>
              </a:pPr>
              <a:t>230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74CBBCA-C515-6C47-65C3-95024B9CB25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6658" name="Object 4"/>
          <p:cNvGraphicFramePr>
            <a:graphicFrameLocks noGrp="1" noChangeAspect="1"/>
          </p:cNvGraphicFramePr>
          <p:nvPr>
            <p:ph sz="quarter" idx="1"/>
          </p:nvPr>
        </p:nvGraphicFramePr>
        <p:xfrm>
          <a:off x="5189538" y="1752600"/>
          <a:ext cx="3549650" cy="3898900"/>
        </p:xfrm>
        <a:graphic>
          <a:graphicData uri="http://schemas.openxmlformats.org/presentationml/2006/ole">
            <mc:AlternateContent xmlns:mc="http://schemas.openxmlformats.org/markup-compatibility/2006">
              <mc:Choice xmlns:v="urn:schemas-microsoft-com:vml" Requires="v">
                <p:oleObj name="Bitmap Image" r:id="rId2" imgW="6458852" imgH="4486901" progId="Paint.Picture">
                  <p:embed/>
                </p:oleObj>
              </mc:Choice>
              <mc:Fallback>
                <p:oleObj name="Bitmap Image" r:id="rId2" imgW="6458852" imgH="4486901" progId="Paint.Picture">
                  <p:embed/>
                  <p:pic>
                    <p:nvPicPr>
                      <p:cNvPr id="32665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9538" y="1752600"/>
                        <a:ext cx="3549650" cy="389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26659" name="Picture 6"/>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903288" y="1905000"/>
            <a:ext cx="4343400" cy="842963"/>
          </a:xfrm>
          <a:noFill/>
        </p:spPr>
      </p:pic>
      <p:pic>
        <p:nvPicPr>
          <p:cNvPr id="326660" name="Picture 9"/>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676400" y="4267200"/>
            <a:ext cx="2743200" cy="1003300"/>
          </a:xfrm>
          <a:noFill/>
        </p:spPr>
      </p:pic>
      <p:pic>
        <p:nvPicPr>
          <p:cNvPr id="326661" name="Picture 12"/>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1143000" y="3048000"/>
            <a:ext cx="3671888" cy="1014413"/>
          </a:xfrm>
          <a:noFill/>
        </p:spPr>
      </p:pic>
      <p:pic>
        <p:nvPicPr>
          <p:cNvPr id="326662" name="Picture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588" y="5505450"/>
            <a:ext cx="78486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90588" y="457200"/>
            <a:ext cx="8024812" cy="708025"/>
          </a:xfrm>
          <a:prstGeom prst="rect">
            <a:avLst/>
          </a:prstGeom>
        </p:spPr>
        <p:txBody>
          <a:bodyPr>
            <a:spAutoFit/>
          </a:bodyPr>
          <a:lstStyle/>
          <a:p>
            <a:pPr algn="ctr">
              <a:defRPr/>
            </a:pPr>
            <a:r>
              <a:rPr lang="en-US" altLang="zh-CN" sz="4000">
                <a:solidFill>
                  <a:schemeClr val="tx2"/>
                </a:solidFill>
                <a:latin typeface="+mn-ea"/>
              </a:rPr>
              <a:t>Continuous Hopfield Network</a:t>
            </a:r>
            <a:endParaRPr lang="en-US" sz="4000">
              <a:solidFill>
                <a:schemeClr val="tx2"/>
              </a:solidFill>
              <a:latin typeface="+mn-ea"/>
            </a:endParaRPr>
          </a:p>
        </p:txBody>
      </p:sp>
      <p:sp>
        <p:nvSpPr>
          <p:cNvPr id="326665"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3DD8B76-F6F1-4BE2-8906-2F76694F6BB1}" type="slidenum">
              <a:rPr lang="ar-SA" altLang="en-US" sz="1400" smtClean="0">
                <a:solidFill>
                  <a:schemeClr val="bg2"/>
                </a:solidFill>
                <a:latin typeface="Arial" panose="020B0604020202020204" pitchFamily="34" charset="0"/>
              </a:rPr>
              <a:pPr>
                <a:spcBef>
                  <a:spcPct val="50000"/>
                </a:spcBef>
                <a:buClrTx/>
                <a:buSzTx/>
                <a:buFontTx/>
                <a:buNone/>
              </a:pPr>
              <a:t>231</a:t>
            </a:fld>
            <a:endParaRPr lang="en-US" altLang="en-US" sz="1400">
              <a:solidFill>
                <a:schemeClr val="bg2"/>
              </a:solidFill>
              <a:latin typeface="Arial" panose="020B0604020202020204" pitchFamily="34" charset="0"/>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3" name="Rectangle 2"/>
          <p:cNvSpPr>
            <a:spLocks noGrp="1" noChangeArrowheads="1"/>
          </p:cNvSpPr>
          <p:nvPr>
            <p:ph type="title"/>
          </p:nvPr>
        </p:nvSpPr>
        <p:spPr/>
        <p:txBody>
          <a:bodyPr/>
          <a:lstStyle/>
          <a:p>
            <a:pPr algn="ctr"/>
            <a:r>
              <a:rPr lang="en-US" altLang="zh-CN">
                <a:ea typeface="SimSun" panose="02010600030101010101" pitchFamily="2" charset="-122"/>
              </a:rPr>
              <a:t>Stability Analysis</a:t>
            </a:r>
          </a:p>
        </p:txBody>
      </p:sp>
      <p:graphicFrame>
        <p:nvGraphicFramePr>
          <p:cNvPr id="327684" name="Object 4"/>
          <p:cNvGraphicFramePr>
            <a:graphicFrameLocks noChangeAspect="1"/>
          </p:cNvGraphicFramePr>
          <p:nvPr/>
        </p:nvGraphicFramePr>
        <p:xfrm>
          <a:off x="1019175" y="1905000"/>
          <a:ext cx="7618413" cy="4040188"/>
        </p:xfrm>
        <a:graphic>
          <a:graphicData uri="http://schemas.openxmlformats.org/presentationml/2006/ole">
            <mc:AlternateContent xmlns:mc="http://schemas.openxmlformats.org/markup-compatibility/2006">
              <mc:Choice xmlns:v="urn:schemas-microsoft-com:vml" Requires="v">
                <p:oleObj name="Equation" r:id="rId3" imgW="3022600" imgH="1358900" progId="Equation.3">
                  <p:embed/>
                </p:oleObj>
              </mc:Choice>
              <mc:Fallback>
                <p:oleObj name="Equation" r:id="rId3" imgW="3022600" imgH="1358900" progId="Equation.3">
                  <p:embed/>
                  <p:pic>
                    <p:nvPicPr>
                      <p:cNvPr id="3276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5" y="1905000"/>
                        <a:ext cx="7618413" cy="404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68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8B5E9C2-5C5A-4C7E-9891-B9B28F631167}" type="slidenum">
              <a:rPr lang="zh-CN" altLang="en-US" sz="1400" smtClean="0">
                <a:solidFill>
                  <a:schemeClr val="bg2"/>
                </a:solidFill>
                <a:latin typeface="Arial" panose="020B0604020202020204" pitchFamily="34" charset="0"/>
              </a:rPr>
              <a:pPr>
                <a:spcBef>
                  <a:spcPct val="50000"/>
                </a:spcBef>
                <a:buClrTx/>
                <a:buSzTx/>
                <a:buFontTx/>
                <a:buNone/>
              </a:pPr>
              <a:t>232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20B2989-A374-A5E4-DA9D-4315AE6A5BD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2"/>
          <p:cNvSpPr>
            <a:spLocks noGrp="1" noChangeArrowheads="1"/>
          </p:cNvSpPr>
          <p:nvPr>
            <p:ph type="title"/>
          </p:nvPr>
        </p:nvSpPr>
        <p:spPr/>
        <p:txBody>
          <a:bodyPr/>
          <a:lstStyle/>
          <a:p>
            <a:pPr algn="ctr"/>
            <a:r>
              <a:rPr lang="en-US" altLang="zh-CN">
                <a:ea typeface="SimSun" panose="02010600030101010101" pitchFamily="2" charset="-122"/>
              </a:rPr>
              <a:t>High Gain Unipolar Sigmoid Activation Function</a:t>
            </a:r>
          </a:p>
        </p:txBody>
      </p:sp>
      <p:graphicFrame>
        <p:nvGraphicFramePr>
          <p:cNvPr id="329732" name="Object 4"/>
          <p:cNvGraphicFramePr>
            <a:graphicFrameLocks noChangeAspect="1"/>
          </p:cNvGraphicFramePr>
          <p:nvPr/>
        </p:nvGraphicFramePr>
        <p:xfrm>
          <a:off x="1143000" y="1828800"/>
          <a:ext cx="7539038" cy="3908425"/>
        </p:xfrm>
        <a:graphic>
          <a:graphicData uri="http://schemas.openxmlformats.org/presentationml/2006/ole">
            <mc:AlternateContent xmlns:mc="http://schemas.openxmlformats.org/markup-compatibility/2006">
              <mc:Choice xmlns:v="urn:schemas-microsoft-com:vml" Requires="v">
                <p:oleObj name="Equation" r:id="rId3" imgW="2654300" imgH="1206500" progId="Equation.3">
                  <p:embed/>
                </p:oleObj>
              </mc:Choice>
              <mc:Fallback>
                <p:oleObj name="Equation" r:id="rId3" imgW="2654300" imgH="1206500" progId="Equation.3">
                  <p:embed/>
                  <p:pic>
                    <p:nvPicPr>
                      <p:cNvPr id="32973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828800"/>
                        <a:ext cx="7539038" cy="390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97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583C03F-95A6-4179-BD74-9CE14D11B586}" type="slidenum">
              <a:rPr lang="zh-CN" altLang="en-US" sz="1400" smtClean="0">
                <a:solidFill>
                  <a:schemeClr val="bg2"/>
                </a:solidFill>
                <a:latin typeface="Arial" panose="020B0604020202020204" pitchFamily="34" charset="0"/>
              </a:rPr>
              <a:pPr>
                <a:spcBef>
                  <a:spcPct val="50000"/>
                </a:spcBef>
                <a:buClrTx/>
                <a:buSzTx/>
                <a:buFontTx/>
                <a:buNone/>
              </a:pPr>
              <a:t>233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BBADC1E-EDAE-B6F4-A4FA-C257BAA7E6F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9" name="Rectangle 2"/>
          <p:cNvSpPr>
            <a:spLocks noGrp="1" noChangeArrowheads="1"/>
          </p:cNvSpPr>
          <p:nvPr>
            <p:ph type="title"/>
          </p:nvPr>
        </p:nvSpPr>
        <p:spPr/>
        <p:txBody>
          <a:bodyPr/>
          <a:lstStyle/>
          <a:p>
            <a:pPr algn="ctr"/>
            <a:r>
              <a:rPr lang="en-US" altLang="zh-CN" sz="4000">
                <a:ea typeface="SimSun" panose="02010600030101010101" pitchFamily="2" charset="-122"/>
              </a:rPr>
              <a:t>Continuous Hopfield Network as an Optimization Model</a:t>
            </a:r>
            <a:endParaRPr lang="en-US" altLang="zh-CN">
              <a:ea typeface="SimSun" panose="02010600030101010101" pitchFamily="2" charset="-122"/>
            </a:endParaRPr>
          </a:p>
        </p:txBody>
      </p:sp>
      <p:sp>
        <p:nvSpPr>
          <p:cNvPr id="331780" name="Rectangle 3"/>
          <p:cNvSpPr>
            <a:spLocks noGrp="1" noChangeArrowheads="1"/>
          </p:cNvSpPr>
          <p:nvPr>
            <p:ph type="body" idx="1"/>
          </p:nvPr>
        </p:nvSpPr>
        <p:spPr>
          <a:xfrm>
            <a:off x="990600" y="1826836"/>
            <a:ext cx="7772400" cy="3619893"/>
          </a:xfrm>
        </p:spPr>
        <p:txBody>
          <a:bodyPr/>
          <a:lstStyle/>
          <a:p>
            <a:pPr>
              <a:spcBef>
                <a:spcPct val="0"/>
              </a:spcBef>
              <a:buSzPct val="55000"/>
              <a:buFont typeface="Monotype Sorts" pitchFamily="2" charset="2"/>
              <a:buChar char="l"/>
            </a:pPr>
            <a:r>
              <a:rPr lang="en-US" altLang="zh-CN" dirty="0">
                <a:ea typeface="SimSun" panose="02010600030101010101" pitchFamily="2" charset="-122"/>
              </a:rPr>
              <a:t>Formulate the energy function according to the objective function and constraints of a given optimization problem.</a:t>
            </a:r>
          </a:p>
          <a:p>
            <a:pPr>
              <a:spcBef>
                <a:spcPct val="0"/>
              </a:spcBef>
              <a:buSzPct val="55000"/>
              <a:buFont typeface="Monotype Sorts" pitchFamily="2" charset="2"/>
              <a:buChar char="l"/>
            </a:pPr>
            <a:endParaRPr lang="en-US" altLang="zh-CN" dirty="0">
              <a:ea typeface="SimSun" panose="02010600030101010101" pitchFamily="2" charset="-122"/>
            </a:endParaRPr>
          </a:p>
          <a:p>
            <a:pPr>
              <a:spcBef>
                <a:spcPct val="0"/>
              </a:spcBef>
              <a:buSzPct val="55000"/>
              <a:buFont typeface="Monotype Sorts" pitchFamily="2" charset="2"/>
              <a:buChar char="l"/>
            </a:pPr>
            <a:endParaRPr lang="en-US" altLang="zh-CN" dirty="0">
              <a:ea typeface="SimSun" panose="02010600030101010101" pitchFamily="2" charset="-122"/>
            </a:endParaRPr>
          </a:p>
          <a:p>
            <a:pPr>
              <a:spcBef>
                <a:spcPct val="0"/>
              </a:spcBef>
              <a:buSzPct val="55000"/>
              <a:buFont typeface="Monotype Sorts" pitchFamily="2" charset="2"/>
              <a:buChar char="l"/>
            </a:pPr>
            <a:r>
              <a:rPr lang="en-US" altLang="zh-CN" dirty="0">
                <a:ea typeface="SimSun" panose="02010600030101010101" pitchFamily="2" charset="-122"/>
              </a:rPr>
              <a:t>Synthesize a continuous-time Hopfield network, then an equilibrium state is a local minimum of the energy function. .</a:t>
            </a:r>
          </a:p>
          <a:p>
            <a:pPr>
              <a:spcBef>
                <a:spcPct val="0"/>
              </a:spcBef>
              <a:buSzPct val="55000"/>
              <a:buFont typeface="Monotype Sorts" pitchFamily="2" charset="2"/>
              <a:buChar char="l"/>
            </a:pPr>
            <a:endParaRPr lang="en-US" altLang="zh-CN" dirty="0">
              <a:ea typeface="SimSun" panose="02010600030101010101" pitchFamily="2" charset="-122"/>
            </a:endParaRPr>
          </a:p>
          <a:p>
            <a:pPr>
              <a:buSzPct val="50000"/>
              <a:buFont typeface="Monotype Sorts" pitchFamily="2" charset="2"/>
              <a:buChar char="l"/>
            </a:pPr>
            <a:endParaRPr lang="zh-CN" altLang="en-US" dirty="0">
              <a:ea typeface="SimSun" panose="02010600030101010101" pitchFamily="2" charset="-122"/>
            </a:endParaRPr>
          </a:p>
        </p:txBody>
      </p:sp>
      <p:graphicFrame>
        <p:nvGraphicFramePr>
          <p:cNvPr id="331781" name="Object 4"/>
          <p:cNvGraphicFramePr>
            <a:graphicFrameLocks noChangeAspect="1"/>
          </p:cNvGraphicFramePr>
          <p:nvPr/>
        </p:nvGraphicFramePr>
        <p:xfrm>
          <a:off x="2392363" y="3429000"/>
          <a:ext cx="4738687" cy="952500"/>
        </p:xfrm>
        <a:graphic>
          <a:graphicData uri="http://schemas.openxmlformats.org/presentationml/2006/ole">
            <mc:AlternateContent xmlns:mc="http://schemas.openxmlformats.org/markup-compatibility/2006">
              <mc:Choice xmlns:v="urn:schemas-microsoft-com:vml" Requires="v">
                <p:oleObj name="Equation" r:id="rId3" imgW="1955800" imgH="393700" progId="Equation.3">
                  <p:embed/>
                </p:oleObj>
              </mc:Choice>
              <mc:Fallback>
                <p:oleObj name="Equation" r:id="rId3" imgW="1955800" imgH="393700" progId="Equation.3">
                  <p:embed/>
                  <p:pic>
                    <p:nvPicPr>
                      <p:cNvPr id="33178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63" y="3429000"/>
                        <a:ext cx="4738687"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178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7BC848D-D4F8-49AD-BB80-4A677F7BD221}" type="slidenum">
              <a:rPr lang="zh-CN" altLang="en-US" sz="1400" smtClean="0">
                <a:solidFill>
                  <a:schemeClr val="bg2"/>
                </a:solidFill>
                <a:latin typeface="Arial" panose="020B0604020202020204" pitchFamily="34" charset="0"/>
              </a:rPr>
              <a:pPr>
                <a:spcBef>
                  <a:spcPct val="50000"/>
                </a:spcBef>
                <a:buClrTx/>
                <a:buSzTx/>
                <a:buFontTx/>
                <a:buNone/>
              </a:pPr>
              <a:t>234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440F439-47B0-C856-9AA8-E64A1CC0B74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4"/>
          <p:cNvSpPr>
            <a:spLocks noGrp="1" noChangeArrowheads="1"/>
          </p:cNvSpPr>
          <p:nvPr>
            <p:ph type="title"/>
          </p:nvPr>
        </p:nvSpPr>
        <p:spPr>
          <a:xfrm>
            <a:off x="1371600" y="381000"/>
            <a:ext cx="7315200" cy="1143000"/>
          </a:xfrm>
        </p:spPr>
        <p:txBody>
          <a:bodyPr/>
          <a:lstStyle/>
          <a:p>
            <a:pPr algn="ctr" eaLnBrk="1" hangingPunct="1"/>
            <a:r>
              <a:rPr lang="en-US" altLang="en-US" sz="4000">
                <a:cs typeface="Times New Roman" panose="02020603050405020304" pitchFamily="18" charset="0"/>
              </a:rPr>
              <a:t>Traveling Salesman Problem</a:t>
            </a:r>
          </a:p>
        </p:txBody>
      </p:sp>
      <p:sp>
        <p:nvSpPr>
          <p:cNvPr id="15363" name="Rectangle 5"/>
          <p:cNvSpPr>
            <a:spLocks noGrp="1" noChangeArrowheads="1"/>
          </p:cNvSpPr>
          <p:nvPr>
            <p:ph type="body" sz="half" idx="1"/>
          </p:nvPr>
        </p:nvSpPr>
        <p:spPr>
          <a:xfrm>
            <a:off x="1143000" y="1600200"/>
            <a:ext cx="7467600" cy="4525963"/>
          </a:xfrm>
        </p:spPr>
        <p:txBody>
          <a:bodyPr/>
          <a:lstStyle/>
          <a:p>
            <a:pPr marL="0" indent="0" eaLnBrk="1" hangingPunct="1">
              <a:buFont typeface="Monotype Sorts" pitchFamily="2" charset="2"/>
              <a:buNone/>
              <a:defRPr/>
            </a:pPr>
            <a:r>
              <a:rPr lang="en-US" sz="2800"/>
              <a:t>Find a complete route by visiting each city once and only once. </a:t>
            </a:r>
          </a:p>
          <a:p>
            <a:pPr marL="0" indent="0" eaLnBrk="1" hangingPunct="1">
              <a:buFont typeface="Monotype Sorts" pitchFamily="2" charset="2"/>
              <a:buNone/>
              <a:defRPr/>
            </a:pPr>
            <a:r>
              <a:rPr lang="en-US" sz="2800"/>
              <a:t>Checking out all possible routes: (</a:t>
            </a:r>
            <a:r>
              <a:rPr lang="en-US" sz="2800" i="1"/>
              <a:t>N</a:t>
            </a:r>
            <a:r>
              <a:rPr lang="en-US" sz="2800"/>
              <a:t> – 1)!/2</a:t>
            </a:r>
          </a:p>
          <a:p>
            <a:pPr marL="0" indent="0" eaLnBrk="1" hangingPunct="1">
              <a:buFont typeface="Monotype Sorts" pitchFamily="2" charset="2"/>
              <a:buNone/>
              <a:defRPr/>
            </a:pPr>
            <a:r>
              <a:rPr lang="en-US" sz="2800"/>
              <a:t>For example, </a:t>
            </a:r>
            <a:r>
              <a:rPr lang="en-US" sz="2800" i="1"/>
              <a:t>N</a:t>
            </a:r>
            <a:r>
              <a:rPr lang="en-US" sz="2800"/>
              <a:t> = 30  =&gt;   4.4 x 10</a:t>
            </a:r>
            <a:r>
              <a:rPr lang="en-US" sz="2800" baseline="30000"/>
              <a:t>30</a:t>
            </a:r>
            <a:r>
              <a:rPr lang="en-US" sz="2800"/>
              <a:t> routes </a:t>
            </a:r>
          </a:p>
          <a:p>
            <a:pPr marL="0" indent="0" eaLnBrk="1" hangingPunct="1">
              <a:buFont typeface="Monotype Sorts" pitchFamily="2" charset="2"/>
              <a:buNone/>
              <a:defRPr/>
            </a:pPr>
            <a:r>
              <a:rPr lang="en-US" sz="2800"/>
              <a:t>If we compute 10</a:t>
            </a:r>
            <a:r>
              <a:rPr lang="en-US" sz="2800" baseline="30000"/>
              <a:t>12</a:t>
            </a:r>
            <a:r>
              <a:rPr lang="en-US" sz="2800"/>
              <a:t> routes per second =&gt; we need10</a:t>
            </a:r>
            <a:r>
              <a:rPr lang="en-US" sz="2800" baseline="30000"/>
              <a:t>18</a:t>
            </a:r>
            <a:r>
              <a:rPr lang="en-US" sz="2800"/>
              <a:t> seconds or 31,709,791,984 years!</a:t>
            </a:r>
          </a:p>
          <a:p>
            <a:pPr marL="0" indent="0" eaLnBrk="1" hangingPunct="1">
              <a:buClr>
                <a:schemeClr val="tx1"/>
              </a:buClr>
              <a:buFont typeface="Monotype Sorts" pitchFamily="2" charset="2"/>
              <a:buNone/>
              <a:defRPr/>
            </a:pPr>
            <a:r>
              <a:rPr lang="en-US" sz="2800"/>
              <a:t>In most practical problems </a:t>
            </a:r>
            <a:r>
              <a:rPr lang="en-US" sz="2800" i="1"/>
              <a:t>N</a:t>
            </a:r>
            <a:r>
              <a:rPr lang="en-US" sz="2800"/>
              <a:t> &gt;&gt; 30</a:t>
            </a:r>
          </a:p>
          <a:p>
            <a:pPr marL="0" indent="0" eaLnBrk="1" hangingPunct="1">
              <a:buFont typeface="Monotype Sorts" pitchFamily="2" charset="2"/>
              <a:buNone/>
              <a:defRPr/>
            </a:pPr>
            <a:r>
              <a:rPr lang="en-US" sz="2800"/>
              <a:t>A continuous Hopfield network can compute a good solution to the TSP in a parallel and distributed manner.</a:t>
            </a:r>
          </a:p>
          <a:p>
            <a:pPr eaLnBrk="1" hangingPunct="1">
              <a:buClr>
                <a:schemeClr val="tx1"/>
              </a:buClr>
              <a:defRPr/>
            </a:pPr>
            <a:endParaRPr lang="en-US" sz="2800"/>
          </a:p>
        </p:txBody>
      </p:sp>
      <p:sp>
        <p:nvSpPr>
          <p:cNvPr id="333829"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3F0FCA7-CE3D-4C48-96F1-33C952EBEC23}" type="slidenum">
              <a:rPr lang="ar-SA" altLang="en-US" sz="1400" smtClean="0">
                <a:solidFill>
                  <a:schemeClr val="bg2"/>
                </a:solidFill>
                <a:latin typeface="Arial" panose="020B0604020202020204" pitchFamily="34" charset="0"/>
              </a:rPr>
              <a:pPr>
                <a:spcBef>
                  <a:spcPct val="50000"/>
                </a:spcBef>
                <a:buClrTx/>
                <a:buSzTx/>
                <a:buFontTx/>
                <a:buNone/>
              </a:pPr>
              <a:t>235</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C775CA2-D292-DFD7-8D60-5E58D20E3EB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48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863" y="1905000"/>
            <a:ext cx="78486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851" name="标题 1"/>
          <p:cNvSpPr>
            <a:spLocks noGrp="1"/>
          </p:cNvSpPr>
          <p:nvPr>
            <p:ph type="title"/>
          </p:nvPr>
        </p:nvSpPr>
        <p:spPr>
          <a:xfrm>
            <a:off x="1143000" y="457200"/>
            <a:ext cx="7772400" cy="1143000"/>
          </a:xfrm>
        </p:spPr>
        <p:txBody>
          <a:bodyPr/>
          <a:lstStyle/>
          <a:p>
            <a:pPr algn="ctr"/>
            <a:r>
              <a:rPr lang="en-US" altLang="zh-CN">
                <a:ea typeface="SimSun" panose="02010600030101010101" pitchFamily="2" charset="-122"/>
              </a:rPr>
              <a:t>Vertex</a:t>
            </a:r>
            <a:r>
              <a:rPr lang="en-US" altLang="zh-CN" i="1">
                <a:ea typeface="SimSun" panose="02010600030101010101" pitchFamily="2" charset="-122"/>
              </a:rPr>
              <a:t> </a:t>
            </a:r>
            <a:r>
              <a:rPr lang="en-US" altLang="zh-CN">
                <a:ea typeface="SimSun" panose="02010600030101010101" pitchFamily="2" charset="-122"/>
              </a:rPr>
              <a:t>Path Representation</a:t>
            </a:r>
            <a:endParaRPr lang="zh-CN" altLang="en-US">
              <a:ea typeface="SimSun" panose="02010600030101010101" pitchFamily="2" charset="-122"/>
            </a:endParaRPr>
          </a:p>
        </p:txBody>
      </p:sp>
      <p:sp>
        <p:nvSpPr>
          <p:cNvPr id="6" name="TextBox 5"/>
          <p:cNvSpPr txBox="1">
            <a:spLocks noChangeArrowheads="1"/>
          </p:cNvSpPr>
          <p:nvPr/>
        </p:nvSpPr>
        <p:spPr bwMode="auto">
          <a:xfrm>
            <a:off x="1090613" y="3048000"/>
            <a:ext cx="7467600"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Arial" charset="0"/>
              </a:defRPr>
            </a:lvl1pPr>
            <a:lvl2pPr marL="742950" indent="-285750">
              <a:defRPr kumimoji="1" sz="2400">
                <a:solidFill>
                  <a:schemeClr val="tx1"/>
                </a:solidFill>
                <a:latin typeface="Arial" charset="0"/>
              </a:defRPr>
            </a:lvl2pPr>
            <a:lvl3pPr marL="1143000" indent="-228600">
              <a:defRPr kumimoji="1" sz="2400">
                <a:solidFill>
                  <a:schemeClr val="tx1"/>
                </a:solidFill>
                <a:latin typeface="Arial" charset="0"/>
              </a:defRPr>
            </a:lvl3pPr>
            <a:lvl4pPr marL="1600200" indent="-228600">
              <a:defRPr kumimoji="1" sz="2400">
                <a:solidFill>
                  <a:schemeClr val="tx1"/>
                </a:solidFill>
                <a:latin typeface="Arial" charset="0"/>
              </a:defRPr>
            </a:lvl4pPr>
            <a:lvl5pPr marL="2057400" indent="-228600">
              <a:defRPr kumimoji="1" sz="2400">
                <a:solidFill>
                  <a:schemeClr val="tx1"/>
                </a:solidFill>
                <a:latin typeface="Arial" charset="0"/>
              </a:defRPr>
            </a:lvl5pPr>
            <a:lvl6pPr marL="2514600" indent="-228600" eaLnBrk="0" fontAlgn="base" hangingPunct="0">
              <a:spcBef>
                <a:spcPct val="0"/>
              </a:spcBef>
              <a:spcAft>
                <a:spcPct val="0"/>
              </a:spcAft>
              <a:defRPr kumimoji="1" sz="2400">
                <a:solidFill>
                  <a:schemeClr val="tx1"/>
                </a:solidFill>
                <a:latin typeface="Arial" charset="0"/>
              </a:defRPr>
            </a:lvl6pPr>
            <a:lvl7pPr marL="2971800" indent="-228600" eaLnBrk="0" fontAlgn="base" hangingPunct="0">
              <a:spcBef>
                <a:spcPct val="0"/>
              </a:spcBef>
              <a:spcAft>
                <a:spcPct val="0"/>
              </a:spcAft>
              <a:defRPr kumimoji="1" sz="2400">
                <a:solidFill>
                  <a:schemeClr val="tx1"/>
                </a:solidFill>
                <a:latin typeface="Arial" charset="0"/>
              </a:defRPr>
            </a:lvl7pPr>
            <a:lvl8pPr marL="3429000" indent="-228600" eaLnBrk="0" fontAlgn="base" hangingPunct="0">
              <a:spcBef>
                <a:spcPct val="0"/>
              </a:spcBef>
              <a:spcAft>
                <a:spcPct val="0"/>
              </a:spcAft>
              <a:defRPr kumimoji="1" sz="2400">
                <a:solidFill>
                  <a:schemeClr val="tx1"/>
                </a:solidFill>
                <a:latin typeface="Arial" charset="0"/>
              </a:defRPr>
            </a:lvl8pPr>
            <a:lvl9pPr marL="3886200" indent="-228600" eaLnBrk="0" fontAlgn="base" hangingPunct="0">
              <a:spcBef>
                <a:spcPct val="0"/>
              </a:spcBef>
              <a:spcAft>
                <a:spcPct val="0"/>
              </a:spcAft>
              <a:defRPr kumimoji="1" sz="2400">
                <a:solidFill>
                  <a:schemeClr val="tx1"/>
                </a:solidFill>
                <a:latin typeface="Arial" charset="0"/>
              </a:defRPr>
            </a:lvl9pPr>
          </a:lstStyle>
          <a:p>
            <a:pPr eaLnBrk="1" hangingPunct="1">
              <a:lnSpc>
                <a:spcPct val="80000"/>
              </a:lnSpc>
              <a:defRPr/>
            </a:pPr>
            <a:r>
              <a:rPr lang="en-US" sz="3200">
                <a:latin typeface="+mn-lt"/>
                <a:ea typeface="SimSun" pitchFamily="2" charset="-122"/>
              </a:rPr>
              <a:t>The Hopfield network approach to the TSP involves arranging the neurons in such a way that they represent the decision variable for an </a:t>
            </a:r>
            <a:r>
              <a:rPr lang="en-US" sz="3200" i="1">
                <a:latin typeface="+mn-lt"/>
                <a:ea typeface="SimSun" pitchFamily="2" charset="-122"/>
              </a:rPr>
              <a:t>N</a:t>
            </a:r>
            <a:r>
              <a:rPr lang="en-US" sz="3200">
                <a:latin typeface="+mn-lt"/>
                <a:ea typeface="SimSun" pitchFamily="2" charset="-122"/>
              </a:rPr>
              <a:t>-city problem we would require </a:t>
            </a:r>
            <a:r>
              <a:rPr lang="en-US" sz="3200" i="1">
                <a:latin typeface="+mn-lt"/>
                <a:ea typeface="SimSun" pitchFamily="2" charset="-122"/>
              </a:rPr>
              <a:t>N</a:t>
            </a:r>
            <a:r>
              <a:rPr lang="en-US" sz="3200" baseline="30000">
                <a:latin typeface="+mn-lt"/>
                <a:ea typeface="SimSun" pitchFamily="2" charset="-122"/>
              </a:rPr>
              <a:t>2</a:t>
            </a:r>
            <a:r>
              <a:rPr lang="en-US" sz="3200">
                <a:latin typeface="+mn-lt"/>
                <a:ea typeface="SimSun" pitchFamily="2" charset="-122"/>
              </a:rPr>
              <a:t> neurons</a:t>
            </a:r>
            <a:endParaRPr lang="en-US" sz="3200">
              <a:ea typeface="SimSun" pitchFamily="2" charset="-122"/>
            </a:endParaRPr>
          </a:p>
          <a:p>
            <a:pPr eaLnBrk="1" hangingPunct="1">
              <a:lnSpc>
                <a:spcPct val="80000"/>
              </a:lnSpc>
              <a:defRPr/>
            </a:pPr>
            <a:r>
              <a:rPr lang="en-US" sz="3200" i="1">
                <a:latin typeface="+mn-lt"/>
                <a:ea typeface="SimSun" pitchFamily="2" charset="-122"/>
              </a:rPr>
              <a:t>N </a:t>
            </a:r>
            <a:r>
              <a:rPr lang="en-US" sz="3200">
                <a:latin typeface="+mn-lt"/>
                <a:ea typeface="SimSun" pitchFamily="2" charset="-122"/>
              </a:rPr>
              <a:t>of them will be turned ON with the remainder turned OFF</a:t>
            </a:r>
          </a:p>
        </p:txBody>
      </p:sp>
      <p:sp>
        <p:nvSpPr>
          <p:cNvPr id="33485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8BE210A-A2DA-4C8F-86F7-18FD9181C290}" type="slidenum">
              <a:rPr lang="zh-CN" altLang="en-US" sz="1400" smtClean="0">
                <a:solidFill>
                  <a:schemeClr val="bg2"/>
                </a:solidFill>
                <a:latin typeface="Arial" panose="020B0604020202020204" pitchFamily="34" charset="0"/>
              </a:rPr>
              <a:pPr>
                <a:spcBef>
                  <a:spcPct val="50000"/>
                </a:spcBef>
                <a:buClrTx/>
                <a:buSzTx/>
                <a:buFontTx/>
                <a:buNone/>
              </a:pPr>
              <a:t>236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2520F73-87BA-47DE-4E6A-67C532EFCFF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58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25" y="2362200"/>
            <a:ext cx="4286250" cy="293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587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9863" y="2514600"/>
            <a:ext cx="34798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5876" name="Rectangle 1"/>
          <p:cNvSpPr>
            <a:spLocks noChangeArrowheads="1"/>
          </p:cNvSpPr>
          <p:nvPr/>
        </p:nvSpPr>
        <p:spPr bwMode="auto">
          <a:xfrm>
            <a:off x="1581150" y="609600"/>
            <a:ext cx="6769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4000">
                <a:latin typeface="Arial" panose="020B0604020202020204" pitchFamily="34" charset="0"/>
                <a:ea typeface="SimSun" panose="02010600030101010101" pitchFamily="2" charset="-122"/>
              </a:rPr>
              <a:t>Vertex</a:t>
            </a:r>
            <a:r>
              <a:rPr lang="en-US" altLang="zh-CN" sz="4000" i="1">
                <a:latin typeface="Arial" panose="020B0604020202020204" pitchFamily="34" charset="0"/>
                <a:ea typeface="SimSun" panose="02010600030101010101" pitchFamily="2" charset="-122"/>
              </a:rPr>
              <a:t> </a:t>
            </a:r>
            <a:r>
              <a:rPr lang="en-US" altLang="zh-CN" sz="4000">
                <a:latin typeface="Arial" panose="020B0604020202020204" pitchFamily="34" charset="0"/>
                <a:ea typeface="SimSun" panose="02010600030101010101" pitchFamily="2" charset="-122"/>
              </a:rPr>
              <a:t>Path Representation</a:t>
            </a:r>
            <a:endParaRPr lang="en-US" altLang="en-US" sz="4000">
              <a:latin typeface="Arial" panose="020B0604020202020204" pitchFamily="34" charset="0"/>
            </a:endParaRPr>
          </a:p>
        </p:txBody>
      </p:sp>
      <p:sp>
        <p:nvSpPr>
          <p:cNvPr id="2" name="Footer Placeholder 4">
            <a:extLst>
              <a:ext uri="{FF2B5EF4-FFF2-40B4-BE49-F238E27FC236}">
                <a16:creationId xmlns:a16="http://schemas.microsoft.com/office/drawing/2014/main" id="{A18061BF-2ED0-BA43-C585-F0EF5414748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pPr algn="ctr" eaLnBrk="1" hangingPunct="1"/>
            <a:r>
              <a:rPr lang="en-US" altLang="en-US" sz="4000">
                <a:cs typeface="Times New Roman" panose="02020603050405020304" pitchFamily="18" charset="0"/>
              </a:rPr>
              <a:t>Objective Function and Constraints</a:t>
            </a:r>
          </a:p>
        </p:txBody>
      </p:sp>
      <p:sp>
        <p:nvSpPr>
          <p:cNvPr id="336899" name="Rectangle 3"/>
          <p:cNvSpPr>
            <a:spLocks noGrp="1" noChangeArrowheads="1"/>
          </p:cNvSpPr>
          <p:nvPr>
            <p:ph type="body" idx="1"/>
          </p:nvPr>
        </p:nvSpPr>
        <p:spPr/>
        <p:txBody>
          <a:bodyPr/>
          <a:lstStyle/>
          <a:p>
            <a:pPr eaLnBrk="1" hangingPunct="1"/>
            <a:r>
              <a:rPr lang="en-US" altLang="en-US" sz="2800">
                <a:cs typeface="Times New Roman" panose="02020603050405020304" pitchFamily="18" charset="0"/>
              </a:rPr>
              <a:t>Constraints (permutation matrix):</a:t>
            </a:r>
          </a:p>
          <a:p>
            <a:pPr lvl="1" eaLnBrk="1" hangingPunct="1"/>
            <a:r>
              <a:rPr lang="en-US" altLang="en-US" sz="2400">
                <a:cs typeface="Times New Roman" panose="02020603050405020304" pitchFamily="18" charset="0"/>
              </a:rPr>
              <a:t>One neuron should be on in each row</a:t>
            </a:r>
          </a:p>
          <a:p>
            <a:pPr lvl="1" eaLnBrk="1" hangingPunct="1"/>
            <a:r>
              <a:rPr lang="en-US" altLang="en-US" sz="2400">
                <a:cs typeface="Times New Roman" panose="02020603050405020304" pitchFamily="18" charset="0"/>
              </a:rPr>
              <a:t>One neuron should be on in each column</a:t>
            </a:r>
          </a:p>
          <a:p>
            <a:pPr eaLnBrk="1" hangingPunct="1"/>
            <a:r>
              <a:rPr lang="en-US" altLang="en-US" sz="2800">
                <a:cs typeface="Times New Roman" panose="02020603050405020304" pitchFamily="18" charset="0"/>
              </a:rPr>
              <a:t>Objective function:</a:t>
            </a:r>
          </a:p>
          <a:p>
            <a:pPr lvl="1" eaLnBrk="1" hangingPunct="1"/>
            <a:r>
              <a:rPr lang="en-US" altLang="en-US" sz="2400">
                <a:cs typeface="Times New Roman" panose="02020603050405020304" pitchFamily="18" charset="0"/>
              </a:rPr>
              <a:t>Total distance should be minimized</a:t>
            </a:r>
          </a:p>
          <a:p>
            <a:pPr eaLnBrk="1" hangingPunct="1"/>
            <a:r>
              <a:rPr lang="en-US" altLang="en-US" sz="2800">
                <a:cs typeface="Times New Roman" panose="02020603050405020304" pitchFamily="18" charset="0"/>
              </a:rPr>
              <a:t>Determine the network weights and bias so that the Lyapunov function is minimized when constraints are met and objective function is minimum</a:t>
            </a:r>
          </a:p>
        </p:txBody>
      </p:sp>
      <p:sp>
        <p:nvSpPr>
          <p:cNvPr id="3369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D230738-1B2F-4910-8FD4-0FFD7FD5560F}" type="slidenum">
              <a:rPr lang="zh-CN" altLang="en-US" sz="1400" smtClean="0">
                <a:solidFill>
                  <a:schemeClr val="bg2"/>
                </a:solidFill>
                <a:latin typeface="Arial" panose="020B0604020202020204" pitchFamily="34" charset="0"/>
              </a:rPr>
              <a:pPr>
                <a:spcBef>
                  <a:spcPct val="50000"/>
                </a:spcBef>
                <a:buClrTx/>
                <a:buSzTx/>
                <a:buFontTx/>
                <a:buNone/>
              </a:pPr>
              <a:t>238</a:t>
            </a:fld>
            <a:endParaRPr lang="en-US" altLang="zh-CN" sz="1400" dirty="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DB75001-4C69-843B-323E-4680CF7FDBE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914400" y="533400"/>
            <a:ext cx="7772400" cy="911225"/>
          </a:xfrm>
        </p:spPr>
        <p:txBody>
          <a:bodyPr/>
          <a:lstStyle/>
          <a:p>
            <a:pPr algn="ctr" eaLnBrk="1" hangingPunct="1"/>
            <a:r>
              <a:rPr lang="en-US" altLang="en-US" sz="4000">
                <a:cs typeface="Times New Roman" panose="02020603050405020304" pitchFamily="18" charset="0"/>
              </a:rPr>
              <a:t>Objective Function to be Minimized</a:t>
            </a:r>
          </a:p>
        </p:txBody>
      </p:sp>
      <p:sp>
        <p:nvSpPr>
          <p:cNvPr id="18435" name="Rectangle 14"/>
          <p:cNvSpPr>
            <a:spLocks noGrp="1" noChangeArrowheads="1"/>
          </p:cNvSpPr>
          <p:nvPr>
            <p:ph type="body" sz="half" idx="1"/>
          </p:nvPr>
        </p:nvSpPr>
        <p:spPr>
          <a:xfrm>
            <a:off x="1295400" y="1752600"/>
            <a:ext cx="7315200" cy="4297363"/>
          </a:xfrm>
        </p:spPr>
        <p:txBody>
          <a:bodyPr/>
          <a:lstStyle/>
          <a:p>
            <a:pPr marL="0" indent="0" eaLnBrk="1" hangingPunct="1">
              <a:buFont typeface="Monotype Sorts" pitchFamily="2" charset="2"/>
              <a:buNone/>
              <a:defRPr/>
            </a:pPr>
            <a:r>
              <a:rPr lang="en-US" sz="2800">
                <a:cs typeface="Times New Roman" pitchFamily="18" charset="0"/>
              </a:rPr>
              <a:t>  : binary state </a:t>
            </a:r>
            <a:r>
              <a:rPr lang="en-US" sz="2800" err="1">
                <a:cs typeface="Times New Roman" pitchFamily="18" charset="0"/>
              </a:rPr>
              <a:t>vaiable</a:t>
            </a:r>
            <a:r>
              <a:rPr lang="en-US" sz="2800">
                <a:cs typeface="Times New Roman" pitchFamily="18" charset="0"/>
              </a:rPr>
              <a:t> of the neuron in position (</a:t>
            </a:r>
            <a:r>
              <a:rPr lang="en-US" sz="2800" i="1" err="1">
                <a:cs typeface="Times New Roman" pitchFamily="18" charset="0"/>
              </a:rPr>
              <a:t>i</a:t>
            </a:r>
            <a:r>
              <a:rPr lang="en-US" sz="2800" err="1">
                <a:cs typeface="Times New Roman" pitchFamily="18" charset="0"/>
              </a:rPr>
              <a:t>,</a:t>
            </a:r>
            <a:r>
              <a:rPr lang="en-US" sz="2800" i="1" err="1">
                <a:cs typeface="Times New Roman" pitchFamily="18" charset="0"/>
              </a:rPr>
              <a:t>a</a:t>
            </a:r>
            <a:r>
              <a:rPr lang="en-US" sz="2800">
                <a:cs typeface="Times New Roman" pitchFamily="18" charset="0"/>
              </a:rPr>
              <a:t>) in the matrix or 2D array</a:t>
            </a:r>
          </a:p>
          <a:p>
            <a:pPr marL="0" indent="0" eaLnBrk="1" hangingPunct="1">
              <a:buFont typeface="Monotype Sorts" pitchFamily="2" charset="2"/>
              <a:buNone/>
              <a:defRPr/>
            </a:pPr>
            <a:r>
              <a:rPr lang="en-US" sz="2800">
                <a:cs typeface="Times New Roman" pitchFamily="18" charset="0"/>
              </a:rPr>
              <a:t>   : distance between city </a:t>
            </a:r>
            <a:r>
              <a:rPr lang="en-US" sz="2800" i="1" err="1">
                <a:cs typeface="Times New Roman" pitchFamily="18" charset="0"/>
              </a:rPr>
              <a:t>i</a:t>
            </a:r>
            <a:r>
              <a:rPr lang="en-US" sz="2800" i="1">
                <a:cs typeface="Times New Roman" pitchFamily="18" charset="0"/>
              </a:rPr>
              <a:t> </a:t>
            </a:r>
            <a:r>
              <a:rPr lang="en-US" sz="2800">
                <a:cs typeface="Times New Roman" pitchFamily="18" charset="0"/>
              </a:rPr>
              <a:t>and city </a:t>
            </a:r>
            <a:r>
              <a:rPr lang="en-US" sz="2800" i="1">
                <a:cs typeface="Times New Roman" pitchFamily="18" charset="0"/>
              </a:rPr>
              <a:t>j</a:t>
            </a:r>
          </a:p>
          <a:p>
            <a:pPr marL="0" indent="0" eaLnBrk="1" hangingPunct="1">
              <a:buFont typeface="Monotype Sorts" pitchFamily="2" charset="2"/>
              <a:buNone/>
              <a:defRPr/>
            </a:pPr>
            <a:endParaRPr lang="en-US" sz="2800">
              <a:cs typeface="Times New Roman" pitchFamily="18" charset="0"/>
            </a:endParaRPr>
          </a:p>
          <a:p>
            <a:pPr marL="0" indent="0" eaLnBrk="1" hangingPunct="1">
              <a:buFont typeface="Monotype Sorts" pitchFamily="2" charset="2"/>
              <a:buNone/>
              <a:defRPr/>
            </a:pPr>
            <a:r>
              <a:rPr lang="en-US" sz="2800">
                <a:cs typeface="Times New Roman" pitchFamily="18" charset="0"/>
              </a:rPr>
              <a:t>Total distance of a route:</a:t>
            </a:r>
          </a:p>
          <a:p>
            <a:pPr eaLnBrk="1" hangingPunct="1">
              <a:buFontTx/>
              <a:buNone/>
              <a:defRPr/>
            </a:pPr>
            <a:endParaRPr lang="en-US" sz="2800">
              <a:cs typeface="Times New Roman" pitchFamily="18" charset="0"/>
            </a:endParaRPr>
          </a:p>
        </p:txBody>
      </p:sp>
      <p:graphicFrame>
        <p:nvGraphicFramePr>
          <p:cNvPr id="337924" name="Object 10"/>
          <p:cNvGraphicFramePr>
            <a:graphicFrameLocks noGrp="1" noChangeAspect="1"/>
          </p:cNvGraphicFramePr>
          <p:nvPr>
            <p:ph sz="half" idx="4294967295"/>
          </p:nvPr>
        </p:nvGraphicFramePr>
        <p:xfrm>
          <a:off x="1143000" y="1752600"/>
          <a:ext cx="433388" cy="520700"/>
        </p:xfrm>
        <a:graphic>
          <a:graphicData uri="http://schemas.openxmlformats.org/presentationml/2006/ole">
            <mc:AlternateContent xmlns:mc="http://schemas.openxmlformats.org/markup-compatibility/2006">
              <mc:Choice xmlns:v="urn:schemas-microsoft-com:vml" Requires="v">
                <p:oleObj name="Equation" r:id="rId2" imgW="190500" imgH="228600" progId="Equation.3">
                  <p:embed/>
                </p:oleObj>
              </mc:Choice>
              <mc:Fallback>
                <p:oleObj name="Equation" r:id="rId2" imgW="190500" imgH="228600" progId="Equation.3">
                  <p:embed/>
                  <p:pic>
                    <p:nvPicPr>
                      <p:cNvPr id="337924"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752600"/>
                        <a:ext cx="433388"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25" name="Object 12"/>
          <p:cNvGraphicFramePr>
            <a:graphicFrameLocks noGrp="1" noChangeAspect="1"/>
          </p:cNvGraphicFramePr>
          <p:nvPr>
            <p:ph sz="half" idx="4294967295"/>
          </p:nvPr>
        </p:nvGraphicFramePr>
        <p:xfrm>
          <a:off x="1219200" y="2743200"/>
          <a:ext cx="419100" cy="531813"/>
        </p:xfrm>
        <a:graphic>
          <a:graphicData uri="http://schemas.openxmlformats.org/presentationml/2006/ole">
            <mc:AlternateContent xmlns:mc="http://schemas.openxmlformats.org/markup-compatibility/2006">
              <mc:Choice xmlns:v="urn:schemas-microsoft-com:vml" Requires="v">
                <p:oleObj name="Equation" r:id="rId4" imgW="190417" imgH="241195" progId="Equation.3">
                  <p:embed/>
                </p:oleObj>
              </mc:Choice>
              <mc:Fallback>
                <p:oleObj name="Equation" r:id="rId4" imgW="190417" imgH="241195" progId="Equation.3">
                  <p:embed/>
                  <p:pic>
                    <p:nvPicPr>
                      <p:cNvPr id="337925"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2743200"/>
                        <a:ext cx="4191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7926" name="Picture 18"/>
          <p:cNvPicPr>
            <a:picLocks noGrp="1" noChangeAspect="1" noChangeArrowheads="1"/>
          </p:cNvPicPr>
          <p:nvPr>
            <p:ph sz="half" idx="2"/>
          </p:nvPr>
        </p:nvPicPr>
        <p:blipFill>
          <a:blip r:embed="rId6">
            <a:extLst>
              <a:ext uri="{28A0092B-C50C-407E-A947-70E740481C1C}">
                <a14:useLocalDpi xmlns:a14="http://schemas.microsoft.com/office/drawing/2010/main" val="0"/>
              </a:ext>
            </a:extLst>
          </a:blip>
          <a:srcRect/>
          <a:stretch>
            <a:fillRect/>
          </a:stretch>
        </p:blipFill>
        <p:spPr>
          <a:xfrm>
            <a:off x="1828800" y="4343400"/>
            <a:ext cx="5461000" cy="1041400"/>
          </a:xfrm>
          <a:noFill/>
        </p:spPr>
      </p:pic>
      <p:sp>
        <p:nvSpPr>
          <p:cNvPr id="2" name="Footer Placeholder 4">
            <a:extLst>
              <a:ext uri="{FF2B5EF4-FFF2-40B4-BE49-F238E27FC236}">
                <a16:creationId xmlns:a16="http://schemas.microsoft.com/office/drawing/2014/main" id="{F18B2970-225D-F388-061A-0B14F065AA8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
        <p:nvSpPr>
          <p:cNvPr id="4" name="Slide Number Placeholder 1">
            <a:extLst>
              <a:ext uri="{FF2B5EF4-FFF2-40B4-BE49-F238E27FC236}">
                <a16:creationId xmlns:a16="http://schemas.microsoft.com/office/drawing/2014/main" id="{28134DA8-680A-0CBA-8354-A48968EFBEAD}"/>
              </a:ext>
            </a:extLst>
          </p:cNvPr>
          <p:cNvSpPr txBox="1">
            <a:spLocks/>
          </p:cNvSpPr>
          <p:nvPr/>
        </p:nvSpPr>
        <p:spPr>
          <a:xfrm>
            <a:off x="81026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50000"/>
              </a:spcBef>
              <a:buClrTx/>
              <a:buSzTx/>
              <a:buFontTx/>
              <a:buNone/>
            </a:pPr>
            <a:fld id="{2D230738-1B2F-4910-8FD4-0FFD7FD5560F}" type="slidenum">
              <a:rPr lang="zh-CN" altLang="en-US" sz="1400" smtClean="0">
                <a:solidFill>
                  <a:schemeClr val="bg2"/>
                </a:solidFill>
                <a:latin typeface="Arial" panose="020B0604020202020204" pitchFamily="34" charset="0"/>
              </a:rPr>
              <a:pPr>
                <a:spcBef>
                  <a:spcPct val="50000"/>
                </a:spcBef>
                <a:buClrTx/>
                <a:buSzTx/>
                <a:buFontTx/>
                <a:buNone/>
              </a:pPr>
              <a:t>239</a:t>
            </a:fld>
            <a:endParaRPr lang="en-US" altLang="zh-CN" sz="1400" dirty="0">
              <a:solidFill>
                <a:schemeClr val="bg2"/>
              </a:solidFill>
              <a:latin typeface="Arial" panose="020B0604020202020204" pitchFamily="34" charset="0"/>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946" name="Picture 16"/>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990600" y="1873250"/>
            <a:ext cx="7848600" cy="725488"/>
          </a:xfrm>
          <a:noFill/>
        </p:spPr>
      </p:pic>
      <p:sp>
        <p:nvSpPr>
          <p:cNvPr id="338947" name="Rectangle 8"/>
          <p:cNvSpPr>
            <a:spLocks noGrp="1" noChangeArrowheads="1"/>
          </p:cNvSpPr>
          <p:nvPr>
            <p:ph type="body" sz="half" idx="3"/>
          </p:nvPr>
        </p:nvSpPr>
        <p:spPr>
          <a:xfrm>
            <a:off x="990600" y="533400"/>
            <a:ext cx="7772400" cy="990600"/>
          </a:xfrm>
        </p:spPr>
        <p:txBody>
          <a:bodyPr/>
          <a:lstStyle/>
          <a:p>
            <a:pPr marL="0" indent="0" algn="ctr" eaLnBrk="1" hangingPunct="1">
              <a:buFont typeface="Monotype Sorts" pitchFamily="2" charset="2"/>
              <a:buNone/>
            </a:pPr>
            <a:r>
              <a:rPr lang="en-US" altLang="en-US" sz="2800">
                <a:cs typeface="Times New Roman" panose="02020603050405020304" pitchFamily="18" charset="0"/>
              </a:rPr>
              <a:t> </a:t>
            </a:r>
            <a:r>
              <a:rPr lang="en-US" altLang="en-US" sz="4000">
                <a:cs typeface="Times New Roman" panose="02020603050405020304" pitchFamily="18" charset="0"/>
              </a:rPr>
              <a:t>Lyapunv Function to be Minimized</a:t>
            </a:r>
          </a:p>
        </p:txBody>
      </p:sp>
      <p:pic>
        <p:nvPicPr>
          <p:cNvPr id="338948" name="Picture 19"/>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990600" y="2687638"/>
            <a:ext cx="3017838" cy="766762"/>
          </a:xfrm>
          <a:noFill/>
        </p:spPr>
      </p:pic>
      <p:pic>
        <p:nvPicPr>
          <p:cNvPr id="338949"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3" y="3352800"/>
            <a:ext cx="1287462"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95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4375" y="4191000"/>
            <a:ext cx="1333500"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951"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8638" y="5019675"/>
            <a:ext cx="170497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8952" name="Rectangle 25"/>
          <p:cNvSpPr>
            <a:spLocks noChangeArrowheads="1"/>
          </p:cNvSpPr>
          <p:nvPr/>
        </p:nvSpPr>
        <p:spPr bwMode="auto">
          <a:xfrm>
            <a:off x="3733800" y="2819400"/>
            <a:ext cx="5410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ClrTx/>
              <a:buSzTx/>
              <a:buFontTx/>
              <a:buNone/>
            </a:pPr>
            <a:r>
              <a:rPr lang="en-US" altLang="en-US" sz="2800" dirty="0">
                <a:cs typeface="Times New Roman" panose="02020603050405020304" pitchFamily="18" charset="0"/>
              </a:rPr>
              <a:t> : for minimizing tour length</a:t>
            </a:r>
          </a:p>
          <a:p>
            <a:pPr>
              <a:buClrTx/>
              <a:buSzTx/>
              <a:buFontTx/>
              <a:buNone/>
            </a:pPr>
            <a:r>
              <a:rPr lang="en-US" altLang="en-US" sz="2800" dirty="0">
                <a:cs typeface="Times New Roman" panose="02020603050405020304" pitchFamily="18" charset="0"/>
              </a:rPr>
              <a:t>: is non-zero if more than one neuron in on in each row</a:t>
            </a:r>
          </a:p>
          <a:p>
            <a:pPr>
              <a:buClrTx/>
              <a:buSzTx/>
              <a:buFontTx/>
              <a:buNone/>
            </a:pPr>
            <a:r>
              <a:rPr lang="en-US" altLang="en-US" sz="2800" dirty="0">
                <a:cs typeface="Times New Roman" panose="02020603050405020304" pitchFamily="18" charset="0"/>
              </a:rPr>
              <a:t>: is non-zero if more than one neuron in on in each column</a:t>
            </a:r>
          </a:p>
          <a:p>
            <a:pPr>
              <a:buClrTx/>
              <a:buSzTx/>
              <a:buFontTx/>
              <a:buNone/>
            </a:pPr>
            <a:r>
              <a:rPr lang="en-US" altLang="en-US" sz="2800" dirty="0">
                <a:cs typeface="Times New Roman" panose="02020603050405020304" pitchFamily="18" charset="0"/>
              </a:rPr>
              <a:t>: ensure that there is a total of </a:t>
            </a:r>
            <a:r>
              <a:rPr lang="en-US" altLang="en-US" sz="2800" i="1" dirty="0">
                <a:cs typeface="Times New Roman" panose="02020603050405020304" pitchFamily="18" charset="0"/>
              </a:rPr>
              <a:t>N </a:t>
            </a:r>
            <a:r>
              <a:rPr lang="en-US" altLang="en-US" sz="2800" dirty="0">
                <a:cs typeface="Times New Roman" panose="02020603050405020304" pitchFamily="18" charset="0"/>
              </a:rPr>
              <a:t>neurons ON</a:t>
            </a:r>
          </a:p>
          <a:p>
            <a:pPr>
              <a:buClrTx/>
              <a:buSzTx/>
              <a:buFontTx/>
              <a:buNone/>
            </a:pPr>
            <a:endParaRPr lang="en-US" altLang="en-US" sz="2800" dirty="0">
              <a:cs typeface="Times New Roman" panose="02020603050405020304" pitchFamily="18" charset="0"/>
            </a:endParaRPr>
          </a:p>
        </p:txBody>
      </p:sp>
      <p:sp>
        <p:nvSpPr>
          <p:cNvPr id="338954"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AF16C2D-FC77-4557-8D90-E6074D34BB49}" type="slidenum">
              <a:rPr lang="ar-SA" altLang="en-US" sz="1400" smtClean="0">
                <a:solidFill>
                  <a:schemeClr val="bg2"/>
                </a:solidFill>
                <a:latin typeface="Arial" panose="020B0604020202020204" pitchFamily="34" charset="0"/>
              </a:rPr>
              <a:pPr>
                <a:spcBef>
                  <a:spcPct val="50000"/>
                </a:spcBef>
                <a:buClrTx/>
                <a:buSzTx/>
                <a:buFontTx/>
                <a:buNone/>
              </a:pPr>
              <a:t>240</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DE121FD-4188-2637-1226-9C3B42D9474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4"/>
          <p:cNvSpPr>
            <a:spLocks noGrp="1" noChangeArrowheads="1"/>
          </p:cNvSpPr>
          <p:nvPr>
            <p:ph type="title"/>
          </p:nvPr>
        </p:nvSpPr>
        <p:spPr>
          <a:xfrm>
            <a:off x="914400" y="381000"/>
            <a:ext cx="7543800" cy="1036638"/>
          </a:xfrm>
        </p:spPr>
        <p:txBody>
          <a:bodyPr/>
          <a:lstStyle/>
          <a:p>
            <a:pPr algn="ctr" eaLnBrk="1" hangingPunct="1"/>
            <a:r>
              <a:rPr lang="en-US" altLang="en-US" sz="4000">
                <a:cs typeface="Times New Roman" panose="02020603050405020304" pitchFamily="18" charset="0"/>
              </a:rPr>
              <a:t>Constructing the Hopfield Network</a:t>
            </a:r>
          </a:p>
        </p:txBody>
      </p:sp>
      <p:sp>
        <p:nvSpPr>
          <p:cNvPr id="339971" name="Rectangle 3"/>
          <p:cNvSpPr>
            <a:spLocks noGrp="1" noChangeArrowheads="1"/>
          </p:cNvSpPr>
          <p:nvPr>
            <p:ph type="body" sz="half" idx="1"/>
          </p:nvPr>
        </p:nvSpPr>
        <p:spPr>
          <a:xfrm>
            <a:off x="1066800" y="1828800"/>
            <a:ext cx="7696200" cy="1066800"/>
          </a:xfrm>
        </p:spPr>
        <p:txBody>
          <a:bodyPr/>
          <a:lstStyle/>
          <a:p>
            <a:pPr marL="0" indent="0" eaLnBrk="1" hangingPunct="1">
              <a:buFont typeface="Monotype Sorts" pitchFamily="2" charset="2"/>
              <a:buNone/>
            </a:pPr>
            <a:r>
              <a:rPr lang="en-US" altLang="en-US" sz="2800">
                <a:cs typeface="Times New Roman" panose="02020603050405020304" pitchFamily="18" charset="0"/>
              </a:rPr>
              <a:t>We should select weights and currents so that two following equations become equal</a:t>
            </a:r>
          </a:p>
        </p:txBody>
      </p:sp>
      <p:pic>
        <p:nvPicPr>
          <p:cNvPr id="339972" name="Picture 7"/>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562100" y="5486400"/>
            <a:ext cx="5791200" cy="1003300"/>
          </a:xfrm>
          <a:noFill/>
        </p:spPr>
      </p:pic>
      <p:pic>
        <p:nvPicPr>
          <p:cNvPr id="339973" name="Picture 9"/>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371600" y="3810000"/>
            <a:ext cx="6096000" cy="1100138"/>
          </a:xfrm>
          <a:noFill/>
        </p:spPr>
      </p:pic>
      <p:pic>
        <p:nvPicPr>
          <p:cNvPr id="339974"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450" y="2895600"/>
            <a:ext cx="7848600"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9975" name="Rectangle 12"/>
          <p:cNvSpPr>
            <a:spLocks noChangeArrowheads="1"/>
          </p:cNvSpPr>
          <p:nvPr/>
        </p:nvSpPr>
        <p:spPr bwMode="auto">
          <a:xfrm>
            <a:off x="685800" y="5105400"/>
            <a:ext cx="7924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lvl="1">
              <a:buClr>
                <a:schemeClr val="tx1"/>
              </a:buClr>
              <a:buFontTx/>
              <a:buNone/>
            </a:pPr>
            <a:r>
              <a:rPr lang="en-US" altLang="en-US" sz="2400">
                <a:cs typeface="Times New Roman" panose="02020603050405020304" pitchFamily="18" charset="0"/>
              </a:rPr>
              <a:t>First we make output voltages double subscripts:</a:t>
            </a:r>
          </a:p>
        </p:txBody>
      </p:sp>
      <p:sp>
        <p:nvSpPr>
          <p:cNvPr id="339977"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8FF7854-5A21-4999-8B40-04925DC53A53}" type="slidenum">
              <a:rPr lang="ar-SA" altLang="en-US" sz="1400" smtClean="0">
                <a:solidFill>
                  <a:schemeClr val="bg2"/>
                </a:solidFill>
                <a:latin typeface="Arial" panose="020B0604020202020204" pitchFamily="34" charset="0"/>
              </a:rPr>
              <a:pPr>
                <a:spcBef>
                  <a:spcPct val="50000"/>
                </a:spcBef>
                <a:buClrTx/>
                <a:buSzTx/>
                <a:buFontTx/>
                <a:buNone/>
              </a:pPr>
              <a:t>241</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7C9E3C0-3822-EF67-BFA5-C9ABA1CC83E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4"/>
          <p:cNvSpPr>
            <a:spLocks noGrp="1" noChangeArrowheads="1"/>
          </p:cNvSpPr>
          <p:nvPr>
            <p:ph type="title"/>
          </p:nvPr>
        </p:nvSpPr>
        <p:spPr>
          <a:xfrm>
            <a:off x="914400" y="381000"/>
            <a:ext cx="7543800" cy="1036638"/>
          </a:xfrm>
        </p:spPr>
        <p:txBody>
          <a:bodyPr/>
          <a:lstStyle/>
          <a:p>
            <a:pPr algn="ctr" eaLnBrk="1" hangingPunct="1"/>
            <a:r>
              <a:rPr lang="en-US" altLang="en-US" sz="4000">
                <a:cs typeface="Times New Roman" panose="02020603050405020304" pitchFamily="18" charset="0"/>
              </a:rPr>
              <a:t>Constructing the Hopfield Network</a:t>
            </a:r>
          </a:p>
        </p:txBody>
      </p:sp>
      <p:sp>
        <p:nvSpPr>
          <p:cNvPr id="20483" name="Rectangle 3"/>
          <p:cNvSpPr>
            <a:spLocks noGrp="1" noChangeArrowheads="1"/>
          </p:cNvSpPr>
          <p:nvPr>
            <p:ph type="body" sz="half" idx="1"/>
          </p:nvPr>
        </p:nvSpPr>
        <p:spPr>
          <a:xfrm>
            <a:off x="1066800" y="1828800"/>
            <a:ext cx="7391400" cy="1066800"/>
          </a:xfrm>
        </p:spPr>
        <p:txBody>
          <a:bodyPr/>
          <a:lstStyle/>
          <a:p>
            <a:pPr marL="0" indent="0" eaLnBrk="1" hangingPunct="1">
              <a:buFont typeface="Monotype Sorts" pitchFamily="2" charset="2"/>
              <a:buNone/>
              <a:defRPr/>
            </a:pPr>
            <a:r>
              <a:rPr lang="en-US" sz="2800">
                <a:cs typeface="Times New Roman" pitchFamily="18" charset="0"/>
              </a:rPr>
              <a:t>Note first that             multiply the second-order terms             and       multiply first-order terms    </a:t>
            </a:r>
          </a:p>
          <a:p>
            <a:pPr eaLnBrk="1" hangingPunct="1">
              <a:buFont typeface="Monotype Sorts" pitchFamily="2" charset="2"/>
              <a:buNone/>
              <a:defRPr/>
            </a:pPr>
            <a:r>
              <a:rPr lang="en-US" sz="2800">
                <a:cs typeface="Times New Roman" pitchFamily="18" charset="0"/>
              </a:rPr>
              <a:t>         .</a:t>
            </a:r>
          </a:p>
          <a:p>
            <a:pPr marL="0" indent="0" eaLnBrk="1" hangingPunct="1">
              <a:buClr>
                <a:schemeClr val="tx1"/>
              </a:buClr>
              <a:buFont typeface="Monotype Sorts" pitchFamily="2" charset="2"/>
              <a:buNone/>
              <a:defRPr/>
            </a:pPr>
            <a:r>
              <a:rPr lang="en-US" sz="2800">
                <a:cs typeface="Times New Roman" pitchFamily="18" charset="0"/>
              </a:rPr>
              <a:t>First order terms should be equal:             </a:t>
            </a:r>
          </a:p>
          <a:p>
            <a:pPr marL="0" indent="0" eaLnBrk="1" hangingPunct="1">
              <a:buFont typeface="Monotype Sorts" pitchFamily="2" charset="2"/>
              <a:buNone/>
              <a:defRPr/>
            </a:pPr>
            <a:endParaRPr lang="en-US" sz="2800">
              <a:cs typeface="Times New Roman" pitchFamily="18" charset="0"/>
            </a:endParaRPr>
          </a:p>
        </p:txBody>
      </p:sp>
      <p:graphicFrame>
        <p:nvGraphicFramePr>
          <p:cNvPr id="340996" name="Object 3"/>
          <p:cNvGraphicFramePr>
            <a:graphicFrameLocks noChangeAspect="1"/>
          </p:cNvGraphicFramePr>
          <p:nvPr/>
        </p:nvGraphicFramePr>
        <p:xfrm>
          <a:off x="3276600" y="1676400"/>
          <a:ext cx="838200" cy="762000"/>
        </p:xfrm>
        <a:graphic>
          <a:graphicData uri="http://schemas.openxmlformats.org/presentationml/2006/ole">
            <mc:AlternateContent xmlns:mc="http://schemas.openxmlformats.org/markup-compatibility/2006">
              <mc:Choice xmlns:v="urn:schemas-microsoft-com:vml" Requires="v">
                <p:oleObj name="Equation" r:id="rId2" imgW="330057" imgH="241195" progId="Equation.3">
                  <p:embed/>
                </p:oleObj>
              </mc:Choice>
              <mc:Fallback>
                <p:oleObj name="Equation" r:id="rId2" imgW="330057" imgH="241195" progId="Equation.3">
                  <p:embed/>
                  <p:pic>
                    <p:nvPicPr>
                      <p:cNvPr id="34099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676400"/>
                        <a:ext cx="83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0997" name="Object 4"/>
          <p:cNvGraphicFramePr>
            <a:graphicFrameLocks noChangeAspect="1"/>
          </p:cNvGraphicFramePr>
          <p:nvPr/>
        </p:nvGraphicFramePr>
        <p:xfrm>
          <a:off x="2133600" y="2286000"/>
          <a:ext cx="838200" cy="550863"/>
        </p:xfrm>
        <a:graphic>
          <a:graphicData uri="http://schemas.openxmlformats.org/presentationml/2006/ole">
            <mc:AlternateContent xmlns:mc="http://schemas.openxmlformats.org/markup-compatibility/2006">
              <mc:Choice xmlns:v="urn:schemas-microsoft-com:vml" Requires="v">
                <p:oleObj name="Equation" r:id="rId4" imgW="368300" imgH="241300" progId="Equation.3">
                  <p:embed/>
                </p:oleObj>
              </mc:Choice>
              <mc:Fallback>
                <p:oleObj name="Equation" r:id="rId4" imgW="368300" imgH="241300" progId="Equation.3">
                  <p:embed/>
                  <p:pic>
                    <p:nvPicPr>
                      <p:cNvPr id="34099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286000"/>
                        <a:ext cx="838200"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0998" name="Object 5"/>
          <p:cNvGraphicFramePr>
            <a:graphicFrameLocks noChangeAspect="1"/>
          </p:cNvGraphicFramePr>
          <p:nvPr/>
        </p:nvGraphicFramePr>
        <p:xfrm>
          <a:off x="3733800" y="2209800"/>
          <a:ext cx="457200" cy="685800"/>
        </p:xfrm>
        <a:graphic>
          <a:graphicData uri="http://schemas.openxmlformats.org/presentationml/2006/ole">
            <mc:AlternateContent xmlns:mc="http://schemas.openxmlformats.org/markup-compatibility/2006">
              <mc:Choice xmlns:v="urn:schemas-microsoft-com:vml" Requires="v">
                <p:oleObj name="Equation" r:id="rId6" imgW="152334" imgH="228501" progId="Equation.3">
                  <p:embed/>
                </p:oleObj>
              </mc:Choice>
              <mc:Fallback>
                <p:oleObj name="Equation" r:id="rId6" imgW="152334" imgH="228501" progId="Equation.3">
                  <p:embed/>
                  <p:pic>
                    <p:nvPicPr>
                      <p:cNvPr id="340998"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800" y="2209800"/>
                        <a:ext cx="457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0999" name="Object 6"/>
          <p:cNvGraphicFramePr>
            <a:graphicFrameLocks noChangeAspect="1"/>
          </p:cNvGraphicFramePr>
          <p:nvPr/>
        </p:nvGraphicFramePr>
        <p:xfrm>
          <a:off x="7924800" y="2286000"/>
          <a:ext cx="444500" cy="533400"/>
        </p:xfrm>
        <a:graphic>
          <a:graphicData uri="http://schemas.openxmlformats.org/presentationml/2006/ole">
            <mc:AlternateContent xmlns:mc="http://schemas.openxmlformats.org/markup-compatibility/2006">
              <mc:Choice xmlns:v="urn:schemas-microsoft-com:vml" Requires="v">
                <p:oleObj name="Equation" r:id="rId8" imgW="190500" imgH="228600" progId="Equation.3">
                  <p:embed/>
                </p:oleObj>
              </mc:Choice>
              <mc:Fallback>
                <p:oleObj name="Equation" r:id="rId8" imgW="190500" imgH="228600" progId="Equation.3">
                  <p:embed/>
                  <p:pic>
                    <p:nvPicPr>
                      <p:cNvPr id="340999"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24800" y="2286000"/>
                        <a:ext cx="4445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4100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3836988"/>
            <a:ext cx="38100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1001"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9400" y="5208588"/>
            <a:ext cx="3200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1003"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368F968-7396-4891-83BA-D129020E2445}" type="slidenum">
              <a:rPr lang="ar-SA" altLang="en-US" sz="1400" smtClean="0">
                <a:solidFill>
                  <a:schemeClr val="bg2"/>
                </a:solidFill>
                <a:latin typeface="Arial" panose="020B0604020202020204" pitchFamily="34" charset="0"/>
              </a:rPr>
              <a:pPr>
                <a:spcBef>
                  <a:spcPct val="50000"/>
                </a:spcBef>
                <a:buClrTx/>
                <a:buSzTx/>
                <a:buFontTx/>
                <a:buNone/>
              </a:pPr>
              <a:t>242</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331587C-658A-13A3-4E95-A55A69DF328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4"/>
          <p:cNvSpPr>
            <a:spLocks noGrp="1" noChangeArrowheads="1"/>
          </p:cNvSpPr>
          <p:nvPr>
            <p:ph type="title"/>
          </p:nvPr>
        </p:nvSpPr>
        <p:spPr>
          <a:xfrm>
            <a:off x="914400" y="381000"/>
            <a:ext cx="7543800" cy="1036638"/>
          </a:xfrm>
        </p:spPr>
        <p:txBody>
          <a:bodyPr/>
          <a:lstStyle/>
          <a:p>
            <a:pPr algn="ctr" eaLnBrk="1" hangingPunct="1"/>
            <a:r>
              <a:rPr lang="en-US" altLang="en-US" sz="4000">
                <a:cs typeface="Times New Roman" panose="02020603050405020304" pitchFamily="18" charset="0"/>
              </a:rPr>
              <a:t>Constructing the Hopfield Network</a:t>
            </a:r>
          </a:p>
        </p:txBody>
      </p:sp>
      <p:sp>
        <p:nvSpPr>
          <p:cNvPr id="342019" name="Rectangle 3"/>
          <p:cNvSpPr>
            <a:spLocks noGrp="1" noChangeArrowheads="1"/>
          </p:cNvSpPr>
          <p:nvPr>
            <p:ph type="body" sz="half" idx="1"/>
          </p:nvPr>
        </p:nvSpPr>
        <p:spPr>
          <a:xfrm>
            <a:off x="1066800" y="1828800"/>
            <a:ext cx="7391400" cy="1066800"/>
          </a:xfrm>
        </p:spPr>
        <p:txBody>
          <a:bodyPr/>
          <a:lstStyle/>
          <a:p>
            <a:pPr marL="0" indent="0" eaLnBrk="1" hangingPunct="1">
              <a:buFont typeface="Monotype Sorts" pitchFamily="2" charset="2"/>
              <a:buNone/>
            </a:pPr>
            <a:r>
              <a:rPr lang="en-US" altLang="en-US" sz="2800">
                <a:cs typeface="Times New Roman" panose="02020603050405020304" pitchFamily="18" charset="0"/>
              </a:rPr>
              <a:t>Let’s treat the four sets of second-order terms  separately</a:t>
            </a:r>
          </a:p>
          <a:p>
            <a:pPr marL="0" indent="0" eaLnBrk="1" hangingPunct="1">
              <a:buFont typeface="Monotype Sorts" pitchFamily="2" charset="2"/>
              <a:buNone/>
            </a:pPr>
            <a:endParaRPr lang="en-US" altLang="en-US" sz="2800">
              <a:cs typeface="Times New Roman" panose="02020603050405020304" pitchFamily="18" charset="0"/>
            </a:endParaRPr>
          </a:p>
        </p:txBody>
      </p:sp>
      <p:pic>
        <p:nvPicPr>
          <p:cNvPr id="342020" name="Picture 4"/>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990600" y="2743200"/>
            <a:ext cx="7874000" cy="674688"/>
          </a:xfrm>
          <a:noFill/>
        </p:spPr>
      </p:pic>
      <p:sp>
        <p:nvSpPr>
          <p:cNvPr id="342021" name="Rectangle 1"/>
          <p:cNvSpPr>
            <a:spLocks noChangeArrowheads="1"/>
          </p:cNvSpPr>
          <p:nvPr/>
        </p:nvSpPr>
        <p:spPr bwMode="auto">
          <a:xfrm>
            <a:off x="914400" y="3581400"/>
            <a:ext cx="7543800"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a:cs typeface="Times New Roman" panose="02020603050405020304" pitchFamily="18" charset="0"/>
              </a:rPr>
              <a:t>The second-order </a:t>
            </a:r>
            <a:r>
              <a:rPr lang="en-US" altLang="en-US" sz="2800" i="1">
                <a:cs typeface="Times New Roman" panose="02020603050405020304" pitchFamily="18" charset="0"/>
              </a:rPr>
              <a:t>C </a:t>
            </a:r>
            <a:r>
              <a:rPr lang="en-US" altLang="en-US" sz="2800">
                <a:cs typeface="Times New Roman" panose="02020603050405020304" pitchFamily="18" charset="0"/>
              </a:rPr>
              <a:t>terms are given by</a:t>
            </a:r>
          </a:p>
          <a:p>
            <a:pPr eaLnBrk="1" hangingPunct="1">
              <a:spcBef>
                <a:spcPct val="0"/>
              </a:spcBef>
              <a:buClrTx/>
              <a:buSzTx/>
              <a:buFontTx/>
              <a:buNone/>
            </a:pPr>
            <a:endParaRPr lang="en-US" altLang="en-US" sz="2400">
              <a:cs typeface="Times New Roman" panose="02020603050405020304" pitchFamily="18" charset="0"/>
            </a:endParaRPr>
          </a:p>
          <a:p>
            <a:pPr eaLnBrk="1" hangingPunct="1">
              <a:spcBef>
                <a:spcPct val="0"/>
              </a:spcBef>
              <a:buClrTx/>
              <a:buSzTx/>
              <a:buFontTx/>
              <a:buNone/>
            </a:pPr>
            <a:endParaRPr lang="en-US" altLang="en-US" sz="2400">
              <a:cs typeface="Times New Roman" panose="02020603050405020304" pitchFamily="18" charset="0"/>
            </a:endParaRPr>
          </a:p>
          <a:p>
            <a:pPr eaLnBrk="1" hangingPunct="1">
              <a:spcBef>
                <a:spcPct val="0"/>
              </a:spcBef>
              <a:buClrTx/>
              <a:buSzTx/>
              <a:buFontTx/>
              <a:buNone/>
            </a:pPr>
            <a:endParaRPr lang="en-US" altLang="en-US" sz="2400">
              <a:cs typeface="Times New Roman" panose="02020603050405020304" pitchFamily="18" charset="0"/>
            </a:endParaRPr>
          </a:p>
          <a:p>
            <a:pPr eaLnBrk="1" hangingPunct="1">
              <a:spcBef>
                <a:spcPct val="0"/>
              </a:spcBef>
              <a:buClrTx/>
              <a:buSzTx/>
              <a:buFontTx/>
              <a:buNone/>
            </a:pPr>
            <a:r>
              <a:rPr lang="en-US" altLang="en-US" sz="2400">
                <a:cs typeface="Times New Roman" panose="02020603050405020304" pitchFamily="18" charset="0"/>
                <a:sym typeface="Wingdings" panose="05000000000000000000" pitchFamily="2" charset="2"/>
              </a:rPr>
              <a:t>                = - </a:t>
            </a:r>
            <a:r>
              <a:rPr lang="en-US" altLang="en-US" sz="2400" i="1">
                <a:cs typeface="Times New Roman" panose="02020603050405020304" pitchFamily="18" charset="0"/>
                <a:sym typeface="Wingdings" panose="05000000000000000000" pitchFamily="2" charset="2"/>
              </a:rPr>
              <a:t>C</a:t>
            </a:r>
            <a:endParaRPr lang="en-US" altLang="en-US" sz="2400">
              <a:cs typeface="Times New Roman" panose="02020603050405020304" pitchFamily="18" charset="0"/>
            </a:endParaRPr>
          </a:p>
          <a:p>
            <a:pPr eaLnBrk="1" hangingPunct="1">
              <a:spcBef>
                <a:spcPct val="0"/>
              </a:spcBef>
              <a:buClrTx/>
              <a:buSzTx/>
              <a:buFontTx/>
              <a:buNone/>
            </a:pPr>
            <a:endParaRPr lang="en-US" altLang="en-US" sz="2400">
              <a:cs typeface="Times New Roman" panose="02020603050405020304" pitchFamily="18" charset="0"/>
            </a:endParaRPr>
          </a:p>
          <a:p>
            <a:pPr eaLnBrk="1" hangingPunct="1">
              <a:spcBef>
                <a:spcPct val="0"/>
              </a:spcBef>
              <a:buClrTx/>
              <a:buSzTx/>
              <a:buFontTx/>
              <a:buNone/>
            </a:pPr>
            <a:r>
              <a:rPr lang="en-US" altLang="en-US" sz="2400">
                <a:cs typeface="Times New Roman" panose="02020603050405020304" pitchFamily="18" charset="0"/>
              </a:rPr>
              <a:t> </a:t>
            </a:r>
            <a:endParaRPr lang="en-US" altLang="en-US" sz="2400" i="1">
              <a:cs typeface="Times New Roman" panose="02020603050405020304" pitchFamily="18" charset="0"/>
            </a:endParaRPr>
          </a:p>
        </p:txBody>
      </p:sp>
      <p:pic>
        <p:nvPicPr>
          <p:cNvPr id="342022" name="Picture 8"/>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835150" y="4095750"/>
            <a:ext cx="5702300" cy="855663"/>
          </a:xfrm>
          <a:noFill/>
        </p:spPr>
      </p:pic>
      <p:pic>
        <p:nvPicPr>
          <p:cNvPr id="34202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951413"/>
            <a:ext cx="1184275"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2025"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8324162-F594-4F9E-9D5F-44E0C5F00CCF}" type="slidenum">
              <a:rPr lang="ar-SA" altLang="en-US" sz="1400" smtClean="0">
                <a:solidFill>
                  <a:schemeClr val="bg2"/>
                </a:solidFill>
                <a:latin typeface="Arial" panose="020B0604020202020204" pitchFamily="34" charset="0"/>
              </a:rPr>
              <a:pPr>
                <a:spcBef>
                  <a:spcPct val="50000"/>
                </a:spcBef>
                <a:buClrTx/>
                <a:buSzTx/>
                <a:buFontTx/>
                <a:buNone/>
              </a:pPr>
              <a:t>243</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1750F1E-3D12-A242-1F7E-2D0F0ED72BA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4"/>
          <p:cNvSpPr>
            <a:spLocks noGrp="1" noChangeArrowheads="1"/>
          </p:cNvSpPr>
          <p:nvPr>
            <p:ph type="title"/>
          </p:nvPr>
        </p:nvSpPr>
        <p:spPr>
          <a:xfrm>
            <a:off x="914400" y="381000"/>
            <a:ext cx="7543800" cy="1036638"/>
          </a:xfrm>
        </p:spPr>
        <p:txBody>
          <a:bodyPr/>
          <a:lstStyle/>
          <a:p>
            <a:pPr algn="ctr" eaLnBrk="1" hangingPunct="1"/>
            <a:r>
              <a:rPr lang="en-US" altLang="en-US" sz="4000">
                <a:cs typeface="Times New Roman" panose="02020603050405020304" pitchFamily="18" charset="0"/>
              </a:rPr>
              <a:t>Constructing the Hopfield Network</a:t>
            </a:r>
          </a:p>
        </p:txBody>
      </p:sp>
      <p:sp>
        <p:nvSpPr>
          <p:cNvPr id="343043" name="Rectangle 3"/>
          <p:cNvSpPr>
            <a:spLocks noGrp="1" noChangeArrowheads="1"/>
          </p:cNvSpPr>
          <p:nvPr>
            <p:ph type="body" sz="half" idx="1"/>
          </p:nvPr>
        </p:nvSpPr>
        <p:spPr>
          <a:xfrm>
            <a:off x="1066800" y="1828800"/>
            <a:ext cx="7391400" cy="1066800"/>
          </a:xfrm>
        </p:spPr>
        <p:txBody>
          <a:bodyPr/>
          <a:lstStyle/>
          <a:p>
            <a:pPr marL="0" indent="0" eaLnBrk="1" hangingPunct="1">
              <a:buFont typeface="Monotype Sorts" pitchFamily="2" charset="2"/>
              <a:buNone/>
            </a:pPr>
            <a:r>
              <a:rPr lang="en-US" altLang="en-US" sz="2800">
                <a:cs typeface="Times New Roman" panose="02020603050405020304" pitchFamily="18" charset="0"/>
              </a:rPr>
              <a:t>If                                                   ,  then </a:t>
            </a:r>
          </a:p>
          <a:p>
            <a:pPr marL="0" indent="0" eaLnBrk="1" hangingPunct="1">
              <a:buFont typeface="Monotype Sorts" pitchFamily="2" charset="2"/>
              <a:buNone/>
            </a:pPr>
            <a:endParaRPr lang="en-US" altLang="en-US" sz="2800">
              <a:cs typeface="Times New Roman" panose="02020603050405020304" pitchFamily="18" charset="0"/>
            </a:endParaRPr>
          </a:p>
          <a:p>
            <a:pPr marL="0" indent="0" eaLnBrk="1" hangingPunct="1">
              <a:buFont typeface="Monotype Sorts" pitchFamily="2" charset="2"/>
              <a:buNone/>
            </a:pPr>
            <a:r>
              <a:rPr lang="en-US" altLang="en-US" sz="2800">
                <a:cs typeface="Times New Roman" panose="02020603050405020304" pitchFamily="18" charset="0"/>
              </a:rPr>
              <a:t>corresponding term is</a:t>
            </a:r>
          </a:p>
          <a:p>
            <a:pPr marL="0" indent="0" eaLnBrk="1" hangingPunct="1">
              <a:buFont typeface="Monotype Sorts" pitchFamily="2" charset="2"/>
              <a:buNone/>
            </a:pPr>
            <a:endParaRPr lang="en-US" altLang="en-US" sz="2800">
              <a:cs typeface="Times New Roman" panose="02020603050405020304" pitchFamily="18" charset="0"/>
            </a:endParaRPr>
          </a:p>
          <a:p>
            <a:pPr marL="0" indent="0" eaLnBrk="1" hangingPunct="1">
              <a:buFont typeface="Monotype Sorts" pitchFamily="2" charset="2"/>
              <a:buNone/>
            </a:pPr>
            <a:r>
              <a:rPr lang="en-US" altLang="en-US" sz="2800">
                <a:cs typeface="Times New Roman" panose="02020603050405020304" pitchFamily="18" charset="0"/>
              </a:rPr>
              <a:t>where Kronecker delta function  </a:t>
            </a:r>
          </a:p>
        </p:txBody>
      </p:sp>
      <p:pic>
        <p:nvPicPr>
          <p:cNvPr id="343044"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76400"/>
            <a:ext cx="4648200" cy="90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304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600325"/>
            <a:ext cx="1905000"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43046" name="Object 1"/>
          <p:cNvGraphicFramePr>
            <a:graphicFrameLocks noChangeAspect="1"/>
          </p:cNvGraphicFramePr>
          <p:nvPr/>
        </p:nvGraphicFramePr>
        <p:xfrm>
          <a:off x="3255963" y="4559300"/>
          <a:ext cx="3657600" cy="687388"/>
        </p:xfrm>
        <a:graphic>
          <a:graphicData uri="http://schemas.openxmlformats.org/presentationml/2006/ole">
            <mc:AlternateContent xmlns:mc="http://schemas.openxmlformats.org/markup-compatibility/2006">
              <mc:Choice xmlns:v="urn:schemas-microsoft-com:vml" Requires="v">
                <p:oleObj name="Equation" r:id="rId4" imgW="1282700" imgH="241300" progId="Equation.3">
                  <p:embed/>
                </p:oleObj>
              </mc:Choice>
              <mc:Fallback>
                <p:oleObj name="Equation" r:id="rId4" imgW="1282700" imgH="241300" progId="Equation.3">
                  <p:embed/>
                  <p:pic>
                    <p:nvPicPr>
                      <p:cNvPr id="343046"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5963" y="4559300"/>
                        <a:ext cx="3657600"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43047"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5284788"/>
            <a:ext cx="4321175"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3048" name="TextBox 2"/>
          <p:cNvSpPr txBox="1">
            <a:spLocks noChangeArrowheads="1"/>
          </p:cNvSpPr>
          <p:nvPr/>
        </p:nvSpPr>
        <p:spPr bwMode="auto">
          <a:xfrm>
            <a:off x="1371600" y="5284788"/>
            <a:ext cx="1905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Similarly, </a:t>
            </a:r>
          </a:p>
        </p:txBody>
      </p:sp>
      <p:sp>
        <p:nvSpPr>
          <p:cNvPr id="343050"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EEAC929-3C19-4A3C-B44F-B4E175D31490}" type="slidenum">
              <a:rPr lang="ar-SA" altLang="en-US" sz="1400" smtClean="0">
                <a:solidFill>
                  <a:schemeClr val="bg2"/>
                </a:solidFill>
                <a:latin typeface="Arial" panose="020B0604020202020204" pitchFamily="34" charset="0"/>
              </a:rPr>
              <a:pPr>
                <a:spcBef>
                  <a:spcPct val="50000"/>
                </a:spcBef>
                <a:buClrTx/>
                <a:buSzTx/>
                <a:buFontTx/>
                <a:buNone/>
              </a:pPr>
              <a:t>244</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6E39FA9-3576-A37F-2237-48518D85CCA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6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276600"/>
            <a:ext cx="6313488"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79" name="Rectangle 6"/>
          <p:cNvSpPr>
            <a:spLocks noGrp="1" noChangeArrowheads="1"/>
          </p:cNvSpPr>
          <p:nvPr>
            <p:ph type="body" sz="half" idx="1"/>
          </p:nvPr>
        </p:nvSpPr>
        <p:spPr>
          <a:xfrm>
            <a:off x="1066800" y="1676400"/>
            <a:ext cx="7772400" cy="3429000"/>
          </a:xfrm>
        </p:spPr>
        <p:txBody>
          <a:bodyPr/>
          <a:lstStyle/>
          <a:p>
            <a:pPr marL="0" indent="0" eaLnBrk="1" hangingPunct="1">
              <a:lnSpc>
                <a:spcPct val="90000"/>
              </a:lnSpc>
              <a:buFont typeface="Monotype Sorts" pitchFamily="2" charset="2"/>
              <a:buNone/>
              <a:defRPr/>
            </a:pPr>
            <a:r>
              <a:rPr lang="en-US" sz="2800" i="1">
                <a:cs typeface="Times New Roman" pitchFamily="18" charset="0"/>
              </a:rPr>
              <a:t>D </a:t>
            </a:r>
            <a:r>
              <a:rPr lang="en-US" sz="2800">
                <a:cs typeface="Times New Roman" pitchFamily="18" charset="0"/>
              </a:rPr>
              <a:t>term contributes an amount       to the </a:t>
            </a:r>
            <a:r>
              <a:rPr lang="en-US" sz="2800" err="1">
                <a:cs typeface="Times New Roman" pitchFamily="18" charset="0"/>
              </a:rPr>
              <a:t>Lyapunov</a:t>
            </a:r>
            <a:r>
              <a:rPr lang="en-US" sz="2800">
                <a:cs typeface="Times New Roman" pitchFamily="18" charset="0"/>
              </a:rPr>
              <a:t> function only when                         or                         </a:t>
            </a:r>
          </a:p>
          <a:p>
            <a:pPr marL="0" indent="0" eaLnBrk="1" hangingPunct="1">
              <a:lnSpc>
                <a:spcPct val="90000"/>
              </a:lnSpc>
              <a:buFont typeface="Monotype Sorts" pitchFamily="2" charset="2"/>
              <a:buNone/>
              <a:defRPr/>
            </a:pPr>
            <a:r>
              <a:rPr lang="en-US" sz="2800">
                <a:cs typeface="Times New Roman" pitchFamily="18" charset="0"/>
              </a:rPr>
              <a:t>So</a:t>
            </a:r>
          </a:p>
          <a:p>
            <a:pPr eaLnBrk="1" hangingPunct="1">
              <a:lnSpc>
                <a:spcPct val="90000"/>
              </a:lnSpc>
              <a:buFontTx/>
              <a:buNone/>
              <a:defRPr/>
            </a:pPr>
            <a:endParaRPr lang="en-US" sz="2800">
              <a:cs typeface="Times New Roman" pitchFamily="18" charset="0"/>
            </a:endParaRPr>
          </a:p>
          <a:p>
            <a:pPr eaLnBrk="1" hangingPunct="1">
              <a:lnSpc>
                <a:spcPct val="90000"/>
              </a:lnSpc>
              <a:buFontTx/>
              <a:buNone/>
              <a:defRPr/>
            </a:pPr>
            <a:endParaRPr lang="en-US" sz="2800">
              <a:cs typeface="Times New Roman" pitchFamily="18" charset="0"/>
            </a:endParaRPr>
          </a:p>
          <a:p>
            <a:pPr eaLnBrk="1" hangingPunct="1">
              <a:lnSpc>
                <a:spcPct val="90000"/>
              </a:lnSpc>
              <a:buFontTx/>
              <a:buNone/>
              <a:defRPr/>
            </a:pPr>
            <a:endParaRPr lang="en-US" sz="2800">
              <a:cs typeface="Times New Roman" pitchFamily="18" charset="0"/>
            </a:endParaRPr>
          </a:p>
          <a:p>
            <a:pPr eaLnBrk="1" hangingPunct="1">
              <a:lnSpc>
                <a:spcPct val="90000"/>
              </a:lnSpc>
              <a:buFontTx/>
              <a:buNone/>
              <a:defRPr/>
            </a:pPr>
            <a:r>
              <a:rPr lang="en-US" sz="2800">
                <a:cs typeface="Times New Roman" pitchFamily="18" charset="0"/>
              </a:rPr>
              <a:t>Bringing together all four components of the weights, we have</a:t>
            </a:r>
          </a:p>
          <a:p>
            <a:pPr eaLnBrk="1" hangingPunct="1">
              <a:lnSpc>
                <a:spcPct val="90000"/>
              </a:lnSpc>
              <a:buFontTx/>
              <a:buNone/>
              <a:defRPr/>
            </a:pPr>
            <a:endParaRPr lang="en-US" sz="2800">
              <a:cs typeface="Times New Roman" pitchFamily="18" charset="0"/>
            </a:endParaRPr>
          </a:p>
        </p:txBody>
      </p:sp>
      <p:pic>
        <p:nvPicPr>
          <p:cNvPr id="344068" name="Picture 7"/>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410200" y="1676400"/>
            <a:ext cx="533400" cy="498475"/>
          </a:xfrm>
          <a:noFill/>
        </p:spPr>
      </p:pic>
      <p:pic>
        <p:nvPicPr>
          <p:cNvPr id="344069" name="Picture 10"/>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038600" y="2133600"/>
            <a:ext cx="2057400" cy="555625"/>
          </a:xfrm>
          <a:noFill/>
        </p:spPr>
      </p:pic>
      <p:pic>
        <p:nvPicPr>
          <p:cNvPr id="34407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2071688"/>
            <a:ext cx="1752600"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4071"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54864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4072" name="Rectangle 4"/>
          <p:cNvSpPr>
            <a:spLocks noGrp="1" noChangeArrowheads="1"/>
          </p:cNvSpPr>
          <p:nvPr>
            <p:ph type="title"/>
          </p:nvPr>
        </p:nvSpPr>
        <p:spPr>
          <a:xfrm>
            <a:off x="914400" y="381000"/>
            <a:ext cx="7543800" cy="1036638"/>
          </a:xfrm>
        </p:spPr>
        <p:txBody>
          <a:bodyPr/>
          <a:lstStyle/>
          <a:p>
            <a:pPr algn="ctr" eaLnBrk="1" hangingPunct="1"/>
            <a:r>
              <a:rPr lang="en-US" altLang="en-US" sz="4000">
                <a:cs typeface="Times New Roman" panose="02020603050405020304" pitchFamily="18" charset="0"/>
              </a:rPr>
              <a:t>Constructing the Hopfield Network</a:t>
            </a:r>
          </a:p>
        </p:txBody>
      </p:sp>
      <p:sp>
        <p:nvSpPr>
          <p:cNvPr id="344074"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7D8716F-7F91-46E4-825B-FD5C9F144314}" type="slidenum">
              <a:rPr lang="ar-SA" altLang="en-US" sz="1400" smtClean="0">
                <a:solidFill>
                  <a:schemeClr val="bg2"/>
                </a:solidFill>
                <a:latin typeface="Arial" panose="020B0604020202020204" pitchFamily="34" charset="0"/>
              </a:rPr>
              <a:pPr>
                <a:spcBef>
                  <a:spcPct val="50000"/>
                </a:spcBef>
                <a:buClrTx/>
                <a:buSzTx/>
                <a:buFontTx/>
                <a:buNone/>
              </a:pPr>
              <a:t>245</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C598077-BA05-16DB-E520-D36940AABCB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a:xfrm>
            <a:off x="914400" y="533400"/>
            <a:ext cx="7772400" cy="884238"/>
          </a:xfrm>
        </p:spPr>
        <p:txBody>
          <a:bodyPr/>
          <a:lstStyle/>
          <a:p>
            <a:pPr algn="ctr" eaLnBrk="1" hangingPunct="1"/>
            <a:r>
              <a:rPr lang="en-US" altLang="en-US" sz="4000" b="1">
                <a:cs typeface="Times New Roman" panose="02020603050405020304" pitchFamily="18" charset="0"/>
              </a:rPr>
              <a:t> Parameter Selection</a:t>
            </a:r>
          </a:p>
        </p:txBody>
      </p:sp>
      <p:sp>
        <p:nvSpPr>
          <p:cNvPr id="345091" name="Rectangle 3"/>
          <p:cNvSpPr>
            <a:spLocks noGrp="1" noChangeArrowheads="1"/>
          </p:cNvSpPr>
          <p:nvPr>
            <p:ph type="body" sz="half" idx="1"/>
          </p:nvPr>
        </p:nvSpPr>
        <p:spPr>
          <a:xfrm>
            <a:off x="990600" y="1676400"/>
            <a:ext cx="7467600" cy="4525963"/>
          </a:xfrm>
        </p:spPr>
        <p:txBody>
          <a:bodyPr/>
          <a:lstStyle/>
          <a:p>
            <a:pPr eaLnBrk="1" hangingPunct="1">
              <a:buFont typeface="Wingdings" panose="05000000000000000000" pitchFamily="2" charset="2"/>
              <a:buChar char="v"/>
            </a:pPr>
            <a:r>
              <a:rPr lang="en-US" altLang="en-US" sz="2800">
                <a:cs typeface="Times New Roman" panose="02020603050405020304" pitchFamily="18" charset="0"/>
              </a:rPr>
              <a:t>Appropriate values for the parameters </a:t>
            </a:r>
            <a:r>
              <a:rPr lang="en-US" altLang="en-US" sz="2800" i="1">
                <a:cs typeface="Times New Roman" panose="02020603050405020304" pitchFamily="18" charset="0"/>
              </a:rPr>
              <a:t>A</a:t>
            </a:r>
            <a:r>
              <a:rPr lang="en-US" altLang="en-US" sz="2800">
                <a:cs typeface="Times New Roman" panose="02020603050405020304" pitchFamily="18" charset="0"/>
              </a:rPr>
              <a:t>,</a:t>
            </a:r>
            <a:r>
              <a:rPr lang="en-US" altLang="en-US" sz="2800" i="1">
                <a:cs typeface="Times New Roman" panose="02020603050405020304" pitchFamily="18" charset="0"/>
              </a:rPr>
              <a:t>B</a:t>
            </a:r>
            <a:r>
              <a:rPr lang="en-US" altLang="en-US" sz="2800">
                <a:cs typeface="Times New Roman" panose="02020603050405020304" pitchFamily="18" charset="0"/>
              </a:rPr>
              <a:t>,</a:t>
            </a:r>
            <a:r>
              <a:rPr lang="en-US" altLang="en-US" sz="2800" i="1">
                <a:cs typeface="Times New Roman" panose="02020603050405020304" pitchFamily="18" charset="0"/>
              </a:rPr>
              <a:t>C,D </a:t>
            </a:r>
            <a:r>
              <a:rPr lang="en-US" altLang="en-US" sz="2800">
                <a:cs typeface="Times New Roman" panose="02020603050405020304" pitchFamily="18" charset="0"/>
              </a:rPr>
              <a:t>and      must be determined</a:t>
            </a:r>
          </a:p>
          <a:p>
            <a:pPr eaLnBrk="1" hangingPunct="1">
              <a:buFont typeface="Wingdings" panose="05000000000000000000" pitchFamily="2" charset="2"/>
              <a:buChar char="v"/>
            </a:pPr>
            <a:r>
              <a:rPr lang="en-US" altLang="en-US" sz="2800">
                <a:cs typeface="Times New Roman" panose="02020603050405020304" pitchFamily="18" charset="0"/>
              </a:rPr>
              <a:t>Tank and Hopfield used </a:t>
            </a:r>
            <a:r>
              <a:rPr lang="en-US" altLang="en-US" sz="2800" i="1">
                <a:cs typeface="Times New Roman" panose="02020603050405020304" pitchFamily="18" charset="0"/>
              </a:rPr>
              <a:t>A </a:t>
            </a:r>
            <a:r>
              <a:rPr lang="en-US" altLang="en-US" sz="2800">
                <a:cs typeface="Times New Roman" panose="02020603050405020304" pitchFamily="18" charset="0"/>
              </a:rPr>
              <a:t>= </a:t>
            </a:r>
            <a:r>
              <a:rPr lang="en-US" altLang="en-US" sz="2800" i="1">
                <a:cs typeface="Times New Roman" panose="02020603050405020304" pitchFamily="18" charset="0"/>
              </a:rPr>
              <a:t>B </a:t>
            </a:r>
            <a:r>
              <a:rPr lang="en-US" altLang="en-US" sz="2800">
                <a:cs typeface="Times New Roman" panose="02020603050405020304" pitchFamily="18" charset="0"/>
              </a:rPr>
              <a:t>=</a:t>
            </a:r>
            <a:r>
              <a:rPr lang="en-US" altLang="en-US" sz="2800" i="1">
                <a:cs typeface="Times New Roman" panose="02020603050405020304" pitchFamily="18" charset="0"/>
              </a:rPr>
              <a:t>D </a:t>
            </a:r>
            <a:r>
              <a:rPr lang="en-US" altLang="en-US" sz="2800">
                <a:cs typeface="Times New Roman" panose="02020603050405020304" pitchFamily="18" charset="0"/>
              </a:rPr>
              <a:t>=250 , </a:t>
            </a:r>
            <a:r>
              <a:rPr lang="en-US" altLang="en-US" sz="2800" i="1">
                <a:cs typeface="Times New Roman" panose="02020603050405020304" pitchFamily="18" charset="0"/>
              </a:rPr>
              <a:t>C </a:t>
            </a:r>
            <a:r>
              <a:rPr lang="en-US" altLang="en-US" sz="2800">
                <a:cs typeface="Times New Roman" panose="02020603050405020304" pitchFamily="18" charset="0"/>
              </a:rPr>
              <a:t>= 1000 and      = 50</a:t>
            </a:r>
          </a:p>
          <a:p>
            <a:pPr eaLnBrk="1" hangingPunct="1">
              <a:buFont typeface="Wingdings" panose="05000000000000000000" pitchFamily="2" charset="2"/>
              <a:buChar char="v"/>
            </a:pPr>
            <a:r>
              <a:rPr lang="en-US" altLang="en-US" sz="2800">
                <a:cs typeface="Times New Roman" panose="02020603050405020304" pitchFamily="18" charset="0"/>
              </a:rPr>
              <a:t>Tank and Hopfield applied it to random 10-city maps and found that, overall, in about 50% of cases, the method found the optimum route from among the 181,440 distinct paths.</a:t>
            </a:r>
          </a:p>
          <a:p>
            <a:pPr eaLnBrk="1" hangingPunct="1"/>
            <a:endParaRPr lang="en-US" altLang="en-US" sz="2800">
              <a:cs typeface="Times New Roman" panose="02020603050405020304" pitchFamily="18" charset="0"/>
            </a:endParaRPr>
          </a:p>
          <a:p>
            <a:pPr eaLnBrk="1" hangingPunct="1"/>
            <a:endParaRPr lang="en-US" altLang="en-US" sz="2800">
              <a:cs typeface="Times New Roman" panose="02020603050405020304" pitchFamily="18" charset="0"/>
            </a:endParaRPr>
          </a:p>
          <a:p>
            <a:pPr eaLnBrk="1" hangingPunct="1"/>
            <a:endParaRPr lang="en-US" altLang="en-US" sz="2800">
              <a:cs typeface="Times New Roman" panose="02020603050405020304" pitchFamily="18" charset="0"/>
            </a:endParaRPr>
          </a:p>
          <a:p>
            <a:pPr eaLnBrk="1" hangingPunct="1"/>
            <a:endParaRPr lang="en-US" altLang="en-US" sz="2800">
              <a:cs typeface="Times New Roman" panose="02020603050405020304" pitchFamily="18" charset="0"/>
            </a:endParaRPr>
          </a:p>
        </p:txBody>
      </p:sp>
      <p:graphicFrame>
        <p:nvGraphicFramePr>
          <p:cNvPr id="345092" name="Object 4"/>
          <p:cNvGraphicFramePr>
            <a:graphicFrameLocks noGrp="1" noChangeAspect="1"/>
          </p:cNvGraphicFramePr>
          <p:nvPr>
            <p:ph sz="quarter" idx="2"/>
          </p:nvPr>
        </p:nvGraphicFramePr>
        <p:xfrm>
          <a:off x="2925763" y="3124200"/>
          <a:ext cx="238125" cy="381000"/>
        </p:xfrm>
        <a:graphic>
          <a:graphicData uri="http://schemas.openxmlformats.org/presentationml/2006/ole">
            <mc:AlternateContent xmlns:mc="http://schemas.openxmlformats.org/markup-compatibility/2006">
              <mc:Choice xmlns:v="urn:schemas-microsoft-com:vml" Requires="v">
                <p:oleObj name="Equation" r:id="rId2" imgW="126835" imgH="202936" progId="Equation.3">
                  <p:embed/>
                </p:oleObj>
              </mc:Choice>
              <mc:Fallback>
                <p:oleObj name="Equation" r:id="rId2" imgW="126835" imgH="202936" progId="Equation.3">
                  <p:embed/>
                  <p:pic>
                    <p:nvPicPr>
                      <p:cNvPr id="3450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763" y="3124200"/>
                        <a:ext cx="2381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5093" name="Object 6"/>
          <p:cNvGraphicFramePr>
            <a:graphicFrameLocks noGrp="1" noChangeAspect="1"/>
          </p:cNvGraphicFramePr>
          <p:nvPr>
            <p:ph sz="quarter" idx="3"/>
          </p:nvPr>
        </p:nvGraphicFramePr>
        <p:xfrm>
          <a:off x="2133600" y="2209800"/>
          <a:ext cx="238125" cy="381000"/>
        </p:xfrm>
        <a:graphic>
          <a:graphicData uri="http://schemas.openxmlformats.org/presentationml/2006/ole">
            <mc:AlternateContent xmlns:mc="http://schemas.openxmlformats.org/markup-compatibility/2006">
              <mc:Choice xmlns:v="urn:schemas-microsoft-com:vml" Requires="v">
                <p:oleObj name="Equation" r:id="rId4" imgW="126835" imgH="202936" progId="Equation.3">
                  <p:embed/>
                </p:oleObj>
              </mc:Choice>
              <mc:Fallback>
                <p:oleObj name="Equation" r:id="rId4" imgW="126835" imgH="202936" progId="Equation.3">
                  <p:embed/>
                  <p:pic>
                    <p:nvPicPr>
                      <p:cNvPr id="345093"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209800"/>
                        <a:ext cx="2381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5095"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C17DDF4-8323-4FD8-9E57-2627671FE4B9}" type="slidenum">
              <a:rPr lang="ar-SA" altLang="en-US" sz="1400" smtClean="0">
                <a:solidFill>
                  <a:schemeClr val="bg2"/>
                </a:solidFill>
                <a:latin typeface="Arial" panose="020B0604020202020204" pitchFamily="34" charset="0"/>
              </a:rPr>
              <a:pPr>
                <a:spcBef>
                  <a:spcPct val="50000"/>
                </a:spcBef>
                <a:buClrTx/>
                <a:buSzTx/>
                <a:buFontTx/>
                <a:buNone/>
              </a:pPr>
              <a:t>246</a:t>
            </a:fld>
            <a:endParaRPr lang="en-US" altLang="en-US"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B61058E-2D12-4852-96C3-DE72168DABB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itle 1"/>
          <p:cNvSpPr>
            <a:spLocks noGrp="1"/>
          </p:cNvSpPr>
          <p:nvPr>
            <p:ph type="title"/>
          </p:nvPr>
        </p:nvSpPr>
        <p:spPr/>
        <p:txBody>
          <a:bodyPr/>
          <a:lstStyle/>
          <a:p>
            <a:pPr algn="ctr"/>
            <a:r>
              <a:rPr lang="en-US" altLang="en-US"/>
              <a:t>Ten-City Example</a:t>
            </a:r>
          </a:p>
        </p:txBody>
      </p:sp>
      <p:pic>
        <p:nvPicPr>
          <p:cNvPr id="34611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00150" y="1828800"/>
            <a:ext cx="73533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61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25A78D4-8785-41E3-8D17-382238AA930B}" type="slidenum">
              <a:rPr lang="zh-CN" altLang="en-US" sz="1400" smtClean="0">
                <a:solidFill>
                  <a:schemeClr val="bg2"/>
                </a:solidFill>
                <a:latin typeface="Arial" panose="020B0604020202020204" pitchFamily="34" charset="0"/>
              </a:rPr>
              <a:pPr>
                <a:spcBef>
                  <a:spcPct val="50000"/>
                </a:spcBef>
                <a:buClrTx/>
                <a:buSzTx/>
                <a:buFontTx/>
                <a:buNone/>
              </a:pPr>
              <a:t>247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4BA2D44-175F-6B30-E3D2-38ABB66B1BE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Title 1"/>
          <p:cNvSpPr>
            <a:spLocks noGrp="1"/>
          </p:cNvSpPr>
          <p:nvPr>
            <p:ph type="title"/>
          </p:nvPr>
        </p:nvSpPr>
        <p:spPr/>
        <p:txBody>
          <a:bodyPr/>
          <a:lstStyle/>
          <a:p>
            <a:pPr algn="ctr"/>
            <a:r>
              <a:rPr lang="en-US" altLang="en-US"/>
              <a:t>Optimal Route</a:t>
            </a:r>
          </a:p>
        </p:txBody>
      </p:sp>
      <p:pic>
        <p:nvPicPr>
          <p:cNvPr id="347140" name="Content Placeholder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14600" y="1725613"/>
            <a:ext cx="4648200" cy="4394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714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E918EA6-7F4E-4705-8487-2F4999E8019F}" type="slidenum">
              <a:rPr lang="zh-CN" altLang="en-US" sz="1400" smtClean="0">
                <a:solidFill>
                  <a:schemeClr val="bg2"/>
                </a:solidFill>
                <a:latin typeface="Arial" panose="020B0604020202020204" pitchFamily="34" charset="0"/>
              </a:rPr>
              <a:pPr>
                <a:spcBef>
                  <a:spcPct val="50000"/>
                </a:spcBef>
                <a:buClrTx/>
                <a:buSzTx/>
                <a:buFontTx/>
                <a:buNone/>
              </a:pPr>
              <a:t>248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F176748B-1616-BA6B-2CAD-E0BFEDDD7C3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标题 1"/>
          <p:cNvSpPr>
            <a:spLocks noGrp="1"/>
          </p:cNvSpPr>
          <p:nvPr>
            <p:ph type="title"/>
          </p:nvPr>
        </p:nvSpPr>
        <p:spPr/>
        <p:txBody>
          <a:bodyPr/>
          <a:lstStyle/>
          <a:p>
            <a:pPr algn="ctr"/>
            <a:r>
              <a:rPr lang="en-US" altLang="en-US"/>
              <a:t>Local Minima</a:t>
            </a:r>
          </a:p>
        </p:txBody>
      </p:sp>
      <p:pic>
        <p:nvPicPr>
          <p:cNvPr id="34816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1600" y="1905000"/>
            <a:ext cx="7023100" cy="3895725"/>
          </a:xfrm>
          <a:noFill/>
        </p:spPr>
      </p:pic>
      <p:sp>
        <p:nvSpPr>
          <p:cNvPr id="3481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DC65545-247D-4AB6-A8C0-02C2AC79192A}" type="slidenum">
              <a:rPr lang="zh-CN" altLang="en-US" sz="1400" smtClean="0">
                <a:solidFill>
                  <a:schemeClr val="bg2"/>
                </a:solidFill>
                <a:latin typeface="Arial" panose="020B0604020202020204" pitchFamily="34" charset="0"/>
              </a:rPr>
              <a:pPr>
                <a:spcBef>
                  <a:spcPct val="50000"/>
                </a:spcBef>
                <a:buClrTx/>
                <a:buSzTx/>
                <a:buFontTx/>
                <a:buNone/>
              </a:pPr>
              <a:t>249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3347C743-B159-891C-D509-87A0D1FF15FD}"/>
              </a:ext>
            </a:extLst>
          </p:cNvPr>
          <p:cNvSpPr txBox="1"/>
          <p:nvPr/>
        </p:nvSpPr>
        <p:spPr>
          <a:xfrm>
            <a:off x="2286001" y="581352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205ABA04-6F5E-3078-BC7B-003C1164780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7" name="Rectangle 2"/>
          <p:cNvSpPr>
            <a:spLocks noGrp="1" noChangeArrowheads="1"/>
          </p:cNvSpPr>
          <p:nvPr>
            <p:ph type="title"/>
          </p:nvPr>
        </p:nvSpPr>
        <p:spPr/>
        <p:txBody>
          <a:bodyPr/>
          <a:lstStyle/>
          <a:p>
            <a:pPr algn="ctr"/>
            <a:r>
              <a:rPr lang="en-US" altLang="zh-CN" sz="4800">
                <a:ea typeface="SimSun" panose="02010600030101010101" pitchFamily="2" charset="-122"/>
              </a:rPr>
              <a:t>Simulated Annealing</a:t>
            </a:r>
            <a:endParaRPr lang="en-US" altLang="zh-CN">
              <a:ea typeface="SimSun" panose="02010600030101010101" pitchFamily="2" charset="-122"/>
            </a:endParaRPr>
          </a:p>
        </p:txBody>
      </p:sp>
      <p:sp>
        <p:nvSpPr>
          <p:cNvPr id="349188" name="Rectangle 3"/>
          <p:cNvSpPr>
            <a:spLocks noGrp="1" noChangeArrowheads="1"/>
          </p:cNvSpPr>
          <p:nvPr>
            <p:ph type="body" idx="1"/>
          </p:nvPr>
        </p:nvSpPr>
        <p:spPr/>
        <p:txBody>
          <a:bodyPr/>
          <a:lstStyle/>
          <a:p>
            <a:pPr>
              <a:buSzPct val="50000"/>
              <a:buFont typeface="Monotype Sorts" pitchFamily="2" charset="2"/>
              <a:buChar char="l"/>
            </a:pPr>
            <a:r>
              <a:rPr lang="en-US" altLang="zh-CN">
                <a:ea typeface="SimSun" panose="02010600030101010101" pitchFamily="2" charset="-122"/>
              </a:rPr>
              <a:t>Annealing is a metallurgical process in which a material is heated and then slowly brought to a lower temperature to let molecules to assume optimal positions. </a:t>
            </a:r>
          </a:p>
          <a:p>
            <a:pPr>
              <a:buSzPct val="50000"/>
              <a:buFont typeface="Monotype Sorts" pitchFamily="2" charset="2"/>
              <a:buChar char="l"/>
            </a:pPr>
            <a:r>
              <a:rPr lang="en-US" altLang="zh-CN">
                <a:ea typeface="SimSun" panose="02010600030101010101" pitchFamily="2" charset="-122"/>
              </a:rPr>
              <a:t>Simulated annealing simulates the physical annealing process mathematically for global optimization of nonconvex objective function. </a:t>
            </a:r>
          </a:p>
        </p:txBody>
      </p:sp>
      <p:sp>
        <p:nvSpPr>
          <p:cNvPr id="34918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04919E1-BE49-4CDB-9B74-03EAB23493BF}" type="slidenum">
              <a:rPr lang="zh-CN" altLang="en-US" sz="1400" smtClean="0">
                <a:solidFill>
                  <a:schemeClr val="bg2"/>
                </a:solidFill>
                <a:latin typeface="Arial" panose="020B0604020202020204" pitchFamily="34" charset="0"/>
              </a:rPr>
              <a:pPr>
                <a:spcBef>
                  <a:spcPct val="50000"/>
                </a:spcBef>
                <a:buClrTx/>
                <a:buSzTx/>
                <a:buFontTx/>
                <a:buNone/>
              </a:pPr>
              <a:t>250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6C8E857-54EF-C5BF-BF7C-F001607A9EA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type="body" idx="1"/>
          </p:nvPr>
        </p:nvSpPr>
        <p:spPr/>
        <p:txBody>
          <a:bodyPr/>
          <a:lstStyle/>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p:txBody>
      </p:sp>
      <p:sp>
        <p:nvSpPr>
          <p:cNvPr id="351236" name="Rectangle 4"/>
          <p:cNvSpPr>
            <a:spLocks noGrp="1" noChangeArrowheads="1"/>
          </p:cNvSpPr>
          <p:nvPr>
            <p:ph type="title"/>
          </p:nvPr>
        </p:nvSpPr>
        <p:spPr>
          <a:noFill/>
        </p:spPr>
        <p:txBody>
          <a:bodyPr/>
          <a:lstStyle/>
          <a:p>
            <a:pPr algn="ctr"/>
            <a:r>
              <a:rPr lang="en-US" altLang="zh-CN" sz="4800">
                <a:ea typeface="SimSun" panose="02010600030101010101" pitchFamily="2" charset="-122"/>
              </a:rPr>
              <a:t>Updating Probability</a:t>
            </a:r>
            <a:endParaRPr lang="en-US" altLang="zh-CN">
              <a:ea typeface="SimSun" panose="02010600030101010101" pitchFamily="2" charset="-122"/>
            </a:endParaRPr>
          </a:p>
        </p:txBody>
      </p:sp>
      <p:sp>
        <p:nvSpPr>
          <p:cNvPr id="351237" name="Rectangle 5"/>
          <p:cNvSpPr>
            <a:spLocks noChangeArrowheads="1"/>
          </p:cNvSpPr>
          <p:nvPr/>
        </p:nvSpPr>
        <p:spPr bwMode="auto">
          <a:xfrm>
            <a:off x="990600" y="1905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50000"/>
              <a:buFont typeface="Monotype Sorts" pitchFamily="2" charset="2"/>
              <a:buChar char="l"/>
            </a:pPr>
            <a:endParaRPr lang="zh-CN" altLang="en-US" dirty="0">
              <a:ea typeface="SimSun" panose="02010600030101010101" pitchFamily="2" charset="-122"/>
            </a:endParaRPr>
          </a:p>
          <a:p>
            <a:pPr>
              <a:buSzPct val="50000"/>
              <a:buFont typeface="Monotype Sorts" pitchFamily="2" charset="2"/>
              <a:buChar char="l"/>
            </a:pPr>
            <a:endParaRPr lang="zh-CN" altLang="en-US" dirty="0">
              <a:ea typeface="SimSun" panose="02010600030101010101" pitchFamily="2" charset="-122"/>
            </a:endParaRPr>
          </a:p>
          <a:p>
            <a:pPr>
              <a:buSzPct val="50000"/>
              <a:buFont typeface="Monotype Sorts" pitchFamily="2" charset="2"/>
              <a:buChar char="l"/>
            </a:pPr>
            <a:endParaRPr lang="zh-CN" altLang="en-US" dirty="0">
              <a:ea typeface="SimSun" panose="02010600030101010101" pitchFamily="2" charset="-122"/>
            </a:endParaRPr>
          </a:p>
          <a:p>
            <a:pPr>
              <a:buSzPct val="50000"/>
              <a:buFont typeface="Monotype Sorts" pitchFamily="2" charset="2"/>
              <a:buChar char="l"/>
            </a:pPr>
            <a:endParaRPr lang="zh-CN" altLang="en-US" dirty="0">
              <a:ea typeface="SimSun" panose="02010600030101010101" pitchFamily="2" charset="-122"/>
            </a:endParaRPr>
          </a:p>
          <a:p>
            <a:pPr>
              <a:buSzPct val="50000"/>
              <a:buFont typeface="Monotype Sorts" pitchFamily="2" charset="2"/>
              <a:buNone/>
            </a:pPr>
            <a:r>
              <a:rPr lang="zh-CN" altLang="en-US" dirty="0">
                <a:ea typeface="SimSun" panose="02010600030101010101" pitchFamily="2" charset="-122"/>
              </a:rPr>
              <a:t>   </a:t>
            </a:r>
            <a:r>
              <a:rPr lang="en-US" altLang="zh-CN" dirty="0">
                <a:ea typeface="SimSun" panose="02010600030101010101" pitchFamily="2" charset="-122"/>
              </a:rPr>
              <a:t>The steepest tangent of the probability function intersects with the horizontal axis at </a:t>
            </a:r>
            <a:r>
              <a:rPr lang="en-US" altLang="zh-CN" i="1" dirty="0">
                <a:ea typeface="SimSun" panose="02010600030101010101" pitchFamily="2" charset="-122"/>
              </a:rPr>
              <a:t>T</a:t>
            </a:r>
            <a:endParaRPr lang="en-US" altLang="zh-CN" dirty="0">
              <a:ea typeface="SimSun" panose="02010600030101010101" pitchFamily="2" charset="-122"/>
            </a:endParaRPr>
          </a:p>
          <a:p>
            <a:pPr>
              <a:buSzPct val="50000"/>
              <a:buFont typeface="Monotype Sorts" pitchFamily="2" charset="2"/>
              <a:buChar char="l"/>
            </a:pPr>
            <a:endParaRPr lang="en-US" altLang="zh-CN" dirty="0">
              <a:ea typeface="SimSun" panose="02010600030101010101" pitchFamily="2" charset="-122"/>
            </a:endParaRPr>
          </a:p>
          <a:p>
            <a:pPr>
              <a:buSzPct val="50000"/>
              <a:buFont typeface="Monotype Sorts" pitchFamily="2" charset="2"/>
              <a:buChar char="l"/>
            </a:pPr>
            <a:endParaRPr lang="en-US" altLang="zh-CN" dirty="0">
              <a:ea typeface="SimSun" panose="02010600030101010101" pitchFamily="2" charset="-122"/>
            </a:endParaRPr>
          </a:p>
          <a:p>
            <a:pPr>
              <a:buSzPct val="50000"/>
              <a:buFont typeface="Monotype Sorts" pitchFamily="2" charset="2"/>
              <a:buChar char="l"/>
            </a:pPr>
            <a:endParaRPr lang="en-US" altLang="zh-CN" dirty="0">
              <a:ea typeface="SimSun" panose="02010600030101010101" pitchFamily="2" charset="-122"/>
            </a:endParaRPr>
          </a:p>
          <a:p>
            <a:pPr>
              <a:buSzPct val="50000"/>
              <a:buFont typeface="Monotype Sorts" pitchFamily="2" charset="2"/>
              <a:buChar char="l"/>
            </a:pPr>
            <a:endParaRPr lang="zh-CN" altLang="en-US" dirty="0">
              <a:ea typeface="SimSun" panose="02010600030101010101" pitchFamily="2" charset="-122"/>
            </a:endParaRPr>
          </a:p>
        </p:txBody>
      </p:sp>
      <p:graphicFrame>
        <p:nvGraphicFramePr>
          <p:cNvPr id="351238" name="Object 6"/>
          <p:cNvGraphicFramePr>
            <a:graphicFrameLocks noChangeAspect="1"/>
          </p:cNvGraphicFramePr>
          <p:nvPr/>
        </p:nvGraphicFramePr>
        <p:xfrm>
          <a:off x="1625600" y="1676400"/>
          <a:ext cx="5992813" cy="2640013"/>
        </p:xfrm>
        <a:graphic>
          <a:graphicData uri="http://schemas.openxmlformats.org/presentationml/2006/ole">
            <mc:AlternateContent xmlns:mc="http://schemas.openxmlformats.org/markup-compatibility/2006">
              <mc:Choice xmlns:v="urn:schemas-microsoft-com:vml" Requires="v">
                <p:oleObj name="方程式" r:id="rId3" imgW="1841500" imgH="914400" progId="Equation.3">
                  <p:embed/>
                </p:oleObj>
              </mc:Choice>
              <mc:Fallback>
                <p:oleObj name="方程式" r:id="rId3" imgW="1841500" imgH="914400" progId="Equation.3">
                  <p:embed/>
                  <p:pic>
                    <p:nvPicPr>
                      <p:cNvPr id="35123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600" y="1676400"/>
                        <a:ext cx="5992813" cy="264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123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7E2D983-FBD6-42F9-883E-E0AC41C9C837}" type="slidenum">
              <a:rPr lang="zh-CN" altLang="en-US" sz="1400" smtClean="0">
                <a:solidFill>
                  <a:schemeClr val="bg2"/>
                </a:solidFill>
                <a:latin typeface="Arial" panose="020B0604020202020204" pitchFamily="34" charset="0"/>
              </a:rPr>
              <a:pPr>
                <a:spcBef>
                  <a:spcPct val="50000"/>
                </a:spcBef>
                <a:buClrTx/>
                <a:buSzTx/>
                <a:buFontTx/>
                <a:buNone/>
              </a:pPr>
              <a:t>251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825781D-FFFE-FF6D-C03F-0355C07A5F7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body" idx="1"/>
          </p:nvPr>
        </p:nvSpPr>
        <p:spPr/>
        <p:txBody>
          <a:bodyPr/>
          <a:lstStyle/>
          <a:p>
            <a:pPr>
              <a:buFont typeface="Monotype Sorts" pitchFamily="2" charset="2"/>
              <a:buNone/>
            </a:pPr>
            <a:endParaRPr lang="zh-CN" altLang="en-US" dirty="0">
              <a:ea typeface="SimSun" panose="02010600030101010101" pitchFamily="2" charset="-122"/>
            </a:endParaRPr>
          </a:p>
          <a:p>
            <a:pPr>
              <a:buFont typeface="Monotype Sorts" pitchFamily="2" charset="2"/>
              <a:buNone/>
            </a:pPr>
            <a:endParaRPr lang="zh-CN" altLang="en-US" dirty="0">
              <a:ea typeface="SimSun" panose="02010600030101010101" pitchFamily="2" charset="-122"/>
            </a:endParaRPr>
          </a:p>
          <a:p>
            <a:pPr>
              <a:buFont typeface="Monotype Sorts" pitchFamily="2" charset="2"/>
              <a:buNone/>
            </a:pPr>
            <a:endParaRPr lang="zh-CN" altLang="en-US" dirty="0">
              <a:ea typeface="SimSun" panose="02010600030101010101" pitchFamily="2" charset="-122"/>
            </a:endParaRPr>
          </a:p>
          <a:p>
            <a:pPr>
              <a:buFont typeface="Monotype Sorts" pitchFamily="2" charset="2"/>
              <a:buNone/>
            </a:pPr>
            <a:endParaRPr lang="zh-CN" altLang="en-US" dirty="0">
              <a:ea typeface="SimSun" panose="02010600030101010101" pitchFamily="2" charset="-122"/>
            </a:endParaRPr>
          </a:p>
          <a:p>
            <a:pPr>
              <a:buFont typeface="Monotype Sorts" pitchFamily="2" charset="2"/>
              <a:buNone/>
            </a:pPr>
            <a:endParaRPr lang="zh-CN" altLang="en-US" dirty="0">
              <a:ea typeface="SimSun" panose="02010600030101010101" pitchFamily="2" charset="-122"/>
            </a:endParaRPr>
          </a:p>
          <a:p>
            <a:pPr>
              <a:buFont typeface="Monotype Sorts" pitchFamily="2" charset="2"/>
              <a:buNone/>
            </a:pPr>
            <a:r>
              <a:rPr lang="zh-CN" altLang="en-US" dirty="0">
                <a:ea typeface="SimSun" panose="02010600030101010101" pitchFamily="2" charset="-122"/>
              </a:rPr>
              <a:t>   </a:t>
            </a:r>
            <a:r>
              <a:rPr lang="en-US" altLang="zh-CN" dirty="0">
                <a:ea typeface="SimSun" panose="02010600030101010101" pitchFamily="2" charset="-122"/>
              </a:rPr>
              <a:t>The steepest tangent of the probability function intersects with the horizontal axis at 2</a:t>
            </a:r>
            <a:r>
              <a:rPr lang="en-US" altLang="zh-CN" i="1" dirty="0">
                <a:ea typeface="SimSun" panose="02010600030101010101" pitchFamily="2" charset="-122"/>
              </a:rPr>
              <a:t>T</a:t>
            </a:r>
            <a:r>
              <a:rPr lang="en-US" altLang="zh-CN" dirty="0">
                <a:ea typeface="SimSun" panose="02010600030101010101" pitchFamily="2" charset="-122"/>
              </a:rPr>
              <a:t>. </a:t>
            </a:r>
          </a:p>
        </p:txBody>
      </p:sp>
      <p:sp>
        <p:nvSpPr>
          <p:cNvPr id="353284" name="Rectangle 4"/>
          <p:cNvSpPr>
            <a:spLocks noGrp="1" noChangeArrowheads="1"/>
          </p:cNvSpPr>
          <p:nvPr>
            <p:ph type="title"/>
          </p:nvPr>
        </p:nvSpPr>
        <p:spPr>
          <a:noFill/>
        </p:spPr>
        <p:txBody>
          <a:bodyPr/>
          <a:lstStyle/>
          <a:p>
            <a:pPr algn="ctr"/>
            <a:r>
              <a:rPr lang="en-US" altLang="zh-CN" sz="4800">
                <a:ea typeface="SimSun" panose="02010600030101010101" pitchFamily="2" charset="-122"/>
              </a:rPr>
              <a:t>Updating Probability</a:t>
            </a:r>
            <a:endParaRPr lang="en-US" altLang="zh-CN">
              <a:ea typeface="SimSun" panose="02010600030101010101" pitchFamily="2" charset="-122"/>
            </a:endParaRPr>
          </a:p>
        </p:txBody>
      </p:sp>
      <p:sp>
        <p:nvSpPr>
          <p:cNvPr id="353285" name="Rectangle 5"/>
          <p:cNvSpPr>
            <a:spLocks noChangeArrowheads="1"/>
          </p:cNvSpPr>
          <p:nvPr/>
        </p:nvSpPr>
        <p:spPr bwMode="auto">
          <a:xfrm>
            <a:off x="990600" y="18288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SzPct val="50000"/>
              <a:buFont typeface="Monotype Sorts" pitchFamily="2" charset="2"/>
              <a:buChar char="l"/>
            </a:pPr>
            <a:endParaRPr lang="zh-CN" altLang="en-US">
              <a:ea typeface="SimSun" panose="02010600030101010101" pitchFamily="2" charset="-122"/>
            </a:endParaRPr>
          </a:p>
          <a:p>
            <a:pPr>
              <a:buSzPct val="50000"/>
              <a:buFont typeface="Monotype Sorts" pitchFamily="2" charset="2"/>
              <a:buChar char="l"/>
            </a:pPr>
            <a:endParaRPr lang="zh-CN" altLang="en-US">
              <a:ea typeface="SimSun" panose="02010600030101010101" pitchFamily="2" charset="-122"/>
            </a:endParaRPr>
          </a:p>
          <a:p>
            <a:pPr>
              <a:buSzPct val="50000"/>
              <a:buFont typeface="Monotype Sorts" pitchFamily="2" charset="2"/>
              <a:buChar char="l"/>
            </a:pPr>
            <a:endParaRPr lang="zh-CN" altLang="en-US">
              <a:ea typeface="SimSun" panose="02010600030101010101" pitchFamily="2" charset="-122"/>
            </a:endParaRPr>
          </a:p>
          <a:p>
            <a:pPr>
              <a:buSzPct val="50000"/>
              <a:buFont typeface="Monotype Sorts" pitchFamily="2" charset="2"/>
              <a:buChar char="l"/>
            </a:pPr>
            <a:endParaRPr lang="zh-CN" altLang="en-US">
              <a:ea typeface="SimSun" panose="02010600030101010101" pitchFamily="2" charset="-122"/>
            </a:endParaRPr>
          </a:p>
          <a:p>
            <a:pPr>
              <a:buSzPct val="50000"/>
              <a:buFont typeface="Monotype Sorts" pitchFamily="2" charset="2"/>
              <a:buChar char="l"/>
            </a:pPr>
            <a:endParaRPr lang="zh-CN" altLang="en-US">
              <a:ea typeface="SimSun" panose="02010600030101010101" pitchFamily="2" charset="-122"/>
            </a:endParaRPr>
          </a:p>
        </p:txBody>
      </p:sp>
      <p:graphicFrame>
        <p:nvGraphicFramePr>
          <p:cNvPr id="353286" name="Object 7"/>
          <p:cNvGraphicFramePr>
            <a:graphicFrameLocks noChangeAspect="1"/>
          </p:cNvGraphicFramePr>
          <p:nvPr/>
        </p:nvGraphicFramePr>
        <p:xfrm>
          <a:off x="1693863" y="1752600"/>
          <a:ext cx="5848350" cy="2738438"/>
        </p:xfrm>
        <a:graphic>
          <a:graphicData uri="http://schemas.openxmlformats.org/presentationml/2006/ole">
            <mc:AlternateContent xmlns:mc="http://schemas.openxmlformats.org/markup-compatibility/2006">
              <mc:Choice xmlns:v="urn:schemas-microsoft-com:vml" Requires="v">
                <p:oleObj name="方程式" r:id="rId3" imgW="1841500" imgH="863600" progId="Equation.3">
                  <p:embed/>
                </p:oleObj>
              </mc:Choice>
              <mc:Fallback>
                <p:oleObj name="方程式" r:id="rId3" imgW="1841500" imgH="863600" progId="Equation.3">
                  <p:embed/>
                  <p:pic>
                    <p:nvPicPr>
                      <p:cNvPr id="35328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863" y="1752600"/>
                        <a:ext cx="5848350" cy="273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328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212BF74-A8A1-4B24-8C71-F5F92BD14BC8}" type="slidenum">
              <a:rPr lang="zh-CN" altLang="en-US" sz="1400" smtClean="0">
                <a:solidFill>
                  <a:schemeClr val="bg2"/>
                </a:solidFill>
                <a:latin typeface="Arial" panose="020B0604020202020204" pitchFamily="34" charset="0"/>
              </a:rPr>
              <a:pPr>
                <a:spcBef>
                  <a:spcPct val="50000"/>
                </a:spcBef>
                <a:buClrTx/>
                <a:buSzTx/>
                <a:buFontTx/>
                <a:buNone/>
              </a:pPr>
              <a:t>252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7B85B37-0A56-0095-18C6-69EB5BB0157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Title 1"/>
          <p:cNvSpPr>
            <a:spLocks noGrp="1"/>
          </p:cNvSpPr>
          <p:nvPr>
            <p:ph type="title"/>
          </p:nvPr>
        </p:nvSpPr>
        <p:spPr/>
        <p:txBody>
          <a:bodyPr/>
          <a:lstStyle/>
          <a:p>
            <a:pPr algn="ctr"/>
            <a:r>
              <a:rPr lang="en-US" altLang="zh-CN">
                <a:ea typeface="SimSun" panose="02010600030101010101" pitchFamily="2" charset="-122"/>
              </a:rPr>
              <a:t>Decreasing Temperature</a:t>
            </a:r>
          </a:p>
        </p:txBody>
      </p:sp>
      <p:pic>
        <p:nvPicPr>
          <p:cNvPr id="355331" name="Content Placeholder 5" descr="figure3.1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33600" y="1828800"/>
            <a:ext cx="5486400" cy="4114800"/>
          </a:xfrm>
        </p:spPr>
      </p:pic>
      <p:sp>
        <p:nvSpPr>
          <p:cNvPr id="3553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25E4012-4A1B-4051-8B3D-C03BCC85D189}" type="slidenum">
              <a:rPr lang="zh-CN" altLang="en-US" sz="1400" smtClean="0">
                <a:solidFill>
                  <a:schemeClr val="bg2"/>
                </a:solidFill>
                <a:latin typeface="Arial" panose="020B0604020202020204" pitchFamily="34" charset="0"/>
              </a:rPr>
              <a:pPr>
                <a:spcBef>
                  <a:spcPct val="50000"/>
                </a:spcBef>
                <a:buClrTx/>
                <a:buSzTx/>
                <a:buFontTx/>
                <a:buNone/>
              </a:pPr>
              <a:t>253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E60266D-90D2-6E00-2DF7-B3CEB926CFC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Title 1"/>
          <p:cNvSpPr>
            <a:spLocks noGrp="1"/>
          </p:cNvSpPr>
          <p:nvPr>
            <p:ph type="title"/>
          </p:nvPr>
        </p:nvSpPr>
        <p:spPr/>
        <p:txBody>
          <a:bodyPr/>
          <a:lstStyle/>
          <a:p>
            <a:pPr algn="ctr"/>
            <a:r>
              <a:rPr lang="en-US" altLang="zh-CN">
                <a:ea typeface="SimSun" panose="02010600030101010101" pitchFamily="2" charset="-122"/>
              </a:rPr>
              <a:t>Descending Energy</a:t>
            </a:r>
          </a:p>
        </p:txBody>
      </p:sp>
      <p:pic>
        <p:nvPicPr>
          <p:cNvPr id="356355" name="Content Placeholder 5" descr="figure3.12.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05000" y="1752600"/>
            <a:ext cx="5715000" cy="4286250"/>
          </a:xfrm>
        </p:spPr>
      </p:pic>
      <p:sp>
        <p:nvSpPr>
          <p:cNvPr id="3563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96E317D-C226-4FF4-8F3F-F81F50A81CC5}" type="slidenum">
              <a:rPr lang="zh-CN" altLang="en-US" sz="1400" smtClean="0">
                <a:solidFill>
                  <a:schemeClr val="bg2"/>
                </a:solidFill>
                <a:latin typeface="Arial" panose="020B0604020202020204" pitchFamily="34" charset="0"/>
              </a:rPr>
              <a:pPr>
                <a:spcBef>
                  <a:spcPct val="50000"/>
                </a:spcBef>
                <a:buClrTx/>
                <a:buSzTx/>
                <a:buFontTx/>
                <a:buNone/>
              </a:pPr>
              <a:t>254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5423045-D784-2F2D-F1CA-AD66BB8924A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itle 1"/>
          <p:cNvSpPr>
            <a:spLocks noGrp="1"/>
          </p:cNvSpPr>
          <p:nvPr>
            <p:ph type="title"/>
          </p:nvPr>
        </p:nvSpPr>
        <p:spPr/>
        <p:txBody>
          <a:bodyPr/>
          <a:lstStyle/>
          <a:p>
            <a:pPr algn="ctr"/>
            <a:r>
              <a:rPr lang="en-US" altLang="zh-CN">
                <a:ea typeface="SimSun" panose="02010600030101010101" pitchFamily="2" charset="-122"/>
              </a:rPr>
              <a:t>Sample TSP Solution</a:t>
            </a:r>
          </a:p>
        </p:txBody>
      </p:sp>
      <p:pic>
        <p:nvPicPr>
          <p:cNvPr id="357379" name="Content Placeholder 5" descr="figure3.13.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33600" y="1828800"/>
            <a:ext cx="5486400" cy="4114800"/>
          </a:xfrm>
        </p:spPr>
      </p:pic>
      <p:sp>
        <p:nvSpPr>
          <p:cNvPr id="35738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3A30663-A8AA-4AD6-B452-C3497E5ED54E}" type="slidenum">
              <a:rPr lang="zh-CN" altLang="en-US" sz="1400" smtClean="0">
                <a:solidFill>
                  <a:schemeClr val="bg2"/>
                </a:solidFill>
                <a:latin typeface="Arial" panose="020B0604020202020204" pitchFamily="34" charset="0"/>
              </a:rPr>
              <a:pPr>
                <a:spcBef>
                  <a:spcPct val="50000"/>
                </a:spcBef>
                <a:buClrTx/>
                <a:buSzTx/>
                <a:buFontTx/>
                <a:buNone/>
              </a:pPr>
              <a:t>255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0731D5B-DA11-B90E-8F5F-890A25D3D99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3" name="Rectangle 2"/>
          <p:cNvSpPr>
            <a:spLocks noGrp="1" noChangeArrowheads="1"/>
          </p:cNvSpPr>
          <p:nvPr>
            <p:ph type="title"/>
          </p:nvPr>
        </p:nvSpPr>
        <p:spPr>
          <a:xfrm>
            <a:off x="990600" y="381000"/>
            <a:ext cx="7772400" cy="1143000"/>
          </a:xfrm>
        </p:spPr>
        <p:txBody>
          <a:bodyPr/>
          <a:lstStyle/>
          <a:p>
            <a:pPr algn="ctr"/>
            <a:r>
              <a:rPr lang="en-US" altLang="zh-CN" sz="4800">
                <a:ea typeface="SimSun" panose="02010600030101010101" pitchFamily="2" charset="-122"/>
              </a:rPr>
              <a:t>Characteristics of </a:t>
            </a:r>
            <a:br>
              <a:rPr lang="en-US" altLang="zh-CN" sz="4800">
                <a:ea typeface="SimSun" panose="02010600030101010101" pitchFamily="2" charset="-122"/>
              </a:rPr>
            </a:br>
            <a:r>
              <a:rPr lang="en-US" altLang="zh-CN" sz="4800">
                <a:ea typeface="SimSun" panose="02010600030101010101" pitchFamily="2" charset="-122"/>
              </a:rPr>
              <a:t>Simulated Annealing</a:t>
            </a:r>
            <a:endParaRPr lang="en-US" altLang="zh-CN">
              <a:ea typeface="SimSun" panose="02010600030101010101" pitchFamily="2" charset="-122"/>
            </a:endParaRPr>
          </a:p>
        </p:txBody>
      </p:sp>
      <p:sp>
        <p:nvSpPr>
          <p:cNvPr id="358404" name="Rectangle 3"/>
          <p:cNvSpPr>
            <a:spLocks noGrp="1" noChangeArrowheads="1"/>
          </p:cNvSpPr>
          <p:nvPr>
            <p:ph type="body" idx="1"/>
          </p:nvPr>
        </p:nvSpPr>
        <p:spPr/>
        <p:txBody>
          <a:bodyPr/>
          <a:lstStyle/>
          <a:p>
            <a:pPr>
              <a:lnSpc>
                <a:spcPct val="110000"/>
              </a:lnSpc>
              <a:buSzPct val="50000"/>
              <a:buFont typeface="Monotype Sorts" pitchFamily="2" charset="2"/>
              <a:buChar char="l"/>
            </a:pPr>
            <a:r>
              <a:rPr lang="en-US" altLang="zh-CN">
                <a:ea typeface="SimSun" panose="02010600030101010101" pitchFamily="2" charset="-122"/>
              </a:rPr>
              <a:t>The higher  the temperature, the higher the probability of an energy increase.</a:t>
            </a:r>
          </a:p>
          <a:p>
            <a:pPr>
              <a:lnSpc>
                <a:spcPct val="110000"/>
              </a:lnSpc>
              <a:buSzPct val="50000"/>
              <a:buFont typeface="Monotype Sorts" pitchFamily="2" charset="2"/>
              <a:buChar char="l"/>
            </a:pPr>
            <a:r>
              <a:rPr lang="en-US" altLang="zh-CN">
                <a:ea typeface="SimSun" panose="02010600030101010101" pitchFamily="2" charset="-122"/>
              </a:rPr>
              <a:t>As the temperature approaches to zero, the simulated annealing procedure becomes an iterative improvement one.</a:t>
            </a:r>
          </a:p>
          <a:p>
            <a:pPr>
              <a:lnSpc>
                <a:spcPct val="110000"/>
              </a:lnSpc>
              <a:buSzPct val="50000"/>
              <a:buFont typeface="Monotype Sorts" pitchFamily="2" charset="2"/>
              <a:buChar char="l"/>
            </a:pPr>
            <a:r>
              <a:rPr lang="en-US" altLang="zh-CN">
                <a:ea typeface="SimSun" panose="02010600030101010101" pitchFamily="2" charset="-122"/>
              </a:rPr>
              <a:t>The temperature parameter has to be lower gradually to avoid prematurity.  </a:t>
            </a:r>
          </a:p>
        </p:txBody>
      </p:sp>
      <p:sp>
        <p:nvSpPr>
          <p:cNvPr id="3584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9DBCE9B-36E0-4FC5-86AA-F040E385ABC5}" type="slidenum">
              <a:rPr lang="zh-CN" altLang="en-US" sz="1400" smtClean="0">
                <a:solidFill>
                  <a:schemeClr val="bg2"/>
                </a:solidFill>
                <a:latin typeface="Arial" panose="020B0604020202020204" pitchFamily="34" charset="0"/>
              </a:rPr>
              <a:pPr>
                <a:spcBef>
                  <a:spcPct val="50000"/>
                </a:spcBef>
                <a:buClrTx/>
                <a:buSzTx/>
                <a:buFontTx/>
                <a:buNone/>
              </a:pPr>
              <a:t>256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199EC11-CB29-9ECD-8B9D-A8145A35A27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Content Placeholder 2"/>
          <p:cNvSpPr>
            <a:spLocks noGrp="1"/>
          </p:cNvSpPr>
          <p:nvPr>
            <p:ph idx="1"/>
          </p:nvPr>
        </p:nvSpPr>
        <p:spPr>
          <a:xfrm>
            <a:off x="914400" y="1524000"/>
            <a:ext cx="7848600" cy="4419600"/>
          </a:xfrm>
        </p:spPr>
        <p:txBody>
          <a:bodyPr/>
          <a:lstStyle/>
          <a:p>
            <a:pPr>
              <a:buFont typeface="Wingdings" panose="05000000000000000000" pitchFamily="2" charset="2"/>
              <a:buChar char="§"/>
            </a:pPr>
            <a:r>
              <a:rPr lang="en-US" altLang="en-US"/>
              <a:t>A stochastic recurrent neural network invented by G. Hinton (Google now) and T. </a:t>
            </a:r>
            <a:r>
              <a:rPr lang="en-US" altLang="en-US" err="1"/>
              <a:t>Sejnowski</a:t>
            </a:r>
            <a:r>
              <a:rPr lang="en-US" altLang="en-US"/>
              <a:t> (Salk Institute now) in 1983. </a:t>
            </a:r>
          </a:p>
          <a:p>
            <a:pPr>
              <a:buSzPct val="50000"/>
              <a:buFont typeface="Monotype Sorts" pitchFamily="2" charset="2"/>
              <a:buChar char="l"/>
            </a:pPr>
            <a:r>
              <a:rPr lang="en-US" altLang="en-US"/>
              <a:t>It has binary state </a:t>
            </a:r>
            <a:r>
              <a:rPr lang="en-US" altLang="zh-CN">
                <a:ea typeface="SimSun" panose="02010600030101010101" pitchFamily="2" charset="-122"/>
              </a:rPr>
              <a:t>variable</a:t>
            </a:r>
            <a:r>
              <a:rPr lang="en-US" altLang="en-US"/>
              <a:t>s </a:t>
            </a:r>
            <a:r>
              <a:rPr lang="en-US" altLang="zh-CN">
                <a:ea typeface="SimSun" panose="02010600030101010101" pitchFamily="2" charset="-122"/>
              </a:rPr>
              <a:t>{-1, 1}</a:t>
            </a:r>
            <a:r>
              <a:rPr lang="en-US" altLang="zh-CN" i="1" baseline="30000">
                <a:ea typeface="SimSun" panose="02010600030101010101" pitchFamily="2" charset="-122"/>
              </a:rPr>
              <a:t>n </a:t>
            </a:r>
            <a:r>
              <a:rPr lang="en-US" altLang="en-US"/>
              <a:t>with a probabilistic activation function.</a:t>
            </a:r>
          </a:p>
          <a:p>
            <a:pPr>
              <a:buFont typeface="Wingdings" panose="05000000000000000000" pitchFamily="2" charset="2"/>
              <a:buChar char="§"/>
            </a:pPr>
            <a:r>
              <a:rPr lang="en-US" altLang="zh-CN">
                <a:ea typeface="SimSun" panose="02010600030101010101" pitchFamily="2" charset="-122"/>
              </a:rPr>
              <a:t>It is a parallel implementation of simulated annealing procedure.</a:t>
            </a:r>
            <a:endParaRPr lang="en-US" altLang="en-US"/>
          </a:p>
          <a:p>
            <a:pPr>
              <a:buFont typeface="Wingdings" panose="05000000000000000000" pitchFamily="2" charset="2"/>
              <a:buChar char="§"/>
            </a:pPr>
            <a:r>
              <a:rPr lang="en-US" altLang="en-US"/>
              <a:t>It can also be seen as a stochastic, generative counterpart of the Hopfield networks.</a:t>
            </a:r>
          </a:p>
        </p:txBody>
      </p:sp>
      <p:sp>
        <p:nvSpPr>
          <p:cNvPr id="360452" name="Rectangle 2"/>
          <p:cNvSpPr>
            <a:spLocks noGrp="1" noChangeArrowheads="1"/>
          </p:cNvSpPr>
          <p:nvPr>
            <p:ph type="title"/>
          </p:nvPr>
        </p:nvSpPr>
        <p:spPr/>
        <p:txBody>
          <a:bodyPr/>
          <a:lstStyle/>
          <a:p>
            <a:pPr algn="ctr"/>
            <a:r>
              <a:rPr lang="en-US" altLang="zh-CN" sz="4800">
                <a:ea typeface="SimSun" panose="02010600030101010101" pitchFamily="2" charset="-122"/>
              </a:rPr>
              <a:t>Boltzmann Machine</a:t>
            </a:r>
          </a:p>
        </p:txBody>
      </p:sp>
      <p:sp>
        <p:nvSpPr>
          <p:cNvPr id="3604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E88826D-E619-4394-990D-C94A32DBD0BC}" type="slidenum">
              <a:rPr lang="zh-CN" altLang="en-US" sz="1400" smtClean="0">
                <a:solidFill>
                  <a:schemeClr val="bg2"/>
                </a:solidFill>
                <a:latin typeface="Arial" panose="020B0604020202020204" pitchFamily="34" charset="0"/>
              </a:rPr>
              <a:pPr>
                <a:spcBef>
                  <a:spcPct val="50000"/>
                </a:spcBef>
                <a:buClrTx/>
                <a:buSzTx/>
                <a:buFontTx/>
                <a:buNone/>
              </a:pPr>
              <a:t>257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9072804-357B-990E-12CD-815B439BE6B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5" name="Rectangle 2"/>
          <p:cNvSpPr>
            <a:spLocks noGrp="1" noChangeArrowheads="1"/>
          </p:cNvSpPr>
          <p:nvPr>
            <p:ph type="title"/>
          </p:nvPr>
        </p:nvSpPr>
        <p:spPr/>
        <p:txBody>
          <a:bodyPr/>
          <a:lstStyle/>
          <a:p>
            <a:pPr algn="ctr"/>
            <a:r>
              <a:rPr lang="en-US" altLang="zh-CN" sz="4800">
                <a:ea typeface="SimSun" panose="02010600030101010101" pitchFamily="2" charset="-122"/>
              </a:rPr>
              <a:t>Boltzmann Machine</a:t>
            </a:r>
          </a:p>
        </p:txBody>
      </p:sp>
      <p:graphicFrame>
        <p:nvGraphicFramePr>
          <p:cNvPr id="361476" name="Object 4"/>
          <p:cNvGraphicFramePr>
            <a:graphicFrameLocks noChangeAspect="1"/>
          </p:cNvGraphicFramePr>
          <p:nvPr/>
        </p:nvGraphicFramePr>
        <p:xfrm>
          <a:off x="914400" y="1600200"/>
          <a:ext cx="7848600" cy="4191000"/>
        </p:xfrm>
        <a:graphic>
          <a:graphicData uri="http://schemas.openxmlformats.org/presentationml/2006/ole">
            <mc:AlternateContent xmlns:mc="http://schemas.openxmlformats.org/markup-compatibility/2006">
              <mc:Choice xmlns:v="urn:schemas-microsoft-com:vml" Requires="v">
                <p:oleObj name="Equation" r:id="rId3" imgW="4318000" imgH="2082800" progId="Equation.3">
                  <p:embed/>
                </p:oleObj>
              </mc:Choice>
              <mc:Fallback>
                <p:oleObj name="Equation" r:id="rId3" imgW="4318000" imgH="2082800" progId="Equation.3">
                  <p:embed/>
                  <p:pic>
                    <p:nvPicPr>
                      <p:cNvPr id="3614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00200"/>
                        <a:ext cx="7848600" cy="419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14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A41AF71-9EF0-4E76-A142-BEAD154E5950}" type="slidenum">
              <a:rPr lang="zh-CN" altLang="en-US" sz="1400" smtClean="0">
                <a:solidFill>
                  <a:schemeClr val="bg2"/>
                </a:solidFill>
                <a:latin typeface="Arial" panose="020B0604020202020204" pitchFamily="34" charset="0"/>
              </a:rPr>
              <a:pPr>
                <a:spcBef>
                  <a:spcPct val="50000"/>
                </a:spcBef>
                <a:buClrTx/>
                <a:buSzTx/>
                <a:buFontTx/>
                <a:buNone/>
              </a:pPr>
              <a:t>258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FDD7ED6-B3C9-B7B0-94DE-A5D472C3786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2"/>
          <p:cNvSpPr>
            <a:spLocks noGrp="1" noChangeArrowheads="1"/>
          </p:cNvSpPr>
          <p:nvPr>
            <p:ph type="title"/>
          </p:nvPr>
        </p:nvSpPr>
        <p:spPr/>
        <p:txBody>
          <a:bodyPr/>
          <a:lstStyle/>
          <a:p>
            <a:pPr algn="ctr"/>
            <a:r>
              <a:rPr lang="en-US" altLang="zh-CN">
                <a:ea typeface="SimSun" panose="02010600030101010101" pitchFamily="2" charset="-122"/>
              </a:rPr>
              <a:t>Mean Field Annealing Network</a:t>
            </a:r>
          </a:p>
        </p:txBody>
      </p:sp>
      <p:sp>
        <p:nvSpPr>
          <p:cNvPr id="363524" name="Rectangle 3"/>
          <p:cNvSpPr>
            <a:spLocks noGrp="1" noChangeArrowheads="1"/>
          </p:cNvSpPr>
          <p:nvPr>
            <p:ph type="body" idx="1"/>
          </p:nvPr>
        </p:nvSpPr>
        <p:spPr/>
        <p:txBody>
          <a:bodyPr/>
          <a:lstStyle/>
          <a:p>
            <a:pPr>
              <a:buSzPct val="60000"/>
              <a:buFont typeface="Monotype Sorts" pitchFamily="2" charset="2"/>
              <a:buChar char="l"/>
            </a:pPr>
            <a:r>
              <a:rPr lang="en-US" altLang="zh-CN">
                <a:ea typeface="SimSun" panose="02010600030101010101" pitchFamily="2" charset="-122"/>
              </a:rPr>
              <a:t>A deterministic recurrent neural network.</a:t>
            </a:r>
          </a:p>
          <a:p>
            <a:pPr>
              <a:buSzPct val="60000"/>
              <a:buFont typeface="Monotype Sorts" pitchFamily="2" charset="2"/>
              <a:buChar char="l"/>
            </a:pPr>
            <a:r>
              <a:rPr lang="en-US" altLang="zh-CN">
                <a:ea typeface="SimSun" panose="02010600030101010101" pitchFamily="2" charset="-122"/>
              </a:rPr>
              <a:t>Based on mean-field theory.</a:t>
            </a:r>
          </a:p>
          <a:p>
            <a:pPr>
              <a:buSzPct val="60000"/>
              <a:buFont typeface="Monotype Sorts" pitchFamily="2" charset="2"/>
              <a:buChar char="l"/>
            </a:pPr>
            <a:r>
              <a:rPr lang="en-US" altLang="zh-CN">
                <a:ea typeface="SimSun" panose="02010600030101010101" pitchFamily="2" charset="-122"/>
              </a:rPr>
              <a:t>Continuous state variables on  [-1, 1]</a:t>
            </a:r>
            <a:r>
              <a:rPr lang="en-US" altLang="zh-CN" i="1" baseline="30000">
                <a:ea typeface="SimSun" panose="02010600030101010101" pitchFamily="2" charset="-122"/>
              </a:rPr>
              <a:t>n</a:t>
            </a:r>
            <a:r>
              <a:rPr lang="en-US" altLang="zh-CN">
                <a:ea typeface="SimSun" panose="02010600030101010101" pitchFamily="2" charset="-122"/>
              </a:rPr>
              <a:t>.</a:t>
            </a:r>
          </a:p>
          <a:p>
            <a:pPr>
              <a:buSzPct val="60000"/>
              <a:buFont typeface="Monotype Sorts" pitchFamily="2" charset="2"/>
              <a:buChar char="l"/>
            </a:pPr>
            <a:r>
              <a:rPr lang="en-US" altLang="zh-CN">
                <a:ea typeface="SimSun" panose="02010600030101010101" pitchFamily="2" charset="-122"/>
              </a:rPr>
              <a:t>use a bipolar sigmoid activation function. </a:t>
            </a:r>
          </a:p>
          <a:p>
            <a:pPr>
              <a:buSzPct val="60000"/>
              <a:buFont typeface="Monotype Sorts" pitchFamily="2" charset="2"/>
              <a:buChar char="l"/>
            </a:pPr>
            <a:r>
              <a:rPr lang="en-US" altLang="zh-CN">
                <a:ea typeface="SimSun" panose="02010600030101010101" pitchFamily="2" charset="-122"/>
              </a:rPr>
              <a:t>Use a gradually decreasing temperature parameter like simulated annealing.</a:t>
            </a:r>
          </a:p>
          <a:p>
            <a:pPr>
              <a:buSzPct val="60000"/>
              <a:buFont typeface="Monotype Sorts" pitchFamily="2" charset="2"/>
              <a:buChar char="l"/>
            </a:pPr>
            <a:r>
              <a:rPr lang="en-US" altLang="zh-CN">
                <a:ea typeface="SimSun" panose="02010600030101010101" pitchFamily="2" charset="-122"/>
              </a:rPr>
              <a:t>Used for combinatorial optimization.  </a:t>
            </a:r>
          </a:p>
        </p:txBody>
      </p:sp>
      <p:sp>
        <p:nvSpPr>
          <p:cNvPr id="3635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CD4A88E-C5C3-4DFE-BDA2-E6C65BE2E7E8}" type="slidenum">
              <a:rPr lang="zh-CN" altLang="en-US" sz="1400" smtClean="0">
                <a:solidFill>
                  <a:schemeClr val="bg2"/>
                </a:solidFill>
                <a:latin typeface="Arial" panose="020B0604020202020204" pitchFamily="34" charset="0"/>
              </a:rPr>
              <a:pPr>
                <a:spcBef>
                  <a:spcPct val="50000"/>
                </a:spcBef>
                <a:buClrTx/>
                <a:buSzTx/>
                <a:buFontTx/>
                <a:buNone/>
              </a:pPr>
              <a:t>259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3F503BE-A0BE-298B-D005-AD4CF3B6342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1" name="Rectangle 2"/>
          <p:cNvSpPr>
            <a:spLocks noGrp="1" noChangeArrowheads="1"/>
          </p:cNvSpPr>
          <p:nvPr>
            <p:ph type="title"/>
          </p:nvPr>
        </p:nvSpPr>
        <p:spPr/>
        <p:txBody>
          <a:bodyPr/>
          <a:lstStyle/>
          <a:p>
            <a:pPr algn="ctr"/>
            <a:r>
              <a:rPr lang="en-US" altLang="zh-CN">
                <a:ea typeface="SimSun" panose="02010600030101010101" pitchFamily="2" charset="-122"/>
              </a:rPr>
              <a:t>Mean Field Annealing Network</a:t>
            </a:r>
          </a:p>
        </p:txBody>
      </p:sp>
      <p:graphicFrame>
        <p:nvGraphicFramePr>
          <p:cNvPr id="365572" name="Object 4"/>
          <p:cNvGraphicFramePr>
            <a:graphicFrameLocks noChangeAspect="1"/>
          </p:cNvGraphicFramePr>
          <p:nvPr>
            <p:extLst>
              <p:ext uri="{D42A27DB-BD31-4B8C-83A1-F6EECF244321}">
                <p14:modId xmlns:p14="http://schemas.microsoft.com/office/powerpoint/2010/main" val="3816563106"/>
              </p:ext>
            </p:extLst>
          </p:nvPr>
        </p:nvGraphicFramePr>
        <p:xfrm>
          <a:off x="1118385" y="1507331"/>
          <a:ext cx="7366000" cy="4681538"/>
        </p:xfrm>
        <a:graphic>
          <a:graphicData uri="http://schemas.openxmlformats.org/presentationml/2006/ole">
            <mc:AlternateContent xmlns:mc="http://schemas.openxmlformats.org/markup-compatibility/2006">
              <mc:Choice xmlns:v="urn:schemas-microsoft-com:vml" Requires="v">
                <p:oleObj name="Equation" r:id="rId3" imgW="3695700" imgH="3073400" progId="Equation.3">
                  <p:embed/>
                </p:oleObj>
              </mc:Choice>
              <mc:Fallback>
                <p:oleObj name="Equation" r:id="rId3" imgW="3695700" imgH="3073400" progId="Equation.3">
                  <p:embed/>
                  <p:pic>
                    <p:nvPicPr>
                      <p:cNvPr id="3655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8385" y="1507331"/>
                        <a:ext cx="7366000" cy="468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557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4810D63-4046-4E19-8C4B-EE547912C436}" type="slidenum">
              <a:rPr lang="zh-CN" altLang="en-US" sz="1400" smtClean="0">
                <a:solidFill>
                  <a:schemeClr val="bg2"/>
                </a:solidFill>
                <a:latin typeface="Arial" panose="020B0604020202020204" pitchFamily="34" charset="0"/>
              </a:rPr>
              <a:pPr>
                <a:spcBef>
                  <a:spcPct val="50000"/>
                </a:spcBef>
                <a:buClrTx/>
                <a:buSzTx/>
                <a:buFontTx/>
                <a:buNone/>
              </a:pPr>
              <a:t>260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AB7D1C6-9669-2D67-659E-BE9BDFC40E9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9" name="Rectangle 2"/>
          <p:cNvSpPr>
            <a:spLocks noGrp="1" noChangeArrowheads="1"/>
          </p:cNvSpPr>
          <p:nvPr>
            <p:ph type="title"/>
          </p:nvPr>
        </p:nvSpPr>
        <p:spPr/>
        <p:txBody>
          <a:bodyPr/>
          <a:lstStyle/>
          <a:p>
            <a:pPr algn="ctr"/>
            <a:r>
              <a:rPr lang="en-US" altLang="zh-CN">
                <a:ea typeface="SimSun" panose="02010600030101010101" pitchFamily="2" charset="-122"/>
              </a:rPr>
              <a:t>Self-Organizing Maps (SOMs)</a:t>
            </a:r>
          </a:p>
        </p:txBody>
      </p:sp>
      <p:sp>
        <p:nvSpPr>
          <p:cNvPr id="367620" name="Rectangle 3"/>
          <p:cNvSpPr>
            <a:spLocks noGrp="1" noChangeArrowheads="1"/>
          </p:cNvSpPr>
          <p:nvPr>
            <p:ph type="body" idx="1"/>
          </p:nvPr>
        </p:nvSpPr>
        <p:spPr/>
        <p:txBody>
          <a:bodyPr/>
          <a:lstStyle/>
          <a:p>
            <a:pPr>
              <a:lnSpc>
                <a:spcPct val="80000"/>
              </a:lnSpc>
              <a:buSzPct val="50000"/>
              <a:buFont typeface="Monotype Sorts" pitchFamily="2" charset="2"/>
              <a:buChar char="l"/>
            </a:pPr>
            <a:r>
              <a:rPr lang="en-US" altLang="zh-CN">
                <a:ea typeface="SimSun" panose="02010600030101010101" pitchFamily="2" charset="-122"/>
              </a:rPr>
              <a:t>Developed by Prof. T. </a:t>
            </a:r>
            <a:r>
              <a:rPr lang="en-US" altLang="zh-CN" err="1">
                <a:ea typeface="SimSun" panose="02010600030101010101" pitchFamily="2" charset="-122"/>
              </a:rPr>
              <a:t>Kohonen</a:t>
            </a:r>
            <a:r>
              <a:rPr lang="en-US" altLang="zh-CN">
                <a:ea typeface="SimSun" panose="02010600030101010101" pitchFamily="2" charset="-122"/>
              </a:rPr>
              <a:t> at Helsinki University of Technology (renamed to Aalto University) in Finland in 1970s.</a:t>
            </a:r>
          </a:p>
          <a:p>
            <a:pPr>
              <a:lnSpc>
                <a:spcPct val="80000"/>
              </a:lnSpc>
              <a:buSzPct val="50000"/>
              <a:buFont typeface="Monotype Sorts" pitchFamily="2" charset="2"/>
              <a:buChar char="l"/>
            </a:pPr>
            <a:r>
              <a:rPr lang="en-US" altLang="zh-CN">
                <a:ea typeface="SimSun" panose="02010600030101010101" pitchFamily="2" charset="-122"/>
              </a:rPr>
              <a:t>A single-layer network with a winner-take-all layer using an unsupervised learning algorithm.  </a:t>
            </a:r>
          </a:p>
          <a:p>
            <a:pPr>
              <a:lnSpc>
                <a:spcPct val="80000"/>
              </a:lnSpc>
              <a:buSzPct val="50000"/>
              <a:buFont typeface="Monotype Sorts" pitchFamily="2" charset="2"/>
              <a:buChar char="l"/>
            </a:pPr>
            <a:r>
              <a:rPr lang="en-US" altLang="zh-CN">
                <a:ea typeface="SimSun" panose="02010600030101010101" pitchFamily="2" charset="-122"/>
              </a:rPr>
              <a:t>Formation of a topographic map through self-organization.</a:t>
            </a:r>
          </a:p>
          <a:p>
            <a:pPr>
              <a:lnSpc>
                <a:spcPct val="80000"/>
              </a:lnSpc>
              <a:buSzPct val="50000"/>
              <a:buFont typeface="Monotype Sorts" pitchFamily="2" charset="2"/>
              <a:buChar char="l"/>
            </a:pPr>
            <a:r>
              <a:rPr lang="en-US" altLang="zh-CN">
                <a:ea typeface="SimSun" panose="02010600030101010101" pitchFamily="2" charset="-122"/>
              </a:rPr>
              <a:t>Map high-dimensional data to one or two-dimensional feature maps.  </a:t>
            </a:r>
          </a:p>
        </p:txBody>
      </p:sp>
      <p:sp>
        <p:nvSpPr>
          <p:cNvPr id="36762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C7D1F5D-505E-4FC6-B077-C2BF90C41CBE}" type="slidenum">
              <a:rPr lang="zh-CN" altLang="en-US" sz="1400" smtClean="0">
                <a:solidFill>
                  <a:schemeClr val="bg2"/>
                </a:solidFill>
                <a:latin typeface="Arial" panose="020B0604020202020204" pitchFamily="34" charset="0"/>
              </a:rPr>
              <a:pPr>
                <a:spcBef>
                  <a:spcPct val="50000"/>
                </a:spcBef>
                <a:buClrTx/>
                <a:buSzTx/>
                <a:buFontTx/>
                <a:buNone/>
              </a:pPr>
              <a:t>261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0C59DDF-0A70-F267-BD6D-61D3085041A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标题 1"/>
          <p:cNvSpPr>
            <a:spLocks noGrp="1"/>
          </p:cNvSpPr>
          <p:nvPr>
            <p:ph type="title"/>
          </p:nvPr>
        </p:nvSpPr>
        <p:spPr/>
        <p:txBody>
          <a:bodyPr/>
          <a:lstStyle/>
          <a:p>
            <a:pPr algn="ctr"/>
            <a:r>
              <a:rPr lang="en-US" altLang="zh-CN">
                <a:ea typeface="SimSun" panose="02010600030101010101" pitchFamily="2" charset="-122"/>
              </a:rPr>
              <a:t>Data Clusters</a:t>
            </a:r>
          </a:p>
        </p:txBody>
      </p:sp>
      <p:grpSp>
        <p:nvGrpSpPr>
          <p:cNvPr id="369668" name="Group 275"/>
          <p:cNvGrpSpPr>
            <a:grpSpLocks noGrp="1"/>
          </p:cNvGrpSpPr>
          <p:nvPr/>
        </p:nvGrpSpPr>
        <p:grpSpPr bwMode="auto">
          <a:xfrm>
            <a:off x="1447800" y="1600200"/>
            <a:ext cx="6705600" cy="4343400"/>
            <a:chOff x="433" y="1842"/>
            <a:chExt cx="2218" cy="1543"/>
          </a:xfrm>
        </p:grpSpPr>
        <p:sp>
          <p:nvSpPr>
            <p:cNvPr id="369670" name="AutoShape 276"/>
            <p:cNvSpPr>
              <a:spLocks noChangeArrowheads="1"/>
            </p:cNvSpPr>
            <p:nvPr/>
          </p:nvSpPr>
          <p:spPr bwMode="auto">
            <a:xfrm>
              <a:off x="433" y="1842"/>
              <a:ext cx="2218" cy="1543"/>
            </a:xfrm>
            <a:prstGeom prst="roundRect">
              <a:avLst>
                <a:gd name="adj" fmla="val 37"/>
              </a:avLst>
            </a:prstGeom>
            <a:solidFill>
              <a:srgbClr val="FFFFFF"/>
            </a:solidFill>
            <a:ln w="9360">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1" name="Oval 277"/>
            <p:cNvSpPr>
              <a:spLocks noChangeArrowheads="1"/>
            </p:cNvSpPr>
            <p:nvPr/>
          </p:nvSpPr>
          <p:spPr bwMode="auto">
            <a:xfrm>
              <a:off x="664" y="1990"/>
              <a:ext cx="63"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2" name="Oval 278"/>
            <p:cNvSpPr>
              <a:spLocks noChangeArrowheads="1"/>
            </p:cNvSpPr>
            <p:nvPr/>
          </p:nvSpPr>
          <p:spPr bwMode="auto">
            <a:xfrm>
              <a:off x="812" y="2271"/>
              <a:ext cx="64"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3" name="Oval 279"/>
            <p:cNvSpPr>
              <a:spLocks noChangeArrowheads="1"/>
            </p:cNvSpPr>
            <p:nvPr/>
          </p:nvSpPr>
          <p:spPr bwMode="auto">
            <a:xfrm>
              <a:off x="866" y="1882"/>
              <a:ext cx="63"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4" name="Oval 280"/>
            <p:cNvSpPr>
              <a:spLocks noChangeArrowheads="1"/>
            </p:cNvSpPr>
            <p:nvPr/>
          </p:nvSpPr>
          <p:spPr bwMode="auto">
            <a:xfrm>
              <a:off x="639" y="2193"/>
              <a:ext cx="64" cy="60"/>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5" name="Oval 281"/>
            <p:cNvSpPr>
              <a:spLocks noChangeArrowheads="1"/>
            </p:cNvSpPr>
            <p:nvPr/>
          </p:nvSpPr>
          <p:spPr bwMode="auto">
            <a:xfrm>
              <a:off x="873" y="2481"/>
              <a:ext cx="64"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6" name="Oval 282"/>
            <p:cNvSpPr>
              <a:spLocks noChangeArrowheads="1"/>
            </p:cNvSpPr>
            <p:nvPr/>
          </p:nvSpPr>
          <p:spPr bwMode="auto">
            <a:xfrm>
              <a:off x="1234" y="2275"/>
              <a:ext cx="64" cy="64"/>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7" name="Oval 283"/>
            <p:cNvSpPr>
              <a:spLocks noChangeArrowheads="1"/>
            </p:cNvSpPr>
            <p:nvPr/>
          </p:nvSpPr>
          <p:spPr bwMode="auto">
            <a:xfrm>
              <a:off x="1123" y="2525"/>
              <a:ext cx="63"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8" name="Oval 284"/>
            <p:cNvSpPr>
              <a:spLocks noChangeArrowheads="1"/>
            </p:cNvSpPr>
            <p:nvPr/>
          </p:nvSpPr>
          <p:spPr bwMode="auto">
            <a:xfrm>
              <a:off x="898" y="2067"/>
              <a:ext cx="65"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79" name="Oval 285"/>
            <p:cNvSpPr>
              <a:spLocks noChangeArrowheads="1"/>
            </p:cNvSpPr>
            <p:nvPr/>
          </p:nvSpPr>
          <p:spPr bwMode="auto">
            <a:xfrm>
              <a:off x="2107" y="2614"/>
              <a:ext cx="66" cy="60"/>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0" name="Oval 286"/>
            <p:cNvSpPr>
              <a:spLocks noChangeArrowheads="1"/>
            </p:cNvSpPr>
            <p:nvPr/>
          </p:nvSpPr>
          <p:spPr bwMode="auto">
            <a:xfrm>
              <a:off x="2031" y="2745"/>
              <a:ext cx="64" cy="64"/>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1" name="Oval 287"/>
            <p:cNvSpPr>
              <a:spLocks noChangeArrowheads="1"/>
            </p:cNvSpPr>
            <p:nvPr/>
          </p:nvSpPr>
          <p:spPr bwMode="auto">
            <a:xfrm>
              <a:off x="2189" y="2737"/>
              <a:ext cx="63" cy="60"/>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2" name="Oval 288"/>
            <p:cNvSpPr>
              <a:spLocks noChangeArrowheads="1"/>
            </p:cNvSpPr>
            <p:nvPr/>
          </p:nvSpPr>
          <p:spPr bwMode="auto">
            <a:xfrm>
              <a:off x="1279" y="2968"/>
              <a:ext cx="63" cy="62"/>
            </a:xfrm>
            <a:prstGeom prst="ellipse">
              <a:avLst/>
            </a:prstGeom>
            <a:solidFill>
              <a:srgbClr val="2323DC"/>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3" name="Oval 289"/>
            <p:cNvSpPr>
              <a:spLocks noChangeArrowheads="1"/>
            </p:cNvSpPr>
            <p:nvPr/>
          </p:nvSpPr>
          <p:spPr bwMode="auto">
            <a:xfrm>
              <a:off x="1241" y="3215"/>
              <a:ext cx="63" cy="62"/>
            </a:xfrm>
            <a:prstGeom prst="ellipse">
              <a:avLst/>
            </a:prstGeom>
            <a:solidFill>
              <a:srgbClr val="2323DC"/>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4" name="Oval 290"/>
            <p:cNvSpPr>
              <a:spLocks noChangeArrowheads="1"/>
            </p:cNvSpPr>
            <p:nvPr/>
          </p:nvSpPr>
          <p:spPr bwMode="auto">
            <a:xfrm>
              <a:off x="1181" y="3068"/>
              <a:ext cx="63" cy="62"/>
            </a:xfrm>
            <a:prstGeom prst="ellipse">
              <a:avLst/>
            </a:prstGeom>
            <a:solidFill>
              <a:srgbClr val="2323DC"/>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5" name="Oval 291"/>
            <p:cNvSpPr>
              <a:spLocks noChangeArrowheads="1"/>
            </p:cNvSpPr>
            <p:nvPr/>
          </p:nvSpPr>
          <p:spPr bwMode="auto">
            <a:xfrm>
              <a:off x="1378" y="3110"/>
              <a:ext cx="65" cy="62"/>
            </a:xfrm>
            <a:prstGeom prst="ellipse">
              <a:avLst/>
            </a:prstGeom>
            <a:solidFill>
              <a:srgbClr val="2323DC"/>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6" name="Oval 292"/>
            <p:cNvSpPr>
              <a:spLocks noChangeArrowheads="1"/>
            </p:cNvSpPr>
            <p:nvPr/>
          </p:nvSpPr>
          <p:spPr bwMode="auto">
            <a:xfrm>
              <a:off x="1490" y="2929"/>
              <a:ext cx="64" cy="62"/>
            </a:xfrm>
            <a:prstGeom prst="ellipse">
              <a:avLst/>
            </a:prstGeom>
            <a:solidFill>
              <a:srgbClr val="2323DC"/>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7" name="Oval 293"/>
            <p:cNvSpPr>
              <a:spLocks noChangeArrowheads="1"/>
            </p:cNvSpPr>
            <p:nvPr/>
          </p:nvSpPr>
          <p:spPr bwMode="auto">
            <a:xfrm>
              <a:off x="2273" y="2890"/>
              <a:ext cx="63"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8" name="Oval 294"/>
            <p:cNvSpPr>
              <a:spLocks noChangeArrowheads="1"/>
            </p:cNvSpPr>
            <p:nvPr/>
          </p:nvSpPr>
          <p:spPr bwMode="auto">
            <a:xfrm>
              <a:off x="1091" y="2299"/>
              <a:ext cx="63"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89" name="Oval 295"/>
            <p:cNvSpPr>
              <a:spLocks noChangeArrowheads="1"/>
            </p:cNvSpPr>
            <p:nvPr/>
          </p:nvSpPr>
          <p:spPr bwMode="auto">
            <a:xfrm>
              <a:off x="570" y="2417"/>
              <a:ext cx="64"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0" name="Oval 296"/>
            <p:cNvSpPr>
              <a:spLocks noChangeArrowheads="1"/>
            </p:cNvSpPr>
            <p:nvPr/>
          </p:nvSpPr>
          <p:spPr bwMode="auto">
            <a:xfrm>
              <a:off x="844" y="2389"/>
              <a:ext cx="65" cy="62"/>
            </a:xfrm>
            <a:prstGeom prst="ellipse">
              <a:avLst/>
            </a:prstGeom>
            <a:solidFill>
              <a:srgbClr val="FF00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1" name="Oval 297"/>
            <p:cNvSpPr>
              <a:spLocks noChangeArrowheads="1"/>
            </p:cNvSpPr>
            <p:nvPr/>
          </p:nvSpPr>
          <p:spPr bwMode="auto">
            <a:xfrm>
              <a:off x="2150" y="2003"/>
              <a:ext cx="63"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2" name="Oval 298"/>
            <p:cNvSpPr>
              <a:spLocks noChangeArrowheads="1"/>
            </p:cNvSpPr>
            <p:nvPr/>
          </p:nvSpPr>
          <p:spPr bwMode="auto">
            <a:xfrm>
              <a:off x="2367" y="2181"/>
              <a:ext cx="63"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3" name="Oval 299"/>
            <p:cNvSpPr>
              <a:spLocks noChangeArrowheads="1"/>
            </p:cNvSpPr>
            <p:nvPr/>
          </p:nvSpPr>
          <p:spPr bwMode="auto">
            <a:xfrm>
              <a:off x="2356" y="1986"/>
              <a:ext cx="64" cy="60"/>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4" name="Oval 300"/>
            <p:cNvSpPr>
              <a:spLocks noChangeArrowheads="1"/>
            </p:cNvSpPr>
            <p:nvPr/>
          </p:nvSpPr>
          <p:spPr bwMode="auto">
            <a:xfrm>
              <a:off x="2221" y="2148"/>
              <a:ext cx="66" cy="63"/>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5" name="Oval 301"/>
            <p:cNvSpPr>
              <a:spLocks noChangeArrowheads="1"/>
            </p:cNvSpPr>
            <p:nvPr/>
          </p:nvSpPr>
          <p:spPr bwMode="auto">
            <a:xfrm>
              <a:off x="2335" y="2420"/>
              <a:ext cx="63"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6" name="Oval 302"/>
            <p:cNvSpPr>
              <a:spLocks noChangeArrowheads="1"/>
            </p:cNvSpPr>
            <p:nvPr/>
          </p:nvSpPr>
          <p:spPr bwMode="auto">
            <a:xfrm>
              <a:off x="1918" y="2107"/>
              <a:ext cx="66"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7" name="Oval 303"/>
            <p:cNvSpPr>
              <a:spLocks noChangeArrowheads="1"/>
            </p:cNvSpPr>
            <p:nvPr/>
          </p:nvSpPr>
          <p:spPr bwMode="auto">
            <a:xfrm>
              <a:off x="2096" y="2166"/>
              <a:ext cx="64"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8" name="Oval 304"/>
            <p:cNvSpPr>
              <a:spLocks noChangeArrowheads="1"/>
            </p:cNvSpPr>
            <p:nvPr/>
          </p:nvSpPr>
          <p:spPr bwMode="auto">
            <a:xfrm>
              <a:off x="2041" y="2385"/>
              <a:ext cx="65" cy="63"/>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699" name="Oval 305"/>
            <p:cNvSpPr>
              <a:spLocks noChangeArrowheads="1"/>
            </p:cNvSpPr>
            <p:nvPr/>
          </p:nvSpPr>
          <p:spPr bwMode="auto">
            <a:xfrm>
              <a:off x="1958" y="2490"/>
              <a:ext cx="64" cy="63"/>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69700" name="Oval 306"/>
            <p:cNvSpPr>
              <a:spLocks noChangeArrowheads="1"/>
            </p:cNvSpPr>
            <p:nvPr/>
          </p:nvSpPr>
          <p:spPr bwMode="auto">
            <a:xfrm>
              <a:off x="1779" y="2309"/>
              <a:ext cx="64" cy="62"/>
            </a:xfrm>
            <a:prstGeom prst="ellipse">
              <a:avLst/>
            </a:prstGeom>
            <a:solidFill>
              <a:srgbClr val="00FF00"/>
            </a:solidFill>
            <a:ln w="9398">
              <a:solidFill>
                <a:srgbClr val="000000"/>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3696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DC4F1B2-A634-4A38-9159-2BCCE99C9D7B}" type="slidenum">
              <a:rPr lang="zh-CN" altLang="en-US" sz="1400" smtClean="0">
                <a:solidFill>
                  <a:schemeClr val="bg2"/>
                </a:solidFill>
                <a:latin typeface="Arial" panose="020B0604020202020204" pitchFamily="34" charset="0"/>
              </a:rPr>
              <a:pPr>
                <a:spcBef>
                  <a:spcPct val="50000"/>
                </a:spcBef>
                <a:buClrTx/>
                <a:buSzTx/>
                <a:buFontTx/>
                <a:buNone/>
              </a:pPr>
              <a:t>262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4B3E866-804D-F49E-B2B1-FEA83BC555B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标题 1"/>
          <p:cNvSpPr>
            <a:spLocks noGrp="1"/>
          </p:cNvSpPr>
          <p:nvPr>
            <p:ph type="title"/>
          </p:nvPr>
        </p:nvSpPr>
        <p:spPr/>
        <p:txBody>
          <a:bodyPr/>
          <a:lstStyle/>
          <a:p>
            <a:pPr algn="ctr"/>
            <a:r>
              <a:rPr lang="en-US" altLang="zh-CN">
                <a:ea typeface="SimSun" panose="02010600030101010101" pitchFamily="2" charset="-122"/>
              </a:rPr>
              <a:t>SOM Architecture</a:t>
            </a:r>
          </a:p>
        </p:txBody>
      </p:sp>
      <p:grpSp>
        <p:nvGrpSpPr>
          <p:cNvPr id="370692" name="Group 171"/>
          <p:cNvGrpSpPr>
            <a:grpSpLocks/>
          </p:cNvGrpSpPr>
          <p:nvPr/>
        </p:nvGrpSpPr>
        <p:grpSpPr bwMode="auto">
          <a:xfrm>
            <a:off x="2133600" y="1828800"/>
            <a:ext cx="4941888" cy="4038600"/>
            <a:chOff x="2726" y="1188"/>
            <a:chExt cx="2363" cy="1897"/>
          </a:xfrm>
        </p:grpSpPr>
        <p:sp>
          <p:nvSpPr>
            <p:cNvPr id="370694" name="Line 172"/>
            <p:cNvSpPr>
              <a:spLocks noChangeShapeType="1"/>
            </p:cNvSpPr>
            <p:nvPr/>
          </p:nvSpPr>
          <p:spPr bwMode="auto">
            <a:xfrm rot="-1190080">
              <a:off x="4004" y="2080"/>
              <a:ext cx="227" cy="8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695" name="Line 173"/>
            <p:cNvSpPr>
              <a:spLocks noChangeShapeType="1"/>
            </p:cNvSpPr>
            <p:nvPr/>
          </p:nvSpPr>
          <p:spPr bwMode="auto">
            <a:xfrm rot="-1192331">
              <a:off x="3081" y="1188"/>
              <a:ext cx="1004" cy="18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696" name="Line 174"/>
            <p:cNvSpPr>
              <a:spLocks noChangeShapeType="1"/>
            </p:cNvSpPr>
            <p:nvPr/>
          </p:nvSpPr>
          <p:spPr bwMode="auto">
            <a:xfrm rot="20407930" flipH="1">
              <a:off x="4272" y="2264"/>
              <a:ext cx="817" cy="4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697" name="Line 175"/>
            <p:cNvSpPr>
              <a:spLocks noChangeShapeType="1"/>
            </p:cNvSpPr>
            <p:nvPr/>
          </p:nvSpPr>
          <p:spPr bwMode="auto">
            <a:xfrm rot="20409920" flipH="1">
              <a:off x="4089" y="1281"/>
              <a:ext cx="55" cy="16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698" name="Line 176"/>
            <p:cNvSpPr>
              <a:spLocks noChangeShapeType="1"/>
            </p:cNvSpPr>
            <p:nvPr/>
          </p:nvSpPr>
          <p:spPr bwMode="auto">
            <a:xfrm rot="20409920" flipH="1">
              <a:off x="3686" y="2216"/>
              <a:ext cx="318" cy="5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699" name="Line 177"/>
            <p:cNvSpPr>
              <a:spLocks noChangeShapeType="1"/>
            </p:cNvSpPr>
            <p:nvPr/>
          </p:nvSpPr>
          <p:spPr bwMode="auto">
            <a:xfrm rot="-1192331">
              <a:off x="3077" y="1279"/>
              <a:ext cx="437" cy="16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0" name="Line 178"/>
            <p:cNvSpPr>
              <a:spLocks noChangeShapeType="1"/>
            </p:cNvSpPr>
            <p:nvPr/>
          </p:nvSpPr>
          <p:spPr bwMode="auto">
            <a:xfrm rot="20407930" flipH="1">
              <a:off x="3998" y="2315"/>
              <a:ext cx="1049" cy="3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1" name="Line 179"/>
            <p:cNvSpPr>
              <a:spLocks noChangeShapeType="1"/>
            </p:cNvSpPr>
            <p:nvPr/>
          </p:nvSpPr>
          <p:spPr bwMode="auto">
            <a:xfrm rot="20409920" flipH="1">
              <a:off x="3830" y="1375"/>
              <a:ext cx="280" cy="14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2" name="Line 180"/>
            <p:cNvSpPr>
              <a:spLocks noChangeShapeType="1"/>
            </p:cNvSpPr>
            <p:nvPr/>
          </p:nvSpPr>
          <p:spPr bwMode="auto">
            <a:xfrm rot="20409920" flipH="1">
              <a:off x="3972" y="2144"/>
              <a:ext cx="52" cy="6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3" name="Line 181"/>
            <p:cNvSpPr>
              <a:spLocks noChangeShapeType="1"/>
            </p:cNvSpPr>
            <p:nvPr/>
          </p:nvSpPr>
          <p:spPr bwMode="auto">
            <a:xfrm rot="-1192331">
              <a:off x="3061" y="1212"/>
              <a:ext cx="745" cy="17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4" name="Line 182"/>
            <p:cNvSpPr>
              <a:spLocks noChangeShapeType="1"/>
            </p:cNvSpPr>
            <p:nvPr/>
          </p:nvSpPr>
          <p:spPr bwMode="auto">
            <a:xfrm rot="20407930" flipH="1">
              <a:off x="3690" y="2346"/>
              <a:ext cx="1361" cy="27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5" name="Line 183"/>
            <p:cNvSpPr>
              <a:spLocks noChangeShapeType="1"/>
            </p:cNvSpPr>
            <p:nvPr/>
          </p:nvSpPr>
          <p:spPr bwMode="auto">
            <a:xfrm rot="20409920" flipH="1">
              <a:off x="3517" y="1388"/>
              <a:ext cx="604" cy="14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06" name="Oval 184"/>
            <p:cNvSpPr>
              <a:spLocks noChangeArrowheads="1"/>
            </p:cNvSpPr>
            <p:nvPr/>
          </p:nvSpPr>
          <p:spPr bwMode="auto">
            <a:xfrm rot="-151592">
              <a:off x="3742" y="2796"/>
              <a:ext cx="90" cy="90"/>
            </a:xfrm>
            <a:prstGeom prst="ellipse">
              <a:avLst/>
            </a:prstGeom>
            <a:solidFill>
              <a:schemeClr val="bg1"/>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07" name="Oval 185"/>
            <p:cNvSpPr>
              <a:spLocks noChangeArrowheads="1"/>
            </p:cNvSpPr>
            <p:nvPr/>
          </p:nvSpPr>
          <p:spPr bwMode="auto">
            <a:xfrm rot="-151592">
              <a:off x="4036" y="2796"/>
              <a:ext cx="90" cy="90"/>
            </a:xfrm>
            <a:prstGeom prst="ellipse">
              <a:avLst/>
            </a:prstGeom>
            <a:solidFill>
              <a:schemeClr val="bg1"/>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08" name="Oval 186"/>
            <p:cNvSpPr>
              <a:spLocks noChangeArrowheads="1"/>
            </p:cNvSpPr>
            <p:nvPr/>
          </p:nvSpPr>
          <p:spPr bwMode="auto">
            <a:xfrm rot="-151592">
              <a:off x="4331" y="2796"/>
              <a:ext cx="90" cy="90"/>
            </a:xfrm>
            <a:prstGeom prst="ellipse">
              <a:avLst/>
            </a:prstGeom>
            <a:solidFill>
              <a:schemeClr val="bg1"/>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09" name="Line 187"/>
            <p:cNvSpPr>
              <a:spLocks noChangeShapeType="1"/>
            </p:cNvSpPr>
            <p:nvPr/>
          </p:nvSpPr>
          <p:spPr bwMode="auto">
            <a:xfrm flipV="1">
              <a:off x="3787" y="2886"/>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0710" name="Line 188"/>
            <p:cNvSpPr>
              <a:spLocks noChangeShapeType="1"/>
            </p:cNvSpPr>
            <p:nvPr/>
          </p:nvSpPr>
          <p:spPr bwMode="auto">
            <a:xfrm flipV="1">
              <a:off x="4081" y="2886"/>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0711" name="Line 189"/>
            <p:cNvSpPr>
              <a:spLocks noChangeShapeType="1"/>
            </p:cNvSpPr>
            <p:nvPr/>
          </p:nvSpPr>
          <p:spPr bwMode="auto">
            <a:xfrm flipV="1">
              <a:off x="4377" y="2886"/>
              <a:ext cx="0" cy="1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0712" name="Line 190"/>
            <p:cNvSpPr>
              <a:spLocks noChangeShapeType="1"/>
            </p:cNvSpPr>
            <p:nvPr/>
          </p:nvSpPr>
          <p:spPr bwMode="auto">
            <a:xfrm rot="-151329" flipH="1" flipV="1">
              <a:off x="2789" y="1366"/>
              <a:ext cx="1088"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3" name="Line 191"/>
            <p:cNvSpPr>
              <a:spLocks noChangeShapeType="1"/>
            </p:cNvSpPr>
            <p:nvPr/>
          </p:nvSpPr>
          <p:spPr bwMode="auto">
            <a:xfrm rot="-151329" flipH="1" flipV="1">
              <a:off x="2970" y="1358"/>
              <a:ext cx="1089"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4" name="Line 192"/>
            <p:cNvSpPr>
              <a:spLocks noChangeShapeType="1"/>
            </p:cNvSpPr>
            <p:nvPr/>
          </p:nvSpPr>
          <p:spPr bwMode="auto">
            <a:xfrm rot="-151329" flipH="1" flipV="1">
              <a:off x="3152" y="1351"/>
              <a:ext cx="1088"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5" name="Line 193"/>
            <p:cNvSpPr>
              <a:spLocks noChangeShapeType="1"/>
            </p:cNvSpPr>
            <p:nvPr/>
          </p:nvSpPr>
          <p:spPr bwMode="auto">
            <a:xfrm rot="-151329" flipH="1" flipV="1">
              <a:off x="3333" y="1343"/>
              <a:ext cx="1089"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6" name="Line 194"/>
            <p:cNvSpPr>
              <a:spLocks noChangeShapeType="1"/>
            </p:cNvSpPr>
            <p:nvPr/>
          </p:nvSpPr>
          <p:spPr bwMode="auto">
            <a:xfrm rot="-151329" flipH="1" flipV="1">
              <a:off x="3514" y="1335"/>
              <a:ext cx="1088"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7" name="Line 195"/>
            <p:cNvSpPr>
              <a:spLocks noChangeShapeType="1"/>
            </p:cNvSpPr>
            <p:nvPr/>
          </p:nvSpPr>
          <p:spPr bwMode="auto">
            <a:xfrm rot="-151329" flipH="1" flipV="1">
              <a:off x="3695" y="1327"/>
              <a:ext cx="1088"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8" name="Line 196"/>
            <p:cNvSpPr>
              <a:spLocks noChangeShapeType="1"/>
            </p:cNvSpPr>
            <p:nvPr/>
          </p:nvSpPr>
          <p:spPr bwMode="auto">
            <a:xfrm rot="-151329" flipH="1" flipV="1">
              <a:off x="3877" y="1319"/>
              <a:ext cx="1088" cy="8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19" name="Line 197"/>
            <p:cNvSpPr>
              <a:spLocks noChangeShapeType="1"/>
            </p:cNvSpPr>
            <p:nvPr/>
          </p:nvSpPr>
          <p:spPr bwMode="auto">
            <a:xfrm rot="-151329">
              <a:off x="2771" y="1367"/>
              <a:ext cx="108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0" name="Line 198"/>
            <p:cNvSpPr>
              <a:spLocks noChangeShapeType="1"/>
            </p:cNvSpPr>
            <p:nvPr/>
          </p:nvSpPr>
          <p:spPr bwMode="auto">
            <a:xfrm rot="-151329">
              <a:off x="2958" y="1495"/>
              <a:ext cx="108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1" name="Line 199"/>
            <p:cNvSpPr>
              <a:spLocks noChangeShapeType="1"/>
            </p:cNvSpPr>
            <p:nvPr/>
          </p:nvSpPr>
          <p:spPr bwMode="auto">
            <a:xfrm rot="-151329">
              <a:off x="3146" y="1623"/>
              <a:ext cx="108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2" name="Line 200"/>
            <p:cNvSpPr>
              <a:spLocks noChangeShapeType="1"/>
            </p:cNvSpPr>
            <p:nvPr/>
          </p:nvSpPr>
          <p:spPr bwMode="auto">
            <a:xfrm rot="21448671" flipV="1">
              <a:off x="3333" y="1752"/>
              <a:ext cx="108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3" name="Line 201"/>
            <p:cNvSpPr>
              <a:spLocks noChangeShapeType="1"/>
            </p:cNvSpPr>
            <p:nvPr/>
          </p:nvSpPr>
          <p:spPr bwMode="auto">
            <a:xfrm rot="21448671" flipV="1">
              <a:off x="3520" y="1879"/>
              <a:ext cx="1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4" name="Line 202"/>
            <p:cNvSpPr>
              <a:spLocks noChangeShapeType="1"/>
            </p:cNvSpPr>
            <p:nvPr/>
          </p:nvSpPr>
          <p:spPr bwMode="auto">
            <a:xfrm rot="21448671" flipV="1">
              <a:off x="3707" y="2007"/>
              <a:ext cx="108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5" name="Line 203"/>
            <p:cNvSpPr>
              <a:spLocks noChangeShapeType="1"/>
            </p:cNvSpPr>
            <p:nvPr/>
          </p:nvSpPr>
          <p:spPr bwMode="auto">
            <a:xfrm rot="21448671" flipV="1">
              <a:off x="3895" y="2135"/>
              <a:ext cx="1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6" name="Line 204"/>
            <p:cNvSpPr>
              <a:spLocks noChangeShapeType="1"/>
            </p:cNvSpPr>
            <p:nvPr/>
          </p:nvSpPr>
          <p:spPr bwMode="auto">
            <a:xfrm rot="-151329">
              <a:off x="4799" y="1983"/>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7" name="Line 205"/>
            <p:cNvSpPr>
              <a:spLocks noChangeShapeType="1"/>
            </p:cNvSpPr>
            <p:nvPr/>
          </p:nvSpPr>
          <p:spPr bwMode="auto">
            <a:xfrm rot="-151329">
              <a:off x="4614" y="1855"/>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8" name="Line 206"/>
            <p:cNvSpPr>
              <a:spLocks noChangeShapeType="1"/>
            </p:cNvSpPr>
            <p:nvPr/>
          </p:nvSpPr>
          <p:spPr bwMode="auto">
            <a:xfrm rot="-151329">
              <a:off x="4430" y="1727"/>
              <a:ext cx="0" cy="4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29" name="Line 207"/>
            <p:cNvSpPr>
              <a:spLocks noChangeShapeType="1"/>
            </p:cNvSpPr>
            <p:nvPr/>
          </p:nvSpPr>
          <p:spPr bwMode="auto">
            <a:xfrm rot="-151329">
              <a:off x="4246" y="1598"/>
              <a:ext cx="0" cy="5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0" name="Line 208"/>
            <p:cNvSpPr>
              <a:spLocks noChangeShapeType="1"/>
            </p:cNvSpPr>
            <p:nvPr/>
          </p:nvSpPr>
          <p:spPr bwMode="auto">
            <a:xfrm rot="21448671" flipV="1">
              <a:off x="4061" y="1470"/>
              <a:ext cx="0" cy="6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1" name="Line 209"/>
            <p:cNvSpPr>
              <a:spLocks noChangeShapeType="1"/>
            </p:cNvSpPr>
            <p:nvPr/>
          </p:nvSpPr>
          <p:spPr bwMode="auto">
            <a:xfrm rot="21448671" flipH="1">
              <a:off x="2955" y="1382"/>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2" name="Line 210"/>
            <p:cNvSpPr>
              <a:spLocks noChangeShapeType="1"/>
            </p:cNvSpPr>
            <p:nvPr/>
          </p:nvSpPr>
          <p:spPr bwMode="auto">
            <a:xfrm rot="21448671" flipH="1">
              <a:off x="3140" y="1374"/>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3" name="Line 211"/>
            <p:cNvSpPr>
              <a:spLocks noChangeShapeType="1"/>
            </p:cNvSpPr>
            <p:nvPr/>
          </p:nvSpPr>
          <p:spPr bwMode="auto">
            <a:xfrm rot="21448671" flipH="1">
              <a:off x="3323" y="1366"/>
              <a:ext cx="0" cy="4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4" name="Line 212"/>
            <p:cNvSpPr>
              <a:spLocks noChangeShapeType="1"/>
            </p:cNvSpPr>
            <p:nvPr/>
          </p:nvSpPr>
          <p:spPr bwMode="auto">
            <a:xfrm rot="21448671" flipH="1">
              <a:off x="3507" y="1358"/>
              <a:ext cx="0" cy="5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5" name="Line 213"/>
            <p:cNvSpPr>
              <a:spLocks noChangeShapeType="1"/>
            </p:cNvSpPr>
            <p:nvPr/>
          </p:nvSpPr>
          <p:spPr bwMode="auto">
            <a:xfrm rot="-151329">
              <a:off x="3693" y="1351"/>
              <a:ext cx="0" cy="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6" name="Line 214"/>
            <p:cNvSpPr>
              <a:spLocks noChangeShapeType="1"/>
            </p:cNvSpPr>
            <p:nvPr/>
          </p:nvSpPr>
          <p:spPr bwMode="auto">
            <a:xfrm rot="-151329">
              <a:off x="3877" y="1343"/>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7" name="Line 215"/>
            <p:cNvSpPr>
              <a:spLocks noChangeShapeType="1"/>
            </p:cNvSpPr>
            <p:nvPr/>
          </p:nvSpPr>
          <p:spPr bwMode="auto">
            <a:xfrm rot="-151329">
              <a:off x="2788" y="1343"/>
              <a:ext cx="2177"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8" name="Line 216"/>
            <p:cNvSpPr>
              <a:spLocks noChangeShapeType="1"/>
            </p:cNvSpPr>
            <p:nvPr/>
          </p:nvSpPr>
          <p:spPr bwMode="auto">
            <a:xfrm rot="-151329">
              <a:off x="2966" y="1343"/>
              <a:ext cx="1815" cy="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39" name="Line 217"/>
            <p:cNvSpPr>
              <a:spLocks noChangeShapeType="1"/>
            </p:cNvSpPr>
            <p:nvPr/>
          </p:nvSpPr>
          <p:spPr bwMode="auto">
            <a:xfrm rot="-151329">
              <a:off x="2972" y="1478"/>
              <a:ext cx="1815" cy="6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0" name="Line 218"/>
            <p:cNvSpPr>
              <a:spLocks noChangeShapeType="1"/>
            </p:cNvSpPr>
            <p:nvPr/>
          </p:nvSpPr>
          <p:spPr bwMode="auto">
            <a:xfrm rot="-151329">
              <a:off x="3157" y="1614"/>
              <a:ext cx="1451" cy="5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1" name="Line 219"/>
            <p:cNvSpPr>
              <a:spLocks noChangeShapeType="1"/>
            </p:cNvSpPr>
            <p:nvPr/>
          </p:nvSpPr>
          <p:spPr bwMode="auto">
            <a:xfrm rot="-151329">
              <a:off x="3341" y="1750"/>
              <a:ext cx="1089" cy="4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2" name="Line 220"/>
            <p:cNvSpPr>
              <a:spLocks noChangeShapeType="1"/>
            </p:cNvSpPr>
            <p:nvPr/>
          </p:nvSpPr>
          <p:spPr bwMode="auto">
            <a:xfrm rot="-151329">
              <a:off x="3526" y="1886"/>
              <a:ext cx="725"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3" name="Line 221"/>
            <p:cNvSpPr>
              <a:spLocks noChangeShapeType="1"/>
            </p:cNvSpPr>
            <p:nvPr/>
          </p:nvSpPr>
          <p:spPr bwMode="auto">
            <a:xfrm rot="-151329">
              <a:off x="3710" y="2022"/>
              <a:ext cx="363"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4" name="Line 222"/>
            <p:cNvSpPr>
              <a:spLocks noChangeShapeType="1"/>
            </p:cNvSpPr>
            <p:nvPr/>
          </p:nvSpPr>
          <p:spPr bwMode="auto">
            <a:xfrm rot="10648671">
              <a:off x="3145" y="1343"/>
              <a:ext cx="1451" cy="5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5" name="Line 223"/>
            <p:cNvSpPr>
              <a:spLocks noChangeShapeType="1"/>
            </p:cNvSpPr>
            <p:nvPr/>
          </p:nvSpPr>
          <p:spPr bwMode="auto">
            <a:xfrm rot="10648671">
              <a:off x="3323" y="1343"/>
              <a:ext cx="1089" cy="4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6" name="Line 224"/>
            <p:cNvSpPr>
              <a:spLocks noChangeShapeType="1"/>
            </p:cNvSpPr>
            <p:nvPr/>
          </p:nvSpPr>
          <p:spPr bwMode="auto">
            <a:xfrm rot="10648671">
              <a:off x="3502" y="1343"/>
              <a:ext cx="725"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7" name="Line 225"/>
            <p:cNvSpPr>
              <a:spLocks noChangeShapeType="1"/>
            </p:cNvSpPr>
            <p:nvPr/>
          </p:nvSpPr>
          <p:spPr bwMode="auto">
            <a:xfrm rot="10648671">
              <a:off x="3680" y="1343"/>
              <a:ext cx="363"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748" name="Oval 226"/>
            <p:cNvSpPr>
              <a:spLocks noChangeArrowheads="1"/>
            </p:cNvSpPr>
            <p:nvPr/>
          </p:nvSpPr>
          <p:spPr bwMode="auto">
            <a:xfrm rot="-151329">
              <a:off x="4563" y="1810"/>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49" name="Oval 227"/>
            <p:cNvSpPr>
              <a:spLocks noChangeArrowheads="1"/>
            </p:cNvSpPr>
            <p:nvPr/>
          </p:nvSpPr>
          <p:spPr bwMode="auto">
            <a:xfrm rot="-151329">
              <a:off x="4200" y="1826"/>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0" name="Oval 228"/>
            <p:cNvSpPr>
              <a:spLocks noChangeArrowheads="1"/>
            </p:cNvSpPr>
            <p:nvPr/>
          </p:nvSpPr>
          <p:spPr bwMode="auto">
            <a:xfrm rot="-151329">
              <a:off x="4019" y="1834"/>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1" name="Oval 229"/>
            <p:cNvSpPr>
              <a:spLocks noChangeArrowheads="1"/>
            </p:cNvSpPr>
            <p:nvPr/>
          </p:nvSpPr>
          <p:spPr bwMode="auto">
            <a:xfrm rot="-151329">
              <a:off x="3838" y="1842"/>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2" name="Oval 230"/>
            <p:cNvSpPr>
              <a:spLocks noChangeArrowheads="1"/>
            </p:cNvSpPr>
            <p:nvPr/>
          </p:nvSpPr>
          <p:spPr bwMode="auto">
            <a:xfrm rot="-151329">
              <a:off x="4381" y="1818"/>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3" name="Oval 231"/>
            <p:cNvSpPr>
              <a:spLocks noChangeArrowheads="1"/>
            </p:cNvSpPr>
            <p:nvPr/>
          </p:nvSpPr>
          <p:spPr bwMode="auto">
            <a:xfrm rot="-151329">
              <a:off x="3656" y="1850"/>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4" name="Oval 232"/>
            <p:cNvSpPr>
              <a:spLocks noChangeArrowheads="1"/>
            </p:cNvSpPr>
            <p:nvPr/>
          </p:nvSpPr>
          <p:spPr bwMode="auto">
            <a:xfrm rot="-151329">
              <a:off x="3475" y="1857"/>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5" name="Oval 233"/>
            <p:cNvSpPr>
              <a:spLocks noChangeArrowheads="1"/>
            </p:cNvSpPr>
            <p:nvPr/>
          </p:nvSpPr>
          <p:spPr bwMode="auto">
            <a:xfrm rot="-151329">
              <a:off x="3814" y="1298"/>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6" name="Oval 234"/>
            <p:cNvSpPr>
              <a:spLocks noChangeArrowheads="1"/>
            </p:cNvSpPr>
            <p:nvPr/>
          </p:nvSpPr>
          <p:spPr bwMode="auto">
            <a:xfrm rot="-151329">
              <a:off x="3451" y="1314"/>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7" name="Oval 235"/>
            <p:cNvSpPr>
              <a:spLocks noChangeArrowheads="1"/>
            </p:cNvSpPr>
            <p:nvPr/>
          </p:nvSpPr>
          <p:spPr bwMode="auto">
            <a:xfrm rot="-151329">
              <a:off x="3270" y="1322"/>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8" name="Oval 236"/>
            <p:cNvSpPr>
              <a:spLocks noChangeArrowheads="1"/>
            </p:cNvSpPr>
            <p:nvPr/>
          </p:nvSpPr>
          <p:spPr bwMode="auto">
            <a:xfrm rot="-151329">
              <a:off x="3089" y="1330"/>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59" name="Oval 237"/>
            <p:cNvSpPr>
              <a:spLocks noChangeArrowheads="1"/>
            </p:cNvSpPr>
            <p:nvPr/>
          </p:nvSpPr>
          <p:spPr bwMode="auto">
            <a:xfrm rot="-151329">
              <a:off x="3632" y="1306"/>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0" name="Oval 238"/>
            <p:cNvSpPr>
              <a:spLocks noChangeArrowheads="1"/>
            </p:cNvSpPr>
            <p:nvPr/>
          </p:nvSpPr>
          <p:spPr bwMode="auto">
            <a:xfrm rot="-151329">
              <a:off x="2907" y="1338"/>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1" name="Oval 239"/>
            <p:cNvSpPr>
              <a:spLocks noChangeArrowheads="1"/>
            </p:cNvSpPr>
            <p:nvPr/>
          </p:nvSpPr>
          <p:spPr bwMode="auto">
            <a:xfrm rot="-151329">
              <a:off x="2726" y="1345"/>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2" name="Oval 240"/>
            <p:cNvSpPr>
              <a:spLocks noChangeArrowheads="1"/>
            </p:cNvSpPr>
            <p:nvPr/>
          </p:nvSpPr>
          <p:spPr bwMode="auto">
            <a:xfrm rot="-151329">
              <a:off x="4937" y="2066"/>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3" name="Oval 241"/>
            <p:cNvSpPr>
              <a:spLocks noChangeArrowheads="1"/>
            </p:cNvSpPr>
            <p:nvPr/>
          </p:nvSpPr>
          <p:spPr bwMode="auto">
            <a:xfrm rot="-151329">
              <a:off x="4574" y="2082"/>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4" name="Oval 242"/>
            <p:cNvSpPr>
              <a:spLocks noChangeArrowheads="1"/>
            </p:cNvSpPr>
            <p:nvPr/>
          </p:nvSpPr>
          <p:spPr bwMode="auto">
            <a:xfrm rot="-151329">
              <a:off x="4393" y="2090"/>
              <a:ext cx="90" cy="90"/>
            </a:xfrm>
            <a:prstGeom prst="ellipse">
              <a:avLst/>
            </a:prstGeom>
            <a:solidFill>
              <a:srgbClr val="FF00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5" name="Oval 243"/>
            <p:cNvSpPr>
              <a:spLocks noChangeArrowheads="1"/>
            </p:cNvSpPr>
            <p:nvPr/>
          </p:nvSpPr>
          <p:spPr bwMode="auto">
            <a:xfrm rot="-151329">
              <a:off x="4212" y="2098"/>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6" name="Oval 244"/>
            <p:cNvSpPr>
              <a:spLocks noChangeArrowheads="1"/>
            </p:cNvSpPr>
            <p:nvPr/>
          </p:nvSpPr>
          <p:spPr bwMode="auto">
            <a:xfrm rot="-151329">
              <a:off x="4755" y="2074"/>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7" name="Oval 245"/>
            <p:cNvSpPr>
              <a:spLocks noChangeArrowheads="1"/>
            </p:cNvSpPr>
            <p:nvPr/>
          </p:nvSpPr>
          <p:spPr bwMode="auto">
            <a:xfrm rot="-151329">
              <a:off x="4030" y="2106"/>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8" name="Oval 246"/>
            <p:cNvSpPr>
              <a:spLocks noChangeArrowheads="1"/>
            </p:cNvSpPr>
            <p:nvPr/>
          </p:nvSpPr>
          <p:spPr bwMode="auto">
            <a:xfrm rot="-151329">
              <a:off x="3849" y="2113"/>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69" name="Oval 247"/>
            <p:cNvSpPr>
              <a:spLocks noChangeArrowheads="1"/>
            </p:cNvSpPr>
            <p:nvPr/>
          </p:nvSpPr>
          <p:spPr bwMode="auto">
            <a:xfrm rot="-151329">
              <a:off x="4750" y="1938"/>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0" name="Oval 248"/>
            <p:cNvSpPr>
              <a:spLocks noChangeArrowheads="1"/>
            </p:cNvSpPr>
            <p:nvPr/>
          </p:nvSpPr>
          <p:spPr bwMode="auto">
            <a:xfrm rot="-151329">
              <a:off x="4387" y="1954"/>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1" name="Oval 249"/>
            <p:cNvSpPr>
              <a:spLocks noChangeArrowheads="1"/>
            </p:cNvSpPr>
            <p:nvPr/>
          </p:nvSpPr>
          <p:spPr bwMode="auto">
            <a:xfrm rot="-151329">
              <a:off x="4206" y="1962"/>
              <a:ext cx="90" cy="90"/>
            </a:xfrm>
            <a:prstGeom prst="ellipse">
              <a:avLst/>
            </a:prstGeom>
            <a:solidFill>
              <a:srgbClr val="FF00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2" name="Oval 250"/>
            <p:cNvSpPr>
              <a:spLocks noChangeArrowheads="1"/>
            </p:cNvSpPr>
            <p:nvPr/>
          </p:nvSpPr>
          <p:spPr bwMode="auto">
            <a:xfrm rot="-151329">
              <a:off x="4025" y="1970"/>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3" name="Oval 251"/>
            <p:cNvSpPr>
              <a:spLocks noChangeArrowheads="1"/>
            </p:cNvSpPr>
            <p:nvPr/>
          </p:nvSpPr>
          <p:spPr bwMode="auto">
            <a:xfrm rot="-151329">
              <a:off x="4568" y="1946"/>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4" name="Oval 252"/>
            <p:cNvSpPr>
              <a:spLocks noChangeArrowheads="1"/>
            </p:cNvSpPr>
            <p:nvPr/>
          </p:nvSpPr>
          <p:spPr bwMode="auto">
            <a:xfrm rot="-151329">
              <a:off x="3843" y="1978"/>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5" name="Oval 253"/>
            <p:cNvSpPr>
              <a:spLocks noChangeArrowheads="1"/>
            </p:cNvSpPr>
            <p:nvPr/>
          </p:nvSpPr>
          <p:spPr bwMode="auto">
            <a:xfrm rot="-151329">
              <a:off x="3662" y="1985"/>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6" name="Oval 254"/>
            <p:cNvSpPr>
              <a:spLocks noChangeArrowheads="1"/>
            </p:cNvSpPr>
            <p:nvPr/>
          </p:nvSpPr>
          <p:spPr bwMode="auto">
            <a:xfrm rot="-151329">
              <a:off x="4376" y="1683"/>
              <a:ext cx="90" cy="90"/>
            </a:xfrm>
            <a:prstGeom prst="ellipse">
              <a:avLst/>
            </a:prstGeom>
            <a:solidFill>
              <a:srgbClr val="3366FF"/>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7" name="Oval 255"/>
            <p:cNvSpPr>
              <a:spLocks noChangeArrowheads="1"/>
            </p:cNvSpPr>
            <p:nvPr/>
          </p:nvSpPr>
          <p:spPr bwMode="auto">
            <a:xfrm rot="-151329">
              <a:off x="4013" y="1699"/>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8" name="Oval 256"/>
            <p:cNvSpPr>
              <a:spLocks noChangeArrowheads="1"/>
            </p:cNvSpPr>
            <p:nvPr/>
          </p:nvSpPr>
          <p:spPr bwMode="auto">
            <a:xfrm rot="-151329">
              <a:off x="3832" y="1707"/>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79" name="Oval 257"/>
            <p:cNvSpPr>
              <a:spLocks noChangeArrowheads="1"/>
            </p:cNvSpPr>
            <p:nvPr/>
          </p:nvSpPr>
          <p:spPr bwMode="auto">
            <a:xfrm rot="-151329">
              <a:off x="3651" y="1715"/>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0" name="Oval 258"/>
            <p:cNvSpPr>
              <a:spLocks noChangeArrowheads="1"/>
            </p:cNvSpPr>
            <p:nvPr/>
          </p:nvSpPr>
          <p:spPr bwMode="auto">
            <a:xfrm rot="-151329">
              <a:off x="4194" y="1691"/>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1" name="Oval 259"/>
            <p:cNvSpPr>
              <a:spLocks noChangeArrowheads="1"/>
            </p:cNvSpPr>
            <p:nvPr/>
          </p:nvSpPr>
          <p:spPr bwMode="auto">
            <a:xfrm rot="-151329">
              <a:off x="3469" y="1723"/>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2" name="Oval 260"/>
            <p:cNvSpPr>
              <a:spLocks noChangeArrowheads="1"/>
            </p:cNvSpPr>
            <p:nvPr/>
          </p:nvSpPr>
          <p:spPr bwMode="auto">
            <a:xfrm rot="-151329">
              <a:off x="3288" y="1730"/>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3" name="Oval 261"/>
            <p:cNvSpPr>
              <a:spLocks noChangeArrowheads="1"/>
            </p:cNvSpPr>
            <p:nvPr/>
          </p:nvSpPr>
          <p:spPr bwMode="auto">
            <a:xfrm rot="-151329">
              <a:off x="4001" y="1427"/>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4" name="Oval 262"/>
            <p:cNvSpPr>
              <a:spLocks noChangeArrowheads="1"/>
            </p:cNvSpPr>
            <p:nvPr/>
          </p:nvSpPr>
          <p:spPr bwMode="auto">
            <a:xfrm rot="-151329">
              <a:off x="3638" y="1443"/>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5" name="Oval 263"/>
            <p:cNvSpPr>
              <a:spLocks noChangeArrowheads="1"/>
            </p:cNvSpPr>
            <p:nvPr/>
          </p:nvSpPr>
          <p:spPr bwMode="auto">
            <a:xfrm rot="-151329">
              <a:off x="3457" y="1451"/>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6" name="Oval 264"/>
            <p:cNvSpPr>
              <a:spLocks noChangeArrowheads="1"/>
            </p:cNvSpPr>
            <p:nvPr/>
          </p:nvSpPr>
          <p:spPr bwMode="auto">
            <a:xfrm rot="-151329">
              <a:off x="3276" y="1459"/>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7" name="Oval 265"/>
            <p:cNvSpPr>
              <a:spLocks noChangeArrowheads="1"/>
            </p:cNvSpPr>
            <p:nvPr/>
          </p:nvSpPr>
          <p:spPr bwMode="auto">
            <a:xfrm rot="-151329">
              <a:off x="3819" y="1435"/>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8" name="Oval 266"/>
            <p:cNvSpPr>
              <a:spLocks noChangeArrowheads="1"/>
            </p:cNvSpPr>
            <p:nvPr/>
          </p:nvSpPr>
          <p:spPr bwMode="auto">
            <a:xfrm rot="-151329">
              <a:off x="3094" y="1467"/>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89" name="Oval 267"/>
            <p:cNvSpPr>
              <a:spLocks noChangeArrowheads="1"/>
            </p:cNvSpPr>
            <p:nvPr/>
          </p:nvSpPr>
          <p:spPr bwMode="auto">
            <a:xfrm rot="-151329">
              <a:off x="2913" y="1474"/>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0" name="Oval 268"/>
            <p:cNvSpPr>
              <a:spLocks noChangeArrowheads="1"/>
            </p:cNvSpPr>
            <p:nvPr/>
          </p:nvSpPr>
          <p:spPr bwMode="auto">
            <a:xfrm rot="-151329">
              <a:off x="4189" y="1555"/>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1" name="Oval 269"/>
            <p:cNvSpPr>
              <a:spLocks noChangeArrowheads="1"/>
            </p:cNvSpPr>
            <p:nvPr/>
          </p:nvSpPr>
          <p:spPr bwMode="auto">
            <a:xfrm rot="-151329">
              <a:off x="3826" y="1571"/>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2" name="Oval 270"/>
            <p:cNvSpPr>
              <a:spLocks noChangeArrowheads="1"/>
            </p:cNvSpPr>
            <p:nvPr/>
          </p:nvSpPr>
          <p:spPr bwMode="auto">
            <a:xfrm rot="-151329">
              <a:off x="3645" y="1579"/>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3" name="Oval 271"/>
            <p:cNvSpPr>
              <a:spLocks noChangeArrowheads="1"/>
            </p:cNvSpPr>
            <p:nvPr/>
          </p:nvSpPr>
          <p:spPr bwMode="auto">
            <a:xfrm rot="-151329">
              <a:off x="3464" y="1587"/>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4" name="Oval 272"/>
            <p:cNvSpPr>
              <a:spLocks noChangeArrowheads="1"/>
            </p:cNvSpPr>
            <p:nvPr/>
          </p:nvSpPr>
          <p:spPr bwMode="auto">
            <a:xfrm rot="-151329">
              <a:off x="4007" y="1563"/>
              <a:ext cx="90" cy="90"/>
            </a:xfrm>
            <a:prstGeom prst="ellipse">
              <a:avLst/>
            </a:prstGeom>
            <a:solidFill>
              <a:srgbClr val="00FF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5" name="Oval 273"/>
            <p:cNvSpPr>
              <a:spLocks noChangeArrowheads="1"/>
            </p:cNvSpPr>
            <p:nvPr/>
          </p:nvSpPr>
          <p:spPr bwMode="auto">
            <a:xfrm rot="-151329">
              <a:off x="3282" y="1595"/>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370796" name="Oval 274"/>
            <p:cNvSpPr>
              <a:spLocks noChangeArrowheads="1"/>
            </p:cNvSpPr>
            <p:nvPr/>
          </p:nvSpPr>
          <p:spPr bwMode="auto">
            <a:xfrm rot="-151329">
              <a:off x="3101" y="1602"/>
              <a:ext cx="90" cy="90"/>
            </a:xfrm>
            <a:prstGeom prst="ellipse">
              <a:avLst/>
            </a:prstGeom>
            <a:solidFill>
              <a:srgbClr val="FF3300"/>
            </a:solidFill>
            <a:ln w="12700" algn="ctr">
              <a:solidFill>
                <a:schemeClr val="tx1"/>
              </a:solidFill>
              <a:round/>
              <a:headEnd/>
              <a:tailEnd/>
            </a:ln>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grpSp>
      <p:sp>
        <p:nvSpPr>
          <p:cNvPr id="37069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8DE73F2-B587-42BA-87D0-F609554F79DF}" type="slidenum">
              <a:rPr lang="zh-CN" altLang="en-US" sz="1400" smtClean="0">
                <a:solidFill>
                  <a:schemeClr val="bg2"/>
                </a:solidFill>
                <a:latin typeface="Arial" panose="020B0604020202020204" pitchFamily="34" charset="0"/>
              </a:rPr>
              <a:pPr>
                <a:spcBef>
                  <a:spcPct val="50000"/>
                </a:spcBef>
                <a:buClrTx/>
                <a:buSzTx/>
                <a:buFontTx/>
                <a:buNone/>
              </a:pPr>
              <a:t>263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86DB0F8-20BC-5B8B-3545-44FF4C20A15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5" name="Rectangle 2"/>
          <p:cNvSpPr>
            <a:spLocks noGrp="1" noChangeArrowheads="1"/>
          </p:cNvSpPr>
          <p:nvPr>
            <p:ph type="title"/>
          </p:nvPr>
        </p:nvSpPr>
        <p:spPr/>
        <p:txBody>
          <a:bodyPr/>
          <a:lstStyle/>
          <a:p>
            <a:pPr algn="ctr"/>
            <a:r>
              <a:rPr lang="en-US" altLang="zh-CN">
                <a:ea typeface="SimSun" panose="02010600030101010101" pitchFamily="2" charset="-122"/>
              </a:rPr>
              <a:t>Kohonen’s Learning Algorithm</a:t>
            </a:r>
          </a:p>
        </p:txBody>
      </p:sp>
      <p:sp>
        <p:nvSpPr>
          <p:cNvPr id="371716" name="Rectangle 3"/>
          <p:cNvSpPr>
            <a:spLocks noGrp="1" noChangeArrowheads="1"/>
          </p:cNvSpPr>
          <p:nvPr>
            <p:ph type="body" idx="1"/>
          </p:nvPr>
        </p:nvSpPr>
        <p:spPr>
          <a:xfrm>
            <a:off x="914400" y="1676400"/>
            <a:ext cx="7772400" cy="4114800"/>
          </a:xfrm>
        </p:spPr>
        <p:txBody>
          <a:bodyPr/>
          <a:lstStyle/>
          <a:p>
            <a:pPr marL="609600" indent="-609600">
              <a:buSzTx/>
              <a:buFont typeface="Monotype Sorts" pitchFamily="2" charset="2"/>
              <a:buAutoNum type="arabicPeriod"/>
            </a:pPr>
            <a:r>
              <a:rPr lang="zh-CN" altLang="en-US">
                <a:ea typeface="SimSun" panose="02010600030101010101" pitchFamily="2" charset="-122"/>
              </a:rPr>
              <a:t> </a:t>
            </a:r>
            <a:r>
              <a:rPr lang="en-US" altLang="zh-CN">
                <a:ea typeface="SimSun" panose="02010600030101010101" pitchFamily="2" charset="-122"/>
              </a:rPr>
              <a:t>(Initialization) Randomize </a:t>
            </a:r>
            <a:r>
              <a:rPr lang="en-US" altLang="zh-CN" i="1">
                <a:ea typeface="SimSun" panose="02010600030101010101" pitchFamily="2" charset="-122"/>
              </a:rPr>
              <a:t>w</a:t>
            </a:r>
            <a:r>
              <a:rPr lang="en-US" altLang="zh-CN" i="1" baseline="-25000">
                <a:ea typeface="SimSun" panose="02010600030101010101" pitchFamily="2" charset="-122"/>
              </a:rPr>
              <a:t>ij</a:t>
            </a:r>
            <a:r>
              <a:rPr lang="en-US" altLang="zh-CN">
                <a:ea typeface="SimSun" panose="02010600030101010101" pitchFamily="2" charset="-122"/>
              </a:rPr>
              <a:t>(0) for </a:t>
            </a:r>
            <a:r>
              <a:rPr lang="en-US" altLang="zh-CN" i="1">
                <a:ea typeface="SimSun" panose="02010600030101010101" pitchFamily="2" charset="-122"/>
              </a:rPr>
              <a:t>i </a:t>
            </a:r>
            <a:r>
              <a:rPr lang="en-US" altLang="zh-CN">
                <a:ea typeface="SimSun" panose="02010600030101010101" pitchFamily="2" charset="-122"/>
              </a:rPr>
              <a:t>= 1,2,…</a:t>
            </a:r>
            <a:r>
              <a:rPr lang="en-US" altLang="zh-CN" i="1">
                <a:ea typeface="SimSun" panose="02010600030101010101" pitchFamily="2" charset="-122"/>
              </a:rPr>
              <a:t>n</a:t>
            </a:r>
            <a:r>
              <a:rPr lang="en-US" altLang="zh-CN">
                <a:ea typeface="SimSun" panose="02010600030101010101" pitchFamily="2" charset="-122"/>
              </a:rPr>
              <a:t>; </a:t>
            </a:r>
            <a:r>
              <a:rPr lang="en-US" altLang="zh-CN" i="1">
                <a:ea typeface="SimSun" panose="02010600030101010101" pitchFamily="2" charset="-122"/>
              </a:rPr>
              <a:t>j</a:t>
            </a:r>
            <a:r>
              <a:rPr lang="en-US" altLang="zh-CN">
                <a:ea typeface="SimSun" panose="02010600030101010101" pitchFamily="2" charset="-122"/>
              </a:rPr>
              <a:t> = 1,2,…</a:t>
            </a:r>
            <a:r>
              <a:rPr lang="en-US" altLang="zh-CN" i="1">
                <a:ea typeface="SimSun" panose="02010600030101010101" pitchFamily="2" charset="-122"/>
              </a:rPr>
              <a:t>m</a:t>
            </a:r>
            <a:r>
              <a:rPr lang="en-US" altLang="zh-CN">
                <a:ea typeface="SimSun" panose="02010600030101010101" pitchFamily="2" charset="-122"/>
              </a:rPr>
              <a:t>; </a:t>
            </a:r>
            <a:r>
              <a:rPr lang="en-US" altLang="zh-CN" i="1">
                <a:ea typeface="SimSun" panose="02010600030101010101" pitchFamily="2" charset="-122"/>
              </a:rPr>
              <a:t>p</a:t>
            </a:r>
            <a:r>
              <a:rPr lang="en-US" altLang="zh-CN">
                <a:ea typeface="SimSun" panose="02010600030101010101" pitchFamily="2" charset="-122"/>
              </a:rPr>
              <a:t> = 1</a:t>
            </a:r>
            <a:r>
              <a:rPr lang="en-US" altLang="zh-CN" i="1">
                <a:ea typeface="SimSun" panose="02010600030101010101" pitchFamily="2" charset="-122"/>
              </a:rPr>
              <a:t>, t</a:t>
            </a:r>
            <a:r>
              <a:rPr lang="en-US" altLang="zh-CN">
                <a:ea typeface="SimSun" panose="02010600030101010101" pitchFamily="2" charset="-122"/>
              </a:rPr>
              <a:t> = 0.</a:t>
            </a:r>
          </a:p>
          <a:p>
            <a:pPr marL="609600" indent="-609600">
              <a:buSzTx/>
              <a:buFont typeface="Monotype Sorts" pitchFamily="2" charset="2"/>
              <a:buAutoNum type="arabicPeriod"/>
            </a:pPr>
            <a:r>
              <a:rPr lang="en-US" altLang="zh-CN">
                <a:ea typeface="SimSun" panose="02010600030101010101" pitchFamily="2" charset="-122"/>
              </a:rPr>
              <a:t> (Distance) for datum </a:t>
            </a:r>
            <a:r>
              <a:rPr lang="en-US" altLang="zh-CN" i="1">
                <a:ea typeface="SimSun" panose="02010600030101010101" pitchFamily="2" charset="-122"/>
              </a:rPr>
              <a:t>x</a:t>
            </a:r>
            <a:r>
              <a:rPr lang="en-US" altLang="zh-CN" i="1" baseline="30000">
                <a:ea typeface="SimSun" panose="02010600030101010101" pitchFamily="2" charset="-122"/>
              </a:rPr>
              <a:t>p</a:t>
            </a:r>
            <a:r>
              <a:rPr lang="en-US" altLang="zh-CN" i="1">
                <a:ea typeface="SimSun" panose="02010600030101010101" pitchFamily="2" charset="-122"/>
              </a:rPr>
              <a:t>,</a:t>
            </a:r>
          </a:p>
          <a:p>
            <a:pPr marL="609600" indent="-609600">
              <a:buSzTx/>
              <a:buFont typeface="Monotype Sorts" pitchFamily="2" charset="2"/>
              <a:buAutoNum type="arabicPeriod"/>
            </a:pPr>
            <a:r>
              <a:rPr lang="en-US" altLang="zh-CN">
                <a:ea typeface="SimSun" panose="02010600030101010101" pitchFamily="2" charset="-122"/>
              </a:rPr>
              <a:t> (Minimization)</a:t>
            </a:r>
            <a:r>
              <a:rPr lang="en-US" altLang="zh-CN" i="1" baseline="30000">
                <a:ea typeface="SimSun" panose="02010600030101010101" pitchFamily="2" charset="-122"/>
              </a:rPr>
              <a:t>  </a:t>
            </a:r>
            <a:r>
              <a:rPr lang="en-US" altLang="zh-CN">
                <a:ea typeface="SimSun" panose="02010600030101010101" pitchFamily="2" charset="-122"/>
              </a:rPr>
              <a:t>Find </a:t>
            </a:r>
            <a:r>
              <a:rPr lang="en-US" altLang="zh-CN" i="1">
                <a:ea typeface="SimSun" panose="02010600030101010101" pitchFamily="2" charset="-122"/>
              </a:rPr>
              <a:t>k </a:t>
            </a:r>
            <a:r>
              <a:rPr lang="en-US" altLang="zh-CN">
                <a:ea typeface="SimSun" panose="02010600030101010101" pitchFamily="2" charset="-122"/>
              </a:rPr>
              <a:t>such that  		</a:t>
            </a:r>
            <a:r>
              <a:rPr lang="en-US" altLang="zh-CN" i="1">
                <a:ea typeface="SimSun" panose="02010600030101010101" pitchFamily="2" charset="-122"/>
              </a:rPr>
              <a:t>d</a:t>
            </a:r>
            <a:r>
              <a:rPr lang="en-US" altLang="zh-CN" i="1" baseline="-25000">
                <a:ea typeface="SimSun" panose="02010600030101010101" pitchFamily="2" charset="-122"/>
              </a:rPr>
              <a:t>k</a:t>
            </a:r>
            <a:r>
              <a:rPr lang="en-US" altLang="zh-CN">
                <a:ea typeface="SimSun" panose="02010600030101010101" pitchFamily="2" charset="-122"/>
              </a:rPr>
              <a:t>= min</a:t>
            </a:r>
            <a:r>
              <a:rPr lang="en-US" altLang="zh-CN" baseline="-25000">
                <a:ea typeface="SimSun" panose="02010600030101010101" pitchFamily="2" charset="-122"/>
              </a:rPr>
              <a:t>j</a:t>
            </a:r>
            <a:r>
              <a:rPr lang="en-US" altLang="zh-CN">
                <a:ea typeface="SimSun" panose="02010600030101010101" pitchFamily="2" charset="-122"/>
              </a:rPr>
              <a:t> </a:t>
            </a:r>
            <a:r>
              <a:rPr lang="en-US" altLang="zh-CN" i="1">
                <a:ea typeface="SimSun" panose="02010600030101010101" pitchFamily="2" charset="-122"/>
              </a:rPr>
              <a:t>d</a:t>
            </a:r>
            <a:r>
              <a:rPr lang="en-US" altLang="zh-CN" i="1" baseline="-25000">
                <a:ea typeface="SimSun" panose="02010600030101010101" pitchFamily="2" charset="-122"/>
              </a:rPr>
              <a:t>j </a:t>
            </a:r>
            <a:r>
              <a:rPr lang="en-US" altLang="zh-CN" baseline="30000">
                <a:ea typeface="SimSun" panose="02010600030101010101" pitchFamily="2" charset="-122"/>
              </a:rPr>
              <a:t> </a:t>
            </a:r>
          </a:p>
          <a:p>
            <a:pPr marL="609600" indent="-609600">
              <a:buSzTx/>
              <a:buFont typeface="Monotype Sorts" pitchFamily="2" charset="2"/>
              <a:buAutoNum type="arabicPeriod"/>
            </a:pPr>
            <a:r>
              <a:rPr lang="en-US" altLang="zh-CN" baseline="30000">
                <a:ea typeface="SimSun" panose="02010600030101010101" pitchFamily="2" charset="-122"/>
              </a:rPr>
              <a:t> </a:t>
            </a:r>
            <a:r>
              <a:rPr lang="en-US" altLang="zh-CN">
                <a:ea typeface="SimSun" panose="02010600030101010101" pitchFamily="2" charset="-122"/>
              </a:rPr>
              <a:t>(Adaptation) </a:t>
            </a:r>
            <a:endParaRPr lang="en-US" altLang="zh-CN" baseline="30000">
              <a:ea typeface="SimSun" panose="02010600030101010101" pitchFamily="2" charset="-122"/>
            </a:endParaRPr>
          </a:p>
        </p:txBody>
      </p:sp>
      <p:graphicFrame>
        <p:nvGraphicFramePr>
          <p:cNvPr id="371717" name="Object 4"/>
          <p:cNvGraphicFramePr>
            <a:graphicFrameLocks noChangeAspect="1"/>
          </p:cNvGraphicFramePr>
          <p:nvPr/>
        </p:nvGraphicFramePr>
        <p:xfrm>
          <a:off x="5715000" y="2819400"/>
          <a:ext cx="3048000" cy="869950"/>
        </p:xfrm>
        <a:graphic>
          <a:graphicData uri="http://schemas.openxmlformats.org/presentationml/2006/ole">
            <mc:AlternateContent xmlns:mc="http://schemas.openxmlformats.org/markup-compatibility/2006">
              <mc:Choice xmlns:v="urn:schemas-microsoft-com:vml" Requires="v">
                <p:oleObj name="Equation" r:id="rId3" imgW="1282700" imgH="431800" progId="Equation.3">
                  <p:embed/>
                </p:oleObj>
              </mc:Choice>
              <mc:Fallback>
                <p:oleObj name="Equation" r:id="rId3" imgW="1282700" imgH="431800" progId="Equation.3">
                  <p:embed/>
                  <p:pic>
                    <p:nvPicPr>
                      <p:cNvPr id="37171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819400"/>
                        <a:ext cx="3048000"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1718" name="Object 5"/>
          <p:cNvGraphicFramePr>
            <a:graphicFrameLocks noChangeAspect="1"/>
          </p:cNvGraphicFramePr>
          <p:nvPr/>
        </p:nvGraphicFramePr>
        <p:xfrm>
          <a:off x="1447800" y="4953000"/>
          <a:ext cx="7239000" cy="1295400"/>
        </p:xfrm>
        <a:graphic>
          <a:graphicData uri="http://schemas.openxmlformats.org/presentationml/2006/ole">
            <mc:AlternateContent xmlns:mc="http://schemas.openxmlformats.org/markup-compatibility/2006">
              <mc:Choice xmlns:v="urn:schemas-microsoft-com:vml" Requires="v">
                <p:oleObj name="Equation" r:id="rId5" imgW="2882900" imgH="482600" progId="Equation.3">
                  <p:embed/>
                </p:oleObj>
              </mc:Choice>
              <mc:Fallback>
                <p:oleObj name="Equation" r:id="rId5" imgW="2882900" imgH="482600" progId="Equation.3">
                  <p:embed/>
                  <p:pic>
                    <p:nvPicPr>
                      <p:cNvPr id="37171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953000"/>
                        <a:ext cx="72390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171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E4038E7-00CA-436C-9855-16FB0C5D2B0C}" type="slidenum">
              <a:rPr lang="zh-CN" altLang="en-US" sz="1400" smtClean="0">
                <a:solidFill>
                  <a:schemeClr val="bg2"/>
                </a:solidFill>
                <a:latin typeface="Arial" panose="020B0604020202020204" pitchFamily="34" charset="0"/>
              </a:rPr>
              <a:pPr>
                <a:spcBef>
                  <a:spcPct val="50000"/>
                </a:spcBef>
                <a:buClrTx/>
                <a:buSzTx/>
                <a:buFontTx/>
                <a:buNone/>
              </a:pPr>
              <a:t>264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940B8F4-79E9-44AE-A6DC-DC5F34A7125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2"/>
          <p:cNvSpPr>
            <a:spLocks noGrp="1" noChangeArrowheads="1"/>
          </p:cNvSpPr>
          <p:nvPr>
            <p:ph type="title"/>
          </p:nvPr>
        </p:nvSpPr>
        <p:spPr/>
        <p:txBody>
          <a:bodyPr/>
          <a:lstStyle/>
          <a:p>
            <a:pPr algn="ctr"/>
            <a:r>
              <a:rPr lang="en-US" altLang="zh-CN">
                <a:ea typeface="SimSun" panose="02010600030101010101" pitchFamily="2" charset="-122"/>
              </a:rPr>
              <a:t>Neighborhood in SOMs</a:t>
            </a:r>
          </a:p>
        </p:txBody>
      </p:sp>
      <p:pic>
        <p:nvPicPr>
          <p:cNvPr id="373764" name="Picture 4" descr="nbh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3691" y="1701734"/>
            <a:ext cx="3048000"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B665293-3659-4EBE-86FF-B74A8326F85D}" type="slidenum">
              <a:rPr lang="zh-CN" altLang="en-US" sz="1400" smtClean="0">
                <a:solidFill>
                  <a:schemeClr val="bg2"/>
                </a:solidFill>
                <a:latin typeface="Arial" panose="020B0604020202020204" pitchFamily="34" charset="0"/>
              </a:rPr>
              <a:pPr>
                <a:spcBef>
                  <a:spcPct val="50000"/>
                </a:spcBef>
                <a:buClrTx/>
                <a:buSzTx/>
                <a:buFontTx/>
                <a:buNone/>
              </a:pPr>
              <a:t>265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D3CD1D5-FC26-259D-1EC3-0A3C75C4555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1" name="Rectangle 2"/>
          <p:cNvSpPr>
            <a:spLocks noGrp="1" noChangeArrowheads="1"/>
          </p:cNvSpPr>
          <p:nvPr>
            <p:ph type="title"/>
          </p:nvPr>
        </p:nvSpPr>
        <p:spPr/>
        <p:txBody>
          <a:bodyPr/>
          <a:lstStyle/>
          <a:p>
            <a:pPr algn="ctr"/>
            <a:r>
              <a:rPr lang="en-US" altLang="zh-CN">
                <a:ea typeface="SimSun" panose="02010600030101010101" pitchFamily="2" charset="-122"/>
              </a:rPr>
              <a:t>A Simple Example</a:t>
            </a:r>
          </a:p>
        </p:txBody>
      </p:sp>
      <p:pic>
        <p:nvPicPr>
          <p:cNvPr id="375812" name="Picture 4" descr="gr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809750"/>
            <a:ext cx="2590800"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5813" name="Picture 5" descr="wgtsor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0675" y="3733800"/>
            <a:ext cx="26003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5814" name="Picture 6" descr="vec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733800"/>
            <a:ext cx="25622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5815" name="Picture 7" descr="wgtsnew"/>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1676400"/>
            <a:ext cx="2619375"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581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525869C-9F90-4899-B6BC-FE09018F7BBC}" type="slidenum">
              <a:rPr lang="zh-CN" altLang="en-US" sz="1400" smtClean="0">
                <a:solidFill>
                  <a:schemeClr val="bg2"/>
                </a:solidFill>
                <a:latin typeface="Arial" panose="020B0604020202020204" pitchFamily="34" charset="0"/>
              </a:rPr>
              <a:pPr>
                <a:spcBef>
                  <a:spcPct val="50000"/>
                </a:spcBef>
                <a:buClrTx/>
                <a:buSzTx/>
                <a:buFontTx/>
                <a:buNone/>
              </a:pPr>
              <a:t>266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01C5504-0370-A102-6467-A6054032E7C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Footer Placeholder 4"/>
          <p:cNvSpPr>
            <a:spLocks noGrp="1"/>
          </p:cNvSpPr>
          <p:nvPr>
            <p:ph type="ftr" sz="quarter" idx="4294967295"/>
          </p:nvPr>
        </p:nvSpPr>
        <p:spPr bwMode="auto">
          <a:xfrm>
            <a:off x="3429000" y="60960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p>
        </p:txBody>
      </p:sp>
      <p:sp>
        <p:nvSpPr>
          <p:cNvPr id="377859" name="Rectangle 2"/>
          <p:cNvSpPr>
            <a:spLocks noGrp="1" noChangeArrowheads="1"/>
          </p:cNvSpPr>
          <p:nvPr>
            <p:ph type="title"/>
          </p:nvPr>
        </p:nvSpPr>
        <p:spPr/>
        <p:txBody>
          <a:bodyPr/>
          <a:lstStyle/>
          <a:p>
            <a:pPr algn="ctr"/>
            <a:r>
              <a:rPr lang="en-US" altLang="zh-CN">
                <a:ea typeface="SimSun" panose="02010600030101010101" pitchFamily="2" charset="-122"/>
              </a:rPr>
              <a:t>Kohonen’s Example</a:t>
            </a:r>
          </a:p>
        </p:txBody>
      </p:sp>
      <p:pic>
        <p:nvPicPr>
          <p:cNvPr id="377860" name="Picture 4" descr="ksqu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4066" y="1542494"/>
            <a:ext cx="6019800"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D2C5954-32D0-4496-B746-8EB18597D7BF}" type="slidenum">
              <a:rPr lang="zh-CN" altLang="en-US" sz="1400" smtClean="0">
                <a:solidFill>
                  <a:schemeClr val="bg2"/>
                </a:solidFill>
                <a:latin typeface="Arial" panose="020B0604020202020204" pitchFamily="34" charset="0"/>
              </a:rPr>
              <a:pPr>
                <a:spcBef>
                  <a:spcPct val="50000"/>
                </a:spcBef>
                <a:buClrTx/>
                <a:buSzTx/>
                <a:buFontTx/>
                <a:buNone/>
              </a:pPr>
              <a:t>267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5D19EF2-B63D-F211-6D09-C17AB94FE38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9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9581" y="446018"/>
            <a:ext cx="6940190" cy="5483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90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D298E0C-5F5B-43EF-A30B-22A9A22942C3}" type="slidenum">
              <a:rPr lang="zh-CN" altLang="en-US" sz="1400" smtClean="0">
                <a:solidFill>
                  <a:schemeClr val="bg2"/>
                </a:solidFill>
                <a:latin typeface="Arial" panose="020B0604020202020204" pitchFamily="34" charset="0"/>
              </a:rPr>
              <a:pPr>
                <a:spcBef>
                  <a:spcPct val="50000"/>
                </a:spcBef>
                <a:buClrTx/>
                <a:buSzTx/>
                <a:buFontTx/>
                <a:buNone/>
              </a:pPr>
              <a:t>268</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E0B5DEC3-6D26-6AF9-3C1C-58C5D97391E3}"/>
              </a:ext>
            </a:extLst>
          </p:cNvPr>
          <p:cNvSpPr txBox="1"/>
          <p:nvPr/>
        </p:nvSpPr>
        <p:spPr>
          <a:xfrm>
            <a:off x="2286001" y="5929625"/>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6558BB56-480B-2B8A-C966-BDF0B06A392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标题 1"/>
          <p:cNvSpPr>
            <a:spLocks noGrp="1"/>
          </p:cNvSpPr>
          <p:nvPr>
            <p:ph type="title"/>
          </p:nvPr>
        </p:nvSpPr>
        <p:spPr/>
        <p:txBody>
          <a:bodyPr/>
          <a:lstStyle/>
          <a:p>
            <a:pPr algn="ctr"/>
            <a:r>
              <a:rPr lang="en-US" altLang="en-US"/>
              <a:t>Echo State Network</a:t>
            </a:r>
          </a:p>
        </p:txBody>
      </p:sp>
      <p:sp>
        <p:nvSpPr>
          <p:cNvPr id="380931" name="内容占位符 2"/>
          <p:cNvSpPr>
            <a:spLocks noGrp="1"/>
          </p:cNvSpPr>
          <p:nvPr>
            <p:ph idx="1"/>
          </p:nvPr>
        </p:nvSpPr>
        <p:spPr/>
        <p:txBody>
          <a:bodyPr/>
          <a:lstStyle/>
          <a:p>
            <a:r>
              <a:rPr lang="en-US" altLang="en-US"/>
              <a:t>Proposed by Herbert Jaeger and Harald Haas at </a:t>
            </a:r>
            <a:r>
              <a:rPr lang="en-US" altLang="en-US" err="1"/>
              <a:t>Jocobs</a:t>
            </a:r>
            <a:r>
              <a:rPr lang="en-US" altLang="en-US"/>
              <a:t> University in 2004.</a:t>
            </a:r>
          </a:p>
          <a:p>
            <a:r>
              <a:rPr lang="en-US" altLang="en-US"/>
              <a:t>Also called reservoir computing.</a:t>
            </a:r>
          </a:p>
          <a:p>
            <a:r>
              <a:rPr lang="en-US" altLang="en-US"/>
              <a:t>It is a recurrent neural network with sparse connections and random weights among hidden neurons.</a:t>
            </a:r>
          </a:p>
        </p:txBody>
      </p:sp>
      <p:sp>
        <p:nvSpPr>
          <p:cNvPr id="3809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6637147-AD0B-4F21-9C76-4EFD415F6CFD}" type="slidenum">
              <a:rPr lang="zh-CN" altLang="en-US" sz="1400" smtClean="0">
                <a:solidFill>
                  <a:schemeClr val="bg2"/>
                </a:solidFill>
                <a:latin typeface="Arial" panose="020B0604020202020204" pitchFamily="34" charset="0"/>
              </a:rPr>
              <a:pPr>
                <a:spcBef>
                  <a:spcPct val="50000"/>
                </a:spcBef>
                <a:buClrTx/>
                <a:buSzTx/>
                <a:buFontTx/>
                <a:buNone/>
              </a:pPr>
              <a:t>269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BD47A86-01BC-1C0B-4D5B-CCD92E53F10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标题 1"/>
          <p:cNvSpPr>
            <a:spLocks noGrp="1"/>
          </p:cNvSpPr>
          <p:nvPr>
            <p:ph type="title"/>
          </p:nvPr>
        </p:nvSpPr>
        <p:spPr/>
        <p:txBody>
          <a:bodyPr/>
          <a:lstStyle/>
          <a:p>
            <a:pPr algn="ctr"/>
            <a:r>
              <a:rPr lang="en-US" altLang="en-US"/>
              <a:t>ESN Architecture</a:t>
            </a:r>
          </a:p>
        </p:txBody>
      </p:sp>
      <p:pic>
        <p:nvPicPr>
          <p:cNvPr id="381956" name="Picture 14" descr="DRScheme"/>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865313" y="1828800"/>
            <a:ext cx="5856287" cy="3886200"/>
          </a:xfrm>
          <a:noFill/>
        </p:spPr>
      </p:pic>
      <p:sp>
        <p:nvSpPr>
          <p:cNvPr id="3819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CB762C2-7B01-4B12-9E08-404DCE0A994D}" type="slidenum">
              <a:rPr lang="zh-CN" altLang="en-US" sz="1400" smtClean="0">
                <a:solidFill>
                  <a:schemeClr val="bg2"/>
                </a:solidFill>
                <a:latin typeface="Arial" panose="020B0604020202020204" pitchFamily="34" charset="0"/>
              </a:rPr>
              <a:pPr>
                <a:spcBef>
                  <a:spcPct val="50000"/>
                </a:spcBef>
                <a:buClrTx/>
                <a:buSzTx/>
                <a:buFontTx/>
                <a:buNone/>
              </a:pPr>
              <a:t>270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CB04A15-6851-481F-F88F-6C6DCE4CAA4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lgn="ctr"/>
            <a:r>
              <a:rPr lang="en-US" altLang="en-US"/>
              <a:t>State Equations</a:t>
            </a:r>
            <a:endParaRPr lang="en-GB" altLang="en-US"/>
          </a:p>
        </p:txBody>
      </p:sp>
      <p:graphicFrame>
        <p:nvGraphicFramePr>
          <p:cNvPr id="382979" name="Object 2"/>
          <p:cNvGraphicFramePr>
            <a:graphicFrameLocks noGrp="1" noChangeAspect="1"/>
          </p:cNvGraphicFramePr>
          <p:nvPr>
            <p:ph idx="1"/>
          </p:nvPr>
        </p:nvGraphicFramePr>
        <p:xfrm>
          <a:off x="1219200" y="1912938"/>
          <a:ext cx="5562600" cy="3948112"/>
        </p:xfrm>
        <a:graphic>
          <a:graphicData uri="http://schemas.openxmlformats.org/presentationml/2006/ole">
            <mc:AlternateContent xmlns:mc="http://schemas.openxmlformats.org/markup-compatibility/2006">
              <mc:Choice xmlns:v="urn:schemas-microsoft-com:vml" Requires="v">
                <p:oleObj name="Equation" r:id="rId3" imgW="2755900" imgH="1955800" progId="Equation.3">
                  <p:embed/>
                </p:oleObj>
              </mc:Choice>
              <mc:Fallback>
                <p:oleObj name="Equation" r:id="rId3" imgW="2755900" imgH="1955800" progId="Equation.3">
                  <p:embed/>
                  <p:pic>
                    <p:nvPicPr>
                      <p:cNvPr id="38297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912938"/>
                        <a:ext cx="5562600" cy="3948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8298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1752600"/>
            <a:ext cx="3817938"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38298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F68C85B-39E6-4026-9113-DD1C137ED263}" type="slidenum">
              <a:rPr lang="zh-CN" altLang="en-US" sz="1400" smtClean="0">
                <a:solidFill>
                  <a:schemeClr val="bg2"/>
                </a:solidFill>
                <a:latin typeface="Arial" panose="020B0604020202020204" pitchFamily="34" charset="0"/>
              </a:rPr>
              <a:pPr>
                <a:spcBef>
                  <a:spcPct val="50000"/>
                </a:spcBef>
                <a:buClrTx/>
                <a:buSzTx/>
                <a:buFontTx/>
                <a:buNone/>
              </a:pPr>
              <a:t>271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C3F1165-D790-C8BE-2723-287B0C34B9B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7" name="Rectangle 2"/>
          <p:cNvSpPr>
            <a:spLocks noGrp="1" noChangeArrowheads="1"/>
          </p:cNvSpPr>
          <p:nvPr>
            <p:ph type="title"/>
          </p:nvPr>
        </p:nvSpPr>
        <p:spPr/>
        <p:txBody>
          <a:bodyPr/>
          <a:lstStyle/>
          <a:p>
            <a:pPr algn="ctr"/>
            <a:r>
              <a:rPr lang="en-US" altLang="zh-CN">
                <a:ea typeface="SimSun" panose="02010600030101010101" pitchFamily="2" charset="-122"/>
              </a:rPr>
              <a:t>Fuzzy Logic</a:t>
            </a:r>
          </a:p>
        </p:txBody>
      </p:sp>
      <p:sp>
        <p:nvSpPr>
          <p:cNvPr id="385028" name="Rectangle 3"/>
          <p:cNvSpPr>
            <a:spLocks noGrp="1" noChangeArrowheads="1"/>
          </p:cNvSpPr>
          <p:nvPr>
            <p:ph type="body" idx="1"/>
          </p:nvPr>
        </p:nvSpPr>
        <p:spPr/>
        <p:txBody>
          <a:bodyPr/>
          <a:lstStyle/>
          <a:p>
            <a:pPr>
              <a:lnSpc>
                <a:spcPct val="90000"/>
              </a:lnSpc>
              <a:buSzPct val="60000"/>
              <a:buFont typeface="Monotype Sorts" pitchFamily="2" charset="2"/>
              <a:buChar char="l"/>
            </a:pPr>
            <a:r>
              <a:rPr lang="en-US" altLang="zh-CN" dirty="0">
                <a:ea typeface="SimSun" panose="02010600030101010101" pitchFamily="2" charset="-122"/>
              </a:rPr>
              <a:t>Developed by the late Prof. Lotfi </a:t>
            </a:r>
            <a:r>
              <a:rPr lang="en-US" altLang="zh-CN" dirty="0" err="1">
                <a:ea typeface="SimSun" panose="02010600030101010101" pitchFamily="2" charset="-122"/>
              </a:rPr>
              <a:t>Zedeh</a:t>
            </a:r>
            <a:r>
              <a:rPr lang="en-US" altLang="zh-CN" dirty="0">
                <a:ea typeface="SimSun" panose="02010600030101010101" pitchFamily="2" charset="-122"/>
              </a:rPr>
              <a:t> at the University of California - Berkeley in late 1965. </a:t>
            </a:r>
          </a:p>
          <a:p>
            <a:pPr>
              <a:lnSpc>
                <a:spcPct val="90000"/>
              </a:lnSpc>
              <a:buSzPct val="60000"/>
              <a:buFont typeface="Monotype Sorts" pitchFamily="2" charset="2"/>
              <a:buChar char="l"/>
            </a:pPr>
            <a:r>
              <a:rPr lang="en-US" altLang="zh-CN" dirty="0">
                <a:ea typeface="SimSun" panose="02010600030101010101" pitchFamily="2" charset="-122"/>
              </a:rPr>
              <a:t>A generalization of classical logic.</a:t>
            </a:r>
          </a:p>
          <a:p>
            <a:pPr>
              <a:lnSpc>
                <a:spcPct val="90000"/>
              </a:lnSpc>
              <a:buSzPct val="60000"/>
              <a:buFont typeface="Monotype Sorts" pitchFamily="2" charset="2"/>
              <a:buChar char="l"/>
            </a:pPr>
            <a:r>
              <a:rPr lang="en-US" altLang="zh-CN" dirty="0">
                <a:ea typeface="SimSun" panose="02010600030101010101" pitchFamily="2" charset="-122"/>
              </a:rPr>
              <a:t>Fuzzy logic describes one kind of uncertainty: impreciseness or ambiguity.</a:t>
            </a:r>
          </a:p>
          <a:p>
            <a:pPr>
              <a:lnSpc>
                <a:spcPct val="90000"/>
              </a:lnSpc>
              <a:buSzPct val="60000"/>
              <a:buFont typeface="Monotype Sorts" pitchFamily="2" charset="2"/>
              <a:buChar char="l"/>
            </a:pPr>
            <a:r>
              <a:rPr lang="en-US" altLang="zh-CN" dirty="0">
                <a:ea typeface="SimSun" panose="02010600030101010101" pitchFamily="2" charset="-122"/>
              </a:rPr>
              <a:t>Probability, on the other hand, describes the other kind of uncertainty: randomness.</a:t>
            </a:r>
          </a:p>
          <a:p>
            <a:pPr>
              <a:lnSpc>
                <a:spcPct val="90000"/>
              </a:lnSpc>
              <a:buSzPct val="60000"/>
              <a:buFont typeface="Monotype Sorts" pitchFamily="2" charset="2"/>
              <a:buChar char="l"/>
            </a:pPr>
            <a:endParaRPr lang="zh-CN" altLang="en-US" dirty="0">
              <a:ea typeface="SimSun" panose="02010600030101010101" pitchFamily="2" charset="-122"/>
            </a:endParaRPr>
          </a:p>
        </p:txBody>
      </p:sp>
      <p:sp>
        <p:nvSpPr>
          <p:cNvPr id="3850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9F02833-1BF3-41A9-BCA3-875F382D22EA}" type="slidenum">
              <a:rPr lang="zh-CN" altLang="en-US" sz="1400" smtClean="0">
                <a:solidFill>
                  <a:schemeClr val="bg2"/>
                </a:solidFill>
                <a:latin typeface="Arial" panose="020B0604020202020204" pitchFamily="34" charset="0"/>
              </a:rPr>
              <a:pPr>
                <a:spcBef>
                  <a:spcPct val="50000"/>
                </a:spcBef>
                <a:buClrTx/>
                <a:buSzTx/>
                <a:buFontTx/>
                <a:buNone/>
              </a:pPr>
              <a:t>272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42DE443-547B-9558-F003-5D560488A80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5" name="Rectangle 2"/>
          <p:cNvSpPr>
            <a:spLocks noGrp="1" noChangeArrowheads="1"/>
          </p:cNvSpPr>
          <p:nvPr>
            <p:ph type="title"/>
          </p:nvPr>
        </p:nvSpPr>
        <p:spPr/>
        <p:txBody>
          <a:bodyPr/>
          <a:lstStyle/>
          <a:p>
            <a:pPr algn="ctr"/>
            <a:r>
              <a:rPr lang="en-US" altLang="zh-CN">
                <a:ea typeface="SimSun" panose="02010600030101010101" pitchFamily="2" charset="-122"/>
              </a:rPr>
              <a:t>Membership Function</a:t>
            </a:r>
          </a:p>
        </p:txBody>
      </p:sp>
      <p:sp>
        <p:nvSpPr>
          <p:cNvPr id="387076" name="Rectangle 3"/>
          <p:cNvSpPr>
            <a:spLocks noGrp="1" noChangeArrowheads="1"/>
          </p:cNvSpPr>
          <p:nvPr>
            <p:ph type="body" idx="1"/>
          </p:nvPr>
        </p:nvSpPr>
        <p:spPr/>
        <p:txBody>
          <a:bodyPr/>
          <a:lstStyle/>
          <a:p>
            <a:pPr>
              <a:buSzPct val="60000"/>
              <a:buFont typeface="Monotype Sorts" pitchFamily="2" charset="2"/>
              <a:buNone/>
            </a:pPr>
            <a:r>
              <a:rPr lang="en-US" altLang="zh-CN">
                <a:ea typeface="SimSun" panose="02010600030101010101" pitchFamily="2" charset="-122"/>
              </a:rPr>
              <a:t>Let </a:t>
            </a:r>
            <a:r>
              <a:rPr lang="en-US" altLang="zh-CN" i="1">
                <a:ea typeface="SimSun" panose="02010600030101010101" pitchFamily="2" charset="-122"/>
              </a:rPr>
              <a:t>X</a:t>
            </a:r>
            <a:r>
              <a:rPr lang="en-US" altLang="zh-CN">
                <a:ea typeface="SimSun" panose="02010600030101010101" pitchFamily="2" charset="-122"/>
              </a:rPr>
              <a:t>  be a classical set. A membership function of fuzzy set </a:t>
            </a:r>
            <a:r>
              <a:rPr lang="en-US" altLang="zh-CN" i="1">
                <a:ea typeface="SimSun" panose="02010600030101010101" pitchFamily="2" charset="-122"/>
              </a:rPr>
              <a:t>A</a:t>
            </a:r>
            <a:r>
              <a:rPr lang="en-US" altLang="zh-CN">
                <a:ea typeface="SimSun" panose="02010600030101010101" pitchFamily="2" charset="-122"/>
              </a:rPr>
              <a:t>  </a:t>
            </a:r>
            <a:r>
              <a:rPr lang="en-US" altLang="zh-CN" i="1">
                <a:ea typeface="SimSun" panose="02010600030101010101" pitchFamily="2" charset="-122"/>
              </a:rPr>
              <a:t>u</a:t>
            </a:r>
            <a:r>
              <a:rPr lang="en-US" altLang="zh-CN" baseline="-25000">
                <a:ea typeface="SimSun" panose="02010600030101010101" pitchFamily="2" charset="-122"/>
              </a:rPr>
              <a:t>A </a:t>
            </a:r>
            <a:r>
              <a:rPr lang="en-US" altLang="zh-CN">
                <a:ea typeface="SimSun" panose="02010600030101010101" pitchFamily="2" charset="-122"/>
              </a:rPr>
              <a:t>: </a:t>
            </a:r>
            <a:r>
              <a:rPr lang="en-US" altLang="zh-CN" i="1">
                <a:ea typeface="SimSun" panose="02010600030101010101" pitchFamily="2" charset="-122"/>
              </a:rPr>
              <a:t>X</a:t>
            </a:r>
            <a:r>
              <a:rPr lang="en-US" altLang="zh-CN">
                <a:ea typeface="SimSun" panose="02010600030101010101" pitchFamily="2" charset="-122"/>
              </a:rPr>
              <a:t> -&gt; [0, 1] defines the fuzzy set </a:t>
            </a:r>
            <a:r>
              <a:rPr lang="en-US" altLang="zh-CN" i="1">
                <a:ea typeface="SimSun" panose="02010600030101010101" pitchFamily="2" charset="-122"/>
              </a:rPr>
              <a:t>A</a:t>
            </a:r>
            <a:r>
              <a:rPr lang="en-US" altLang="zh-CN">
                <a:ea typeface="SimSun" panose="02010600030101010101" pitchFamily="2" charset="-122"/>
              </a:rPr>
              <a:t> of </a:t>
            </a:r>
            <a:r>
              <a:rPr lang="en-US" altLang="zh-CN" i="1">
                <a:ea typeface="SimSun" panose="02010600030101010101" pitchFamily="2" charset="-122"/>
              </a:rPr>
              <a:t>X</a:t>
            </a:r>
            <a:r>
              <a:rPr lang="en-US" altLang="zh-CN">
                <a:ea typeface="SimSun" panose="02010600030101010101" pitchFamily="2" charset="-122"/>
              </a:rPr>
              <a:t>.</a:t>
            </a:r>
          </a:p>
          <a:p>
            <a:pPr>
              <a:buSzPct val="60000"/>
              <a:buFont typeface="Monotype Sorts" pitchFamily="2" charset="2"/>
              <a:buNone/>
            </a:pPr>
            <a:r>
              <a:rPr lang="en-US" altLang="zh-CN">
                <a:ea typeface="SimSun" panose="02010600030101010101" pitchFamily="2" charset="-122"/>
              </a:rPr>
              <a:t>Crisp sets are special case of fuzzy sets where the value of the membership function are 0 and 1 only.</a:t>
            </a:r>
            <a:endParaRPr lang="en-US" altLang="zh-CN" i="1">
              <a:ea typeface="SimSun" panose="02010600030101010101" pitchFamily="2" charset="-122"/>
            </a:endParaRPr>
          </a:p>
        </p:txBody>
      </p:sp>
      <p:sp>
        <p:nvSpPr>
          <p:cNvPr id="3870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5066F65-0E9F-4A00-B1CA-C1E083384EB4}" type="slidenum">
              <a:rPr lang="zh-CN" altLang="en-US" sz="1400" smtClean="0">
                <a:solidFill>
                  <a:schemeClr val="bg2"/>
                </a:solidFill>
                <a:latin typeface="Arial" panose="020B0604020202020204" pitchFamily="34" charset="0"/>
              </a:rPr>
              <a:pPr>
                <a:spcBef>
                  <a:spcPct val="50000"/>
                </a:spcBef>
                <a:buClrTx/>
                <a:buSzTx/>
                <a:buFontTx/>
                <a:buNone/>
              </a:pPr>
              <a:t>273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DC84DB2-71A2-19FC-CCEA-F47A407F312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3" name="Rectangle 2"/>
          <p:cNvSpPr>
            <a:spLocks noGrp="1" noChangeArrowheads="1"/>
          </p:cNvSpPr>
          <p:nvPr>
            <p:ph type="title"/>
          </p:nvPr>
        </p:nvSpPr>
        <p:spPr/>
        <p:txBody>
          <a:bodyPr/>
          <a:lstStyle/>
          <a:p>
            <a:pPr algn="ctr"/>
            <a:r>
              <a:rPr lang="en-US" altLang="zh-CN">
                <a:ea typeface="SimSun" panose="02010600030101010101" pitchFamily="2" charset="-122"/>
              </a:rPr>
              <a:t>Membership Functions</a:t>
            </a:r>
          </a:p>
        </p:txBody>
      </p:sp>
      <p:pic>
        <p:nvPicPr>
          <p:cNvPr id="38912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7761" y="1634921"/>
            <a:ext cx="7458075" cy="402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2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1D77757-2392-494E-970D-CAC07BE9A876}" type="slidenum">
              <a:rPr lang="zh-CN" altLang="en-US" sz="1400" smtClean="0">
                <a:solidFill>
                  <a:schemeClr val="bg2"/>
                </a:solidFill>
                <a:latin typeface="Arial" panose="020B0604020202020204" pitchFamily="34" charset="0"/>
              </a:rPr>
              <a:pPr>
                <a:spcBef>
                  <a:spcPct val="50000"/>
                </a:spcBef>
                <a:buClrTx/>
                <a:buSzTx/>
                <a:buFontTx/>
                <a:buNone/>
              </a:pPr>
              <a:t>274</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4E0B5295-F29C-E0B5-7872-A701C4F3F659}"/>
              </a:ext>
            </a:extLst>
          </p:cNvPr>
          <p:cNvSpPr txBox="1"/>
          <p:nvPr/>
        </p:nvSpPr>
        <p:spPr>
          <a:xfrm>
            <a:off x="2293124" y="565923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B2D7CF1C-5453-DB46-4C4A-6739B4137B6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CD8FF5E-E36F-4ACF-B80F-C8CCCC8607F7}" type="slidenum">
              <a:rPr lang="en-US" altLang="en-US" sz="1400" smtClean="0">
                <a:solidFill>
                  <a:schemeClr val="bg2"/>
                </a:solidFill>
                <a:latin typeface="Arial" panose="020B0604020202020204" pitchFamily="34" charset="0"/>
              </a:rPr>
              <a:pPr>
                <a:spcBef>
                  <a:spcPct val="50000"/>
                </a:spcBef>
                <a:buClrTx/>
                <a:buSzTx/>
                <a:buFontTx/>
                <a:buNone/>
              </a:pPr>
              <a:t>275</a:t>
            </a:fld>
            <a:endParaRPr lang="en-US" altLang="en-US" sz="1400">
              <a:solidFill>
                <a:schemeClr val="bg2"/>
              </a:solidFill>
              <a:latin typeface="Arial" panose="020B0604020202020204" pitchFamily="34" charset="0"/>
            </a:endParaRPr>
          </a:p>
        </p:txBody>
      </p:sp>
      <p:sp>
        <p:nvSpPr>
          <p:cNvPr id="391171" name="Rectangle 2"/>
          <p:cNvSpPr>
            <a:spLocks noGrp="1" noChangeArrowheads="1"/>
          </p:cNvSpPr>
          <p:nvPr>
            <p:ph type="title"/>
          </p:nvPr>
        </p:nvSpPr>
        <p:spPr/>
        <p:txBody>
          <a:bodyPr/>
          <a:lstStyle/>
          <a:p>
            <a:pPr algn="ctr"/>
            <a:r>
              <a:rPr lang="en-US" altLang="en-US"/>
              <a:t>Membership Functions</a:t>
            </a:r>
          </a:p>
        </p:txBody>
      </p:sp>
      <p:sp>
        <p:nvSpPr>
          <p:cNvPr id="391172" name="Rectangle 3"/>
          <p:cNvSpPr>
            <a:spLocks noGrp="1" noChangeArrowheads="1"/>
          </p:cNvSpPr>
          <p:nvPr>
            <p:ph type="body" idx="1"/>
          </p:nvPr>
        </p:nvSpPr>
        <p:spPr>
          <a:xfrm>
            <a:off x="1752600" y="1676400"/>
            <a:ext cx="6705600" cy="838200"/>
          </a:xfrm>
        </p:spPr>
        <p:txBody>
          <a:bodyPr/>
          <a:lstStyle/>
          <a:p>
            <a:pPr marL="0" indent="0">
              <a:buFont typeface="Monotype Sorts" pitchFamily="2" charset="2"/>
              <a:buNone/>
            </a:pPr>
            <a:r>
              <a:rPr lang="en-US" altLang="en-US" sz="3000"/>
              <a:t>Temp: {Freezing, Cool, Warm, Hot}</a:t>
            </a:r>
          </a:p>
          <a:p>
            <a:pPr marL="0" indent="0">
              <a:buFont typeface="Monotype Sorts" pitchFamily="2" charset="2"/>
              <a:buNone/>
            </a:pPr>
            <a:r>
              <a:rPr lang="en-US" altLang="en-US" sz="3000"/>
              <a:t>Degree of Truth or "Membership"</a:t>
            </a:r>
          </a:p>
        </p:txBody>
      </p:sp>
      <p:graphicFrame>
        <p:nvGraphicFramePr>
          <p:cNvPr id="391173" name="Object 4"/>
          <p:cNvGraphicFramePr>
            <a:graphicFrameLocks noChangeAspect="1"/>
          </p:cNvGraphicFramePr>
          <p:nvPr/>
        </p:nvGraphicFramePr>
        <p:xfrm>
          <a:off x="1524000" y="2971800"/>
          <a:ext cx="6019800" cy="3032125"/>
        </p:xfrm>
        <a:graphic>
          <a:graphicData uri="http://schemas.openxmlformats.org/presentationml/2006/ole">
            <mc:AlternateContent xmlns:mc="http://schemas.openxmlformats.org/markup-compatibility/2006">
              <mc:Choice xmlns:v="urn:schemas-microsoft-com:vml" Requires="v">
                <p:oleObj name="Visio" r:id="rId2" imgW="4575962" imgH="2219858" progId="Visio.Drawing.11">
                  <p:embed/>
                </p:oleObj>
              </mc:Choice>
              <mc:Fallback>
                <p:oleObj name="Visio" r:id="rId2" imgW="4575962" imgH="2219858" progId="Visio.Drawing.11">
                  <p:embed/>
                  <p:pic>
                    <p:nvPicPr>
                      <p:cNvPr id="39117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971800"/>
                        <a:ext cx="6019800" cy="303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Footer Placeholder 4">
            <a:extLst>
              <a:ext uri="{FF2B5EF4-FFF2-40B4-BE49-F238E27FC236}">
                <a16:creationId xmlns:a16="http://schemas.microsoft.com/office/drawing/2014/main" id="{2F06A5D4-5931-BA7B-9D49-913F9382919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Rectangle 2"/>
          <p:cNvSpPr>
            <a:spLocks noGrp="1" noChangeArrowheads="1"/>
          </p:cNvSpPr>
          <p:nvPr>
            <p:ph type="title"/>
          </p:nvPr>
        </p:nvSpPr>
        <p:spPr/>
        <p:txBody>
          <a:bodyPr/>
          <a:lstStyle/>
          <a:p>
            <a:pPr algn="ctr"/>
            <a:r>
              <a:rPr lang="en-US" altLang="zh-CN">
                <a:ea typeface="SimSun" panose="02010600030101010101" pitchFamily="2" charset="-122"/>
              </a:rPr>
              <a:t>Membership Functions</a:t>
            </a:r>
          </a:p>
        </p:txBody>
      </p:sp>
      <p:pic>
        <p:nvPicPr>
          <p:cNvPr id="392196"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1627" y="1596337"/>
            <a:ext cx="4585355" cy="450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19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B932FD8-7441-487F-ABBF-ACA4B102A1B8}" type="slidenum">
              <a:rPr lang="zh-CN" altLang="en-US" sz="1400" smtClean="0">
                <a:solidFill>
                  <a:schemeClr val="bg2"/>
                </a:solidFill>
                <a:latin typeface="Arial" panose="020B0604020202020204" pitchFamily="34" charset="0"/>
              </a:rPr>
              <a:pPr>
                <a:spcBef>
                  <a:spcPct val="50000"/>
                </a:spcBef>
                <a:buClrTx/>
                <a:buSzTx/>
                <a:buFontTx/>
                <a:buNone/>
              </a:pPr>
              <a:t>276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F321B4D0-202F-7B69-28A9-DB17A1E538EE}"/>
              </a:ext>
            </a:extLst>
          </p:cNvPr>
          <p:cNvSpPr txBox="1"/>
          <p:nvPr/>
        </p:nvSpPr>
        <p:spPr>
          <a:xfrm>
            <a:off x="2187018" y="609600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A69E4BA4-4520-8A61-C52C-03884B6D98B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3" name="Rectangle 2"/>
          <p:cNvSpPr>
            <a:spLocks noGrp="1" noChangeArrowheads="1"/>
          </p:cNvSpPr>
          <p:nvPr>
            <p:ph type="title"/>
          </p:nvPr>
        </p:nvSpPr>
        <p:spPr/>
        <p:txBody>
          <a:bodyPr/>
          <a:lstStyle/>
          <a:p>
            <a:pPr algn="ctr"/>
            <a:r>
              <a:rPr lang="en-US" altLang="zh-CN">
                <a:ea typeface="SimSun" panose="02010600030101010101" pitchFamily="2" charset="-122"/>
              </a:rPr>
              <a:t>Fuzzy Set</a:t>
            </a:r>
          </a:p>
        </p:txBody>
      </p:sp>
      <p:sp>
        <p:nvSpPr>
          <p:cNvPr id="394244" name="Rectangle 3"/>
          <p:cNvSpPr>
            <a:spLocks noGrp="1" noChangeArrowheads="1"/>
          </p:cNvSpPr>
          <p:nvPr>
            <p:ph type="body" idx="1"/>
          </p:nvPr>
        </p:nvSpPr>
        <p:spPr>
          <a:xfrm>
            <a:off x="990600" y="1812925"/>
            <a:ext cx="7772400" cy="4114800"/>
          </a:xfrm>
        </p:spPr>
        <p:txBody>
          <a:bodyPr/>
          <a:lstStyle/>
          <a:p>
            <a:pPr>
              <a:buSzPct val="60000"/>
              <a:buFont typeface="Monotype Sorts" pitchFamily="2" charset="2"/>
              <a:buNone/>
            </a:pPr>
            <a:r>
              <a:rPr lang="en-US" altLang="zh-CN" sz="2800" dirty="0">
                <a:ea typeface="SimSun" panose="02010600030101010101" pitchFamily="2" charset="-122"/>
              </a:rPr>
              <a:t>Fuzzy set </a:t>
            </a:r>
            <a:r>
              <a:rPr lang="en-US" altLang="zh-CN" sz="2800" i="1" dirty="0">
                <a:ea typeface="SimSun" panose="02010600030101010101" pitchFamily="2" charset="-122"/>
              </a:rPr>
              <a:t>A</a:t>
            </a:r>
            <a:r>
              <a:rPr lang="en-US" altLang="zh-CN" sz="2800" dirty="0">
                <a:ea typeface="SimSun" panose="02010600030101010101" pitchFamily="2" charset="-122"/>
              </a:rPr>
              <a:t> is the set of all pairs (</a:t>
            </a:r>
            <a:r>
              <a:rPr lang="en-US" altLang="zh-CN" sz="2800" i="1" dirty="0">
                <a:ea typeface="SimSun" panose="02010600030101010101" pitchFamily="2" charset="-122"/>
              </a:rPr>
              <a:t>x</a:t>
            </a:r>
            <a:r>
              <a:rPr lang="en-US" altLang="zh-CN" sz="2800" dirty="0">
                <a:ea typeface="SimSun" panose="02010600030101010101" pitchFamily="2" charset="-122"/>
              </a:rPr>
              <a:t>, </a:t>
            </a:r>
            <a:r>
              <a:rPr lang="en-US" altLang="zh-CN" sz="2800" i="1" dirty="0" err="1">
                <a:ea typeface="SimSun" panose="02010600030101010101" pitchFamily="2" charset="-122"/>
              </a:rPr>
              <a:t>u</a:t>
            </a:r>
            <a:r>
              <a:rPr lang="en-US" altLang="zh-CN" sz="2800" baseline="-25000" dirty="0" err="1">
                <a:ea typeface="SimSun" panose="02010600030101010101" pitchFamily="2" charset="-122"/>
              </a:rPr>
              <a:t>A</a:t>
            </a:r>
            <a:r>
              <a:rPr lang="en-US" altLang="zh-CN" sz="2800" dirty="0">
                <a:ea typeface="SimSun" panose="02010600030101010101" pitchFamily="2" charset="-122"/>
              </a:rPr>
              <a:t>(</a:t>
            </a:r>
            <a:r>
              <a:rPr lang="en-US" altLang="zh-CN" sz="2800" i="1" dirty="0">
                <a:ea typeface="SimSun" panose="02010600030101010101" pitchFamily="2" charset="-122"/>
              </a:rPr>
              <a:t>x</a:t>
            </a:r>
            <a:r>
              <a:rPr lang="en-US" altLang="zh-CN" sz="2800" dirty="0">
                <a:ea typeface="SimSun" panose="02010600030101010101" pitchFamily="2" charset="-122"/>
              </a:rPr>
              <a:t>)) where </a:t>
            </a:r>
            <a:r>
              <a:rPr lang="en-US" altLang="zh-CN" sz="2800" i="1" dirty="0">
                <a:ea typeface="SimSun" panose="02010600030101010101" pitchFamily="2" charset="-122"/>
              </a:rPr>
              <a:t>x</a:t>
            </a:r>
            <a:r>
              <a:rPr lang="en-US" altLang="zh-CN" sz="2800" dirty="0">
                <a:ea typeface="SimSun" panose="02010600030101010101" pitchFamily="2" charset="-122"/>
              </a:rPr>
              <a:t> belongs to</a:t>
            </a:r>
            <a:r>
              <a:rPr lang="en-US" altLang="zh-CN" sz="2800" i="1" dirty="0">
                <a:ea typeface="SimSun" panose="02010600030101010101" pitchFamily="2" charset="-122"/>
              </a:rPr>
              <a:t> X; </a:t>
            </a:r>
            <a:r>
              <a:rPr lang="en-US" altLang="zh-CN" sz="2800" dirty="0">
                <a:ea typeface="SimSun" panose="02010600030101010101" pitchFamily="2" charset="-122"/>
              </a:rPr>
              <a:t>i.e</a:t>
            </a:r>
            <a:r>
              <a:rPr lang="en-US" altLang="zh-CN" sz="2800" i="1" dirty="0">
                <a:ea typeface="SimSun" panose="02010600030101010101" pitchFamily="2" charset="-122"/>
              </a:rPr>
              <a:t>., </a:t>
            </a:r>
          </a:p>
          <a:p>
            <a:pPr>
              <a:buSzPct val="60000"/>
              <a:buFont typeface="Monotype Sorts" pitchFamily="2" charset="2"/>
              <a:buNone/>
            </a:pPr>
            <a:endParaRPr lang="en-US" altLang="zh-CN" sz="2800" dirty="0">
              <a:ea typeface="SimSun" panose="02010600030101010101" pitchFamily="2" charset="-122"/>
            </a:endParaRPr>
          </a:p>
          <a:p>
            <a:pPr>
              <a:buSzPct val="60000"/>
              <a:buFont typeface="Monotype Sorts" pitchFamily="2" charset="2"/>
              <a:buNone/>
            </a:pPr>
            <a:r>
              <a:rPr lang="en-US" altLang="zh-CN" sz="2800" dirty="0">
                <a:ea typeface="SimSun" panose="02010600030101010101" pitchFamily="2" charset="-122"/>
              </a:rPr>
              <a:t>If </a:t>
            </a:r>
            <a:r>
              <a:rPr lang="en-US" altLang="zh-CN" sz="2800" i="1" dirty="0">
                <a:ea typeface="SimSun" panose="02010600030101010101" pitchFamily="2" charset="-122"/>
              </a:rPr>
              <a:t>X</a:t>
            </a:r>
            <a:r>
              <a:rPr lang="en-US" altLang="zh-CN" sz="2800" dirty="0">
                <a:ea typeface="SimSun" panose="02010600030101010101" pitchFamily="2" charset="-122"/>
              </a:rPr>
              <a:t> is discrete,</a:t>
            </a:r>
          </a:p>
          <a:p>
            <a:pPr>
              <a:buSzPct val="60000"/>
              <a:buFont typeface="Monotype Sorts" pitchFamily="2" charset="2"/>
              <a:buNone/>
            </a:pPr>
            <a:r>
              <a:rPr lang="en-US" altLang="zh-CN" sz="2800" dirty="0">
                <a:ea typeface="SimSun" panose="02010600030101010101" pitchFamily="2" charset="-122"/>
              </a:rPr>
              <a:t> </a:t>
            </a:r>
          </a:p>
          <a:p>
            <a:pPr>
              <a:buSzPct val="60000"/>
              <a:buFont typeface="Monotype Sorts" pitchFamily="2" charset="2"/>
              <a:buNone/>
            </a:pPr>
            <a:r>
              <a:rPr lang="en-US" altLang="zh-CN" sz="2800" dirty="0">
                <a:ea typeface="SimSun" panose="02010600030101010101" pitchFamily="2" charset="-122"/>
              </a:rPr>
              <a:t>If </a:t>
            </a:r>
            <a:r>
              <a:rPr lang="en-US" altLang="zh-CN" sz="2800" i="1" dirty="0">
                <a:ea typeface="SimSun" panose="02010600030101010101" pitchFamily="2" charset="-122"/>
              </a:rPr>
              <a:t>X</a:t>
            </a:r>
            <a:r>
              <a:rPr lang="en-US" altLang="zh-CN" sz="2800" dirty="0">
                <a:ea typeface="SimSun" panose="02010600030101010101" pitchFamily="2" charset="-122"/>
              </a:rPr>
              <a:t> is continuous,</a:t>
            </a:r>
          </a:p>
          <a:p>
            <a:pPr>
              <a:buSzPct val="60000"/>
              <a:buFont typeface="Monotype Sorts" pitchFamily="2" charset="2"/>
              <a:buNone/>
            </a:pPr>
            <a:endParaRPr lang="en-US" altLang="zh-CN" sz="2800" dirty="0">
              <a:ea typeface="SimSun" panose="02010600030101010101" pitchFamily="2" charset="-122"/>
            </a:endParaRPr>
          </a:p>
          <a:p>
            <a:pPr>
              <a:buSzPct val="60000"/>
              <a:buFont typeface="Monotype Sorts" pitchFamily="2" charset="2"/>
              <a:buNone/>
            </a:pPr>
            <a:r>
              <a:rPr lang="en-US" altLang="zh-CN" sz="2800" dirty="0">
                <a:ea typeface="SimSun" panose="02010600030101010101" pitchFamily="2" charset="-122"/>
              </a:rPr>
              <a:t>Support set of </a:t>
            </a:r>
            <a:r>
              <a:rPr lang="en-US" altLang="zh-CN" sz="2800" i="1" dirty="0">
                <a:ea typeface="SimSun" panose="02010600030101010101" pitchFamily="2" charset="-122"/>
              </a:rPr>
              <a:t>A</a:t>
            </a:r>
            <a:r>
              <a:rPr lang="en-US" altLang="zh-CN" sz="2800" dirty="0">
                <a:ea typeface="SimSun" panose="02010600030101010101" pitchFamily="2" charset="-122"/>
              </a:rPr>
              <a:t> is </a:t>
            </a:r>
          </a:p>
          <a:p>
            <a:endParaRPr lang="zh-CN" altLang="en-US" sz="2800" dirty="0">
              <a:ea typeface="SimSun" panose="02010600030101010101" pitchFamily="2" charset="-122"/>
            </a:endParaRPr>
          </a:p>
        </p:txBody>
      </p:sp>
      <p:graphicFrame>
        <p:nvGraphicFramePr>
          <p:cNvPr id="394245" name="Object 4"/>
          <p:cNvGraphicFramePr>
            <a:graphicFrameLocks noChangeAspect="1"/>
          </p:cNvGraphicFramePr>
          <p:nvPr/>
        </p:nvGraphicFramePr>
        <p:xfrm>
          <a:off x="4051300" y="2438400"/>
          <a:ext cx="3633788" cy="609600"/>
        </p:xfrm>
        <a:graphic>
          <a:graphicData uri="http://schemas.openxmlformats.org/presentationml/2006/ole">
            <mc:AlternateContent xmlns:mc="http://schemas.openxmlformats.org/markup-compatibility/2006">
              <mc:Choice xmlns:v="urn:schemas-microsoft-com:vml" Requires="v">
                <p:oleObj name="Equation" r:id="rId3" imgW="1434477" imgH="215806" progId="Equation.3">
                  <p:embed/>
                </p:oleObj>
              </mc:Choice>
              <mc:Fallback>
                <p:oleObj name="Equation" r:id="rId3" imgW="1434477" imgH="215806" progId="Equation.3">
                  <p:embed/>
                  <p:pic>
                    <p:nvPicPr>
                      <p:cNvPr id="39424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1300" y="2438400"/>
                        <a:ext cx="36337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46" name="Object 5"/>
          <p:cNvGraphicFramePr>
            <a:graphicFrameLocks noChangeAspect="1"/>
          </p:cNvGraphicFramePr>
          <p:nvPr/>
        </p:nvGraphicFramePr>
        <p:xfrm>
          <a:off x="4114800" y="3276600"/>
          <a:ext cx="2679700" cy="1914525"/>
        </p:xfrm>
        <a:graphic>
          <a:graphicData uri="http://schemas.openxmlformats.org/presentationml/2006/ole">
            <mc:AlternateContent xmlns:mc="http://schemas.openxmlformats.org/markup-compatibility/2006">
              <mc:Choice xmlns:v="urn:schemas-microsoft-com:vml" Requires="v">
                <p:oleObj name="Equation" r:id="rId5" imgW="1066800" imgH="762000" progId="Equation.3">
                  <p:embed/>
                </p:oleObj>
              </mc:Choice>
              <mc:Fallback>
                <p:oleObj name="Equation" r:id="rId5" imgW="1066800" imgH="762000" progId="Equation.3">
                  <p:embed/>
                  <p:pic>
                    <p:nvPicPr>
                      <p:cNvPr id="39424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276600"/>
                        <a:ext cx="2679700" cy="191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47" name="Object 6"/>
          <p:cNvGraphicFramePr>
            <a:graphicFrameLocks noChangeAspect="1"/>
          </p:cNvGraphicFramePr>
          <p:nvPr/>
        </p:nvGraphicFramePr>
        <p:xfrm>
          <a:off x="3886200" y="5257800"/>
          <a:ext cx="4876800" cy="625475"/>
        </p:xfrm>
        <a:graphic>
          <a:graphicData uri="http://schemas.openxmlformats.org/presentationml/2006/ole">
            <mc:AlternateContent xmlns:mc="http://schemas.openxmlformats.org/markup-compatibility/2006">
              <mc:Choice xmlns:v="urn:schemas-microsoft-com:vml" Requires="v">
                <p:oleObj name="Equation" r:id="rId7" imgW="1803400" imgH="215900" progId="Equation.3">
                  <p:embed/>
                </p:oleObj>
              </mc:Choice>
              <mc:Fallback>
                <p:oleObj name="Equation" r:id="rId7" imgW="1803400" imgH="215900" progId="Equation.3">
                  <p:embed/>
                  <p:pic>
                    <p:nvPicPr>
                      <p:cNvPr id="39424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5257800"/>
                        <a:ext cx="48768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424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5865821-23AE-47D5-92AF-873FF88A255F}" type="slidenum">
              <a:rPr lang="zh-CN" altLang="en-US" sz="1400" smtClean="0">
                <a:solidFill>
                  <a:schemeClr val="bg2"/>
                </a:solidFill>
                <a:latin typeface="Arial" panose="020B0604020202020204" pitchFamily="34" charset="0"/>
              </a:rPr>
              <a:pPr>
                <a:spcBef>
                  <a:spcPct val="50000"/>
                </a:spcBef>
                <a:buClrTx/>
                <a:buSzTx/>
                <a:buFontTx/>
                <a:buNone/>
              </a:pPr>
              <a:t>277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B370975-2058-5814-F1C3-08EA3FC4638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96"/>
          <p:cNvSpPr>
            <a:spLocks noChangeArrowheads="1"/>
          </p:cNvSpPr>
          <p:nvPr/>
        </p:nvSpPr>
        <p:spPr bwMode="auto">
          <a:xfrm>
            <a:off x="2214563" y="3813175"/>
            <a:ext cx="6650037" cy="935038"/>
          </a:xfrm>
          <a:prstGeom prst="rect">
            <a:avLst/>
          </a:prstGeom>
          <a:solidFill>
            <a:schemeClr val="folHlink">
              <a:alpha val="94901"/>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solidFill>
                <a:srgbClr val="DDDDDD"/>
              </a:solidFill>
              <a:latin typeface="Arial" panose="020B0604020202020204" pitchFamily="34" charset="0"/>
              <a:ea typeface="文鼎圓立體"/>
              <a:cs typeface="文鼎圓立體"/>
            </a:endParaRPr>
          </a:p>
        </p:txBody>
      </p:sp>
      <p:sp>
        <p:nvSpPr>
          <p:cNvPr id="396291" name="Rectangle 2"/>
          <p:cNvSpPr>
            <a:spLocks noGrp="1" noChangeArrowheads="1"/>
          </p:cNvSpPr>
          <p:nvPr>
            <p:ph type="title"/>
          </p:nvPr>
        </p:nvSpPr>
        <p:spPr>
          <a:xfrm>
            <a:off x="1524000" y="658813"/>
            <a:ext cx="6858000" cy="609600"/>
          </a:xfrm>
        </p:spPr>
        <p:txBody>
          <a:bodyPr/>
          <a:lstStyle/>
          <a:p>
            <a:pPr algn="ctr"/>
            <a:r>
              <a:rPr lang="en-US" altLang="zh-TW">
                <a:ea typeface="PMingLiU" panose="02020500000000000000" pitchFamily="18" charset="-120"/>
              </a:rPr>
              <a:t>Discrete Fuzzy Set</a:t>
            </a:r>
          </a:p>
        </p:txBody>
      </p:sp>
      <p:sp>
        <p:nvSpPr>
          <p:cNvPr id="396292" name="Line 3"/>
          <p:cNvSpPr>
            <a:spLocks noChangeShapeType="1"/>
          </p:cNvSpPr>
          <p:nvPr/>
        </p:nvSpPr>
        <p:spPr bwMode="auto">
          <a:xfrm>
            <a:off x="1187450" y="1628775"/>
            <a:ext cx="69834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396293" name="Group 4"/>
          <p:cNvGrpSpPr>
            <a:grpSpLocks/>
          </p:cNvGrpSpPr>
          <p:nvPr/>
        </p:nvGrpSpPr>
        <p:grpSpPr bwMode="auto">
          <a:xfrm>
            <a:off x="1343025" y="1916113"/>
            <a:ext cx="6632575" cy="1079500"/>
            <a:chOff x="846" y="1207"/>
            <a:chExt cx="4178" cy="680"/>
          </a:xfrm>
        </p:grpSpPr>
        <p:grpSp>
          <p:nvGrpSpPr>
            <p:cNvPr id="396346" name="Group 5"/>
            <p:cNvGrpSpPr>
              <a:grpSpLocks/>
            </p:cNvGrpSpPr>
            <p:nvPr/>
          </p:nvGrpSpPr>
          <p:grpSpPr bwMode="auto">
            <a:xfrm>
              <a:off x="846" y="1470"/>
              <a:ext cx="454" cy="417"/>
              <a:chOff x="2241" y="663"/>
              <a:chExt cx="639" cy="375"/>
            </a:xfrm>
          </p:grpSpPr>
          <p:sp>
            <p:nvSpPr>
              <p:cNvPr id="396383" name="Text Box 6"/>
              <p:cNvSpPr txBox="1">
                <a:spLocks noChangeArrowheads="1"/>
              </p:cNvSpPr>
              <p:nvPr/>
            </p:nvSpPr>
            <p:spPr bwMode="auto">
              <a:xfrm>
                <a:off x="2245" y="663"/>
                <a:ext cx="635"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A</a:t>
                </a:r>
              </a:p>
            </p:txBody>
          </p:sp>
          <p:sp>
            <p:nvSpPr>
              <p:cNvPr id="396384" name="Rectangle 7"/>
              <p:cNvSpPr>
                <a:spLocks noChangeArrowheads="1"/>
              </p:cNvSpPr>
              <p:nvPr/>
            </p:nvSpPr>
            <p:spPr bwMode="auto">
              <a:xfrm>
                <a:off x="2241" y="813"/>
                <a:ext cx="276"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TW" altLang="en-US" sz="2000">
                  <a:latin typeface="Arial" panose="020B0604020202020204" pitchFamily="34" charset="0"/>
                  <a:ea typeface="PMingLiU" panose="02020500000000000000" pitchFamily="18" charset="-120"/>
                </a:endParaRPr>
              </a:p>
            </p:txBody>
          </p:sp>
        </p:grpSp>
        <p:sp>
          <p:nvSpPr>
            <p:cNvPr id="396347" name="Rectangle 8"/>
            <p:cNvSpPr>
              <a:spLocks noChangeArrowheads="1"/>
            </p:cNvSpPr>
            <p:nvPr/>
          </p:nvSpPr>
          <p:spPr bwMode="auto">
            <a:xfrm>
              <a:off x="1073" y="1479"/>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400">
                  <a:latin typeface="Arial" panose="020B0604020202020204" pitchFamily="34" charset="0"/>
                  <a:ea typeface="PMingLiU" panose="02020500000000000000" pitchFamily="18" charset="-120"/>
                </a:rPr>
                <a:t>＝</a:t>
              </a:r>
            </a:p>
          </p:txBody>
        </p:sp>
        <p:grpSp>
          <p:nvGrpSpPr>
            <p:cNvPr id="396348" name="Group 9"/>
            <p:cNvGrpSpPr>
              <a:grpSpLocks/>
            </p:cNvGrpSpPr>
            <p:nvPr/>
          </p:nvGrpSpPr>
          <p:grpSpPr bwMode="auto">
            <a:xfrm>
              <a:off x="1345" y="1207"/>
              <a:ext cx="770" cy="478"/>
              <a:chOff x="476" y="1993"/>
              <a:chExt cx="770" cy="478"/>
            </a:xfrm>
          </p:grpSpPr>
          <p:sp>
            <p:nvSpPr>
              <p:cNvPr id="396379" name="Rectangle 10"/>
              <p:cNvSpPr>
                <a:spLocks noChangeArrowheads="1"/>
              </p:cNvSpPr>
              <p:nvPr/>
            </p:nvSpPr>
            <p:spPr bwMode="auto">
              <a:xfrm>
                <a:off x="476" y="199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800" b="1">
                    <a:latin typeface="Arial" panose="020B0604020202020204" pitchFamily="34" charset="0"/>
                    <a:ea typeface="PMingLiU" panose="02020500000000000000" pitchFamily="18" charset="-120"/>
                  </a:rPr>
                  <a:t>μ</a:t>
                </a:r>
              </a:p>
            </p:txBody>
          </p:sp>
          <p:sp>
            <p:nvSpPr>
              <p:cNvPr id="396380" name="Text Box 11"/>
              <p:cNvSpPr txBox="1">
                <a:spLocks noChangeArrowheads="1"/>
              </p:cNvSpPr>
              <p:nvPr/>
            </p:nvSpPr>
            <p:spPr bwMode="auto">
              <a:xfrm>
                <a:off x="655" y="2160"/>
                <a:ext cx="3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600">
                    <a:latin typeface="Arial" panose="020B0604020202020204" pitchFamily="34" charset="0"/>
                    <a:ea typeface="PMingLiU" panose="02020500000000000000" pitchFamily="18" charset="-120"/>
                  </a:rPr>
                  <a:t>A</a:t>
                </a:r>
              </a:p>
            </p:txBody>
          </p:sp>
          <p:sp>
            <p:nvSpPr>
              <p:cNvPr id="396381" name="Rectangle 12"/>
              <p:cNvSpPr>
                <a:spLocks noChangeArrowheads="1"/>
              </p:cNvSpPr>
              <p:nvPr/>
            </p:nvSpPr>
            <p:spPr bwMode="auto">
              <a:xfrm>
                <a:off x="653" y="2277"/>
                <a:ext cx="159"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TW" altLang="en-US" sz="1400">
                  <a:latin typeface="Arial" panose="020B0604020202020204" pitchFamily="34" charset="0"/>
                  <a:ea typeface="PMingLiU" panose="02020500000000000000" pitchFamily="18" charset="-120"/>
                </a:endParaRPr>
              </a:p>
            </p:txBody>
          </p:sp>
          <p:sp>
            <p:nvSpPr>
              <p:cNvPr id="396382" name="Rectangle 13"/>
              <p:cNvSpPr>
                <a:spLocks noChangeArrowheads="1"/>
              </p:cNvSpPr>
              <p:nvPr/>
            </p:nvSpPr>
            <p:spPr bwMode="auto">
              <a:xfrm>
                <a:off x="657" y="2069"/>
                <a:ext cx="5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000" b="1">
                    <a:latin typeface="Arial" panose="020B0604020202020204" pitchFamily="34" charset="0"/>
                    <a:ea typeface="PMingLiU" panose="02020500000000000000" pitchFamily="18" charset="-120"/>
                  </a:rPr>
                  <a:t>（</a:t>
                </a:r>
                <a:r>
                  <a:rPr lang="en-US" altLang="zh-TW" sz="2000" b="1">
                    <a:latin typeface="Arial" panose="020B0604020202020204" pitchFamily="34" charset="0"/>
                    <a:ea typeface="PMingLiU" panose="02020500000000000000" pitchFamily="18" charset="-120"/>
                  </a:rPr>
                  <a:t>x</a:t>
                </a:r>
                <a:r>
                  <a:rPr lang="en-US" altLang="zh-TW" sz="2000" b="1" baseline="-25000">
                    <a:latin typeface="Arial" panose="020B0604020202020204" pitchFamily="34" charset="0"/>
                    <a:ea typeface="PMingLiU" panose="02020500000000000000" pitchFamily="18" charset="-120"/>
                  </a:rPr>
                  <a:t>1</a:t>
                </a:r>
                <a:r>
                  <a:rPr lang="zh-TW" altLang="en-US" sz="2000" b="1">
                    <a:latin typeface="Arial" panose="020B0604020202020204" pitchFamily="34" charset="0"/>
                    <a:ea typeface="PMingLiU" panose="02020500000000000000" pitchFamily="18" charset="-120"/>
                  </a:rPr>
                  <a:t>）</a:t>
                </a:r>
              </a:p>
            </p:txBody>
          </p:sp>
        </p:grpSp>
        <p:sp>
          <p:nvSpPr>
            <p:cNvPr id="396349" name="Line 14"/>
            <p:cNvSpPr>
              <a:spLocks noChangeShapeType="1"/>
            </p:cNvSpPr>
            <p:nvPr/>
          </p:nvSpPr>
          <p:spPr bwMode="auto">
            <a:xfrm>
              <a:off x="1436" y="1615"/>
              <a:ext cx="5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50" name="Text Box 15"/>
            <p:cNvSpPr txBox="1">
              <a:spLocks noChangeArrowheads="1"/>
            </p:cNvSpPr>
            <p:nvPr/>
          </p:nvSpPr>
          <p:spPr bwMode="auto">
            <a:xfrm>
              <a:off x="1527" y="1599"/>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x</a:t>
              </a:r>
              <a:r>
                <a:rPr lang="en-US" altLang="zh-TW" sz="2400" baseline="-25000">
                  <a:latin typeface="Arial" panose="020B0604020202020204" pitchFamily="34" charset="0"/>
                  <a:ea typeface="PMingLiU" panose="02020500000000000000" pitchFamily="18" charset="-120"/>
                </a:rPr>
                <a:t>1</a:t>
              </a:r>
            </a:p>
          </p:txBody>
        </p:sp>
        <p:grpSp>
          <p:nvGrpSpPr>
            <p:cNvPr id="396351" name="Group 16"/>
            <p:cNvGrpSpPr>
              <a:grpSpLocks/>
            </p:cNvGrpSpPr>
            <p:nvPr/>
          </p:nvGrpSpPr>
          <p:grpSpPr bwMode="auto">
            <a:xfrm>
              <a:off x="2129" y="1207"/>
              <a:ext cx="770" cy="651"/>
              <a:chOff x="1973" y="1253"/>
              <a:chExt cx="770" cy="651"/>
            </a:xfrm>
          </p:grpSpPr>
          <p:grpSp>
            <p:nvGrpSpPr>
              <p:cNvPr id="396372" name="Group 17"/>
              <p:cNvGrpSpPr>
                <a:grpSpLocks/>
              </p:cNvGrpSpPr>
              <p:nvPr/>
            </p:nvGrpSpPr>
            <p:grpSpPr bwMode="auto">
              <a:xfrm>
                <a:off x="1973" y="1253"/>
                <a:ext cx="770" cy="476"/>
                <a:chOff x="476" y="1993"/>
                <a:chExt cx="770" cy="476"/>
              </a:xfrm>
            </p:grpSpPr>
            <p:sp>
              <p:nvSpPr>
                <p:cNvPr id="396375" name="Rectangle 18"/>
                <p:cNvSpPr>
                  <a:spLocks noChangeArrowheads="1"/>
                </p:cNvSpPr>
                <p:nvPr/>
              </p:nvSpPr>
              <p:spPr bwMode="auto">
                <a:xfrm>
                  <a:off x="476" y="199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800" b="1">
                      <a:latin typeface="Arial" panose="020B0604020202020204" pitchFamily="34" charset="0"/>
                      <a:ea typeface="PMingLiU" panose="02020500000000000000" pitchFamily="18" charset="-120"/>
                    </a:rPr>
                    <a:t>μ</a:t>
                  </a:r>
                </a:p>
              </p:txBody>
            </p:sp>
            <p:sp>
              <p:nvSpPr>
                <p:cNvPr id="396376" name="Text Box 19"/>
                <p:cNvSpPr txBox="1">
                  <a:spLocks noChangeArrowheads="1"/>
                </p:cNvSpPr>
                <p:nvPr/>
              </p:nvSpPr>
              <p:spPr bwMode="auto">
                <a:xfrm>
                  <a:off x="655" y="2160"/>
                  <a:ext cx="3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600">
                      <a:latin typeface="Arial" panose="020B0604020202020204" pitchFamily="34" charset="0"/>
                      <a:ea typeface="PMingLiU" panose="02020500000000000000" pitchFamily="18" charset="-120"/>
                    </a:rPr>
                    <a:t>A</a:t>
                  </a:r>
                </a:p>
              </p:txBody>
            </p:sp>
            <p:sp>
              <p:nvSpPr>
                <p:cNvPr id="396377" name="Rectangle 20"/>
                <p:cNvSpPr>
                  <a:spLocks noChangeArrowheads="1"/>
                </p:cNvSpPr>
                <p:nvPr/>
              </p:nvSpPr>
              <p:spPr bwMode="auto">
                <a:xfrm>
                  <a:off x="653" y="2277"/>
                  <a:ext cx="1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TW" altLang="en-US" sz="1400">
                    <a:latin typeface="Arial" panose="020B0604020202020204" pitchFamily="34" charset="0"/>
                    <a:ea typeface="PMingLiU" panose="02020500000000000000" pitchFamily="18" charset="-120"/>
                  </a:endParaRPr>
                </a:p>
              </p:txBody>
            </p:sp>
            <p:sp>
              <p:nvSpPr>
                <p:cNvPr id="396378" name="Rectangle 21"/>
                <p:cNvSpPr>
                  <a:spLocks noChangeArrowheads="1"/>
                </p:cNvSpPr>
                <p:nvPr/>
              </p:nvSpPr>
              <p:spPr bwMode="auto">
                <a:xfrm>
                  <a:off x="657" y="2069"/>
                  <a:ext cx="5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000" b="1">
                      <a:latin typeface="Arial" panose="020B0604020202020204" pitchFamily="34" charset="0"/>
                      <a:ea typeface="PMingLiU" panose="02020500000000000000" pitchFamily="18" charset="-120"/>
                    </a:rPr>
                    <a:t>（</a:t>
                  </a:r>
                  <a:r>
                    <a:rPr lang="en-US" altLang="zh-TW" sz="2000" b="1">
                      <a:latin typeface="Arial" panose="020B0604020202020204" pitchFamily="34" charset="0"/>
                      <a:ea typeface="PMingLiU" panose="02020500000000000000" pitchFamily="18" charset="-120"/>
                    </a:rPr>
                    <a:t>x</a:t>
                  </a:r>
                  <a:r>
                    <a:rPr lang="en-US" altLang="zh-TW" sz="2000" b="1" baseline="-25000">
                      <a:latin typeface="Arial" panose="020B0604020202020204" pitchFamily="34" charset="0"/>
                      <a:ea typeface="PMingLiU" panose="02020500000000000000" pitchFamily="18" charset="-120"/>
                    </a:rPr>
                    <a:t>2</a:t>
                  </a:r>
                  <a:r>
                    <a:rPr lang="zh-TW" altLang="en-US" sz="2000" b="1">
                      <a:latin typeface="Arial" panose="020B0604020202020204" pitchFamily="34" charset="0"/>
                      <a:ea typeface="PMingLiU" panose="02020500000000000000" pitchFamily="18" charset="-120"/>
                    </a:rPr>
                    <a:t>）</a:t>
                  </a:r>
                </a:p>
              </p:txBody>
            </p:sp>
          </p:grpSp>
          <p:sp>
            <p:nvSpPr>
              <p:cNvPr id="396373" name="Line 22"/>
              <p:cNvSpPr>
                <a:spLocks noChangeShapeType="1"/>
              </p:cNvSpPr>
              <p:nvPr/>
            </p:nvSpPr>
            <p:spPr bwMode="auto">
              <a:xfrm>
                <a:off x="2064" y="1661"/>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74" name="Text Box 23"/>
              <p:cNvSpPr txBox="1">
                <a:spLocks noChangeArrowheads="1"/>
              </p:cNvSpPr>
              <p:nvPr/>
            </p:nvSpPr>
            <p:spPr bwMode="auto">
              <a:xfrm>
                <a:off x="2154" y="1616"/>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x</a:t>
                </a:r>
                <a:r>
                  <a:rPr lang="en-US" altLang="zh-TW" sz="2400" baseline="-25000">
                    <a:latin typeface="Arial" panose="020B0604020202020204" pitchFamily="34" charset="0"/>
                    <a:ea typeface="PMingLiU" panose="02020500000000000000" pitchFamily="18" charset="-120"/>
                  </a:rPr>
                  <a:t>2</a:t>
                </a:r>
              </a:p>
            </p:txBody>
          </p:sp>
        </p:grpSp>
        <p:grpSp>
          <p:nvGrpSpPr>
            <p:cNvPr id="396352" name="Group 24"/>
            <p:cNvGrpSpPr>
              <a:grpSpLocks/>
            </p:cNvGrpSpPr>
            <p:nvPr/>
          </p:nvGrpSpPr>
          <p:grpSpPr bwMode="auto">
            <a:xfrm>
              <a:off x="2887" y="1207"/>
              <a:ext cx="770" cy="651"/>
              <a:chOff x="2835" y="1253"/>
              <a:chExt cx="770" cy="651"/>
            </a:xfrm>
          </p:grpSpPr>
          <p:grpSp>
            <p:nvGrpSpPr>
              <p:cNvPr id="396366" name="Group 25"/>
              <p:cNvGrpSpPr>
                <a:grpSpLocks/>
              </p:cNvGrpSpPr>
              <p:nvPr/>
            </p:nvGrpSpPr>
            <p:grpSpPr bwMode="auto">
              <a:xfrm>
                <a:off x="2835" y="1253"/>
                <a:ext cx="770" cy="379"/>
                <a:chOff x="476" y="1993"/>
                <a:chExt cx="770" cy="379"/>
              </a:xfrm>
            </p:grpSpPr>
            <p:sp>
              <p:nvSpPr>
                <p:cNvPr id="396369" name="Rectangle 26"/>
                <p:cNvSpPr>
                  <a:spLocks noChangeArrowheads="1"/>
                </p:cNvSpPr>
                <p:nvPr/>
              </p:nvSpPr>
              <p:spPr bwMode="auto">
                <a:xfrm>
                  <a:off x="476" y="199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800" b="1">
                      <a:latin typeface="Arial" panose="020B0604020202020204" pitchFamily="34" charset="0"/>
                      <a:ea typeface="PMingLiU" panose="02020500000000000000" pitchFamily="18" charset="-120"/>
                    </a:rPr>
                    <a:t>μ</a:t>
                  </a:r>
                </a:p>
              </p:txBody>
            </p:sp>
            <p:sp>
              <p:nvSpPr>
                <p:cNvPr id="396370" name="Text Box 27"/>
                <p:cNvSpPr txBox="1">
                  <a:spLocks noChangeArrowheads="1"/>
                </p:cNvSpPr>
                <p:nvPr/>
              </p:nvSpPr>
              <p:spPr bwMode="auto">
                <a:xfrm>
                  <a:off x="655" y="2160"/>
                  <a:ext cx="3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600">
                      <a:latin typeface="Arial" panose="020B0604020202020204" pitchFamily="34" charset="0"/>
                      <a:ea typeface="PMingLiU" panose="02020500000000000000" pitchFamily="18" charset="-120"/>
                    </a:rPr>
                    <a:t>A</a:t>
                  </a:r>
                </a:p>
              </p:txBody>
            </p:sp>
            <p:sp>
              <p:nvSpPr>
                <p:cNvPr id="396371" name="Rectangle 29"/>
                <p:cNvSpPr>
                  <a:spLocks noChangeArrowheads="1"/>
                </p:cNvSpPr>
                <p:nvPr/>
              </p:nvSpPr>
              <p:spPr bwMode="auto">
                <a:xfrm>
                  <a:off x="657" y="2069"/>
                  <a:ext cx="5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000" b="1">
                      <a:latin typeface="Arial" panose="020B0604020202020204" pitchFamily="34" charset="0"/>
                      <a:ea typeface="PMingLiU" panose="02020500000000000000" pitchFamily="18" charset="-120"/>
                    </a:rPr>
                    <a:t>（</a:t>
                  </a:r>
                  <a:r>
                    <a:rPr lang="en-US" altLang="zh-TW" sz="2000" b="1">
                      <a:latin typeface="Arial" panose="020B0604020202020204" pitchFamily="34" charset="0"/>
                      <a:ea typeface="PMingLiU" panose="02020500000000000000" pitchFamily="18" charset="-120"/>
                    </a:rPr>
                    <a:t>x</a:t>
                  </a:r>
                  <a:r>
                    <a:rPr lang="en-US" altLang="zh-TW" sz="2000" b="1" baseline="-25000">
                      <a:latin typeface="Arial" panose="020B0604020202020204" pitchFamily="34" charset="0"/>
                      <a:ea typeface="PMingLiU" panose="02020500000000000000" pitchFamily="18" charset="-120"/>
                    </a:rPr>
                    <a:t>3</a:t>
                  </a:r>
                  <a:r>
                    <a:rPr lang="zh-TW" altLang="en-US" sz="2000" b="1">
                      <a:latin typeface="Arial" panose="020B0604020202020204" pitchFamily="34" charset="0"/>
                      <a:ea typeface="PMingLiU" panose="02020500000000000000" pitchFamily="18" charset="-120"/>
                    </a:rPr>
                    <a:t>）</a:t>
                  </a:r>
                </a:p>
              </p:txBody>
            </p:sp>
          </p:grpSp>
          <p:sp>
            <p:nvSpPr>
              <p:cNvPr id="396367" name="Line 30"/>
              <p:cNvSpPr>
                <a:spLocks noChangeShapeType="1"/>
              </p:cNvSpPr>
              <p:nvPr/>
            </p:nvSpPr>
            <p:spPr bwMode="auto">
              <a:xfrm>
                <a:off x="2926" y="1661"/>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68" name="Text Box 31"/>
              <p:cNvSpPr txBox="1">
                <a:spLocks noChangeArrowheads="1"/>
              </p:cNvSpPr>
              <p:nvPr/>
            </p:nvSpPr>
            <p:spPr bwMode="auto">
              <a:xfrm>
                <a:off x="3016" y="1616"/>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x</a:t>
                </a:r>
                <a:r>
                  <a:rPr lang="en-US" altLang="zh-TW" sz="2400" baseline="-25000">
                    <a:latin typeface="Arial" panose="020B0604020202020204" pitchFamily="34" charset="0"/>
                    <a:ea typeface="PMingLiU" panose="02020500000000000000" pitchFamily="18" charset="-120"/>
                  </a:rPr>
                  <a:t>3</a:t>
                </a:r>
              </a:p>
            </p:txBody>
          </p:sp>
        </p:grpSp>
        <p:grpSp>
          <p:nvGrpSpPr>
            <p:cNvPr id="396353" name="Group 32"/>
            <p:cNvGrpSpPr>
              <a:grpSpLocks/>
            </p:cNvGrpSpPr>
            <p:nvPr/>
          </p:nvGrpSpPr>
          <p:grpSpPr bwMode="auto">
            <a:xfrm>
              <a:off x="4248" y="1207"/>
              <a:ext cx="776" cy="651"/>
              <a:chOff x="4150" y="1253"/>
              <a:chExt cx="776" cy="651"/>
            </a:xfrm>
          </p:grpSpPr>
          <p:grpSp>
            <p:nvGrpSpPr>
              <p:cNvPr id="396359" name="Group 33"/>
              <p:cNvGrpSpPr>
                <a:grpSpLocks/>
              </p:cNvGrpSpPr>
              <p:nvPr/>
            </p:nvGrpSpPr>
            <p:grpSpPr bwMode="auto">
              <a:xfrm>
                <a:off x="4150" y="1253"/>
                <a:ext cx="776" cy="476"/>
                <a:chOff x="476" y="1993"/>
                <a:chExt cx="776" cy="476"/>
              </a:xfrm>
            </p:grpSpPr>
            <p:sp>
              <p:nvSpPr>
                <p:cNvPr id="396362" name="Rectangle 34"/>
                <p:cNvSpPr>
                  <a:spLocks noChangeArrowheads="1"/>
                </p:cNvSpPr>
                <p:nvPr/>
              </p:nvSpPr>
              <p:spPr bwMode="auto">
                <a:xfrm>
                  <a:off x="476" y="1993"/>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800" b="1">
                      <a:latin typeface="Arial" panose="020B0604020202020204" pitchFamily="34" charset="0"/>
                      <a:ea typeface="PMingLiU" panose="02020500000000000000" pitchFamily="18" charset="-120"/>
                    </a:rPr>
                    <a:t>μ</a:t>
                  </a:r>
                </a:p>
              </p:txBody>
            </p:sp>
            <p:sp>
              <p:nvSpPr>
                <p:cNvPr id="396363" name="Text Box 35"/>
                <p:cNvSpPr txBox="1">
                  <a:spLocks noChangeArrowheads="1"/>
                </p:cNvSpPr>
                <p:nvPr/>
              </p:nvSpPr>
              <p:spPr bwMode="auto">
                <a:xfrm>
                  <a:off x="655" y="2160"/>
                  <a:ext cx="3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600">
                      <a:latin typeface="Arial" panose="020B0604020202020204" pitchFamily="34" charset="0"/>
                      <a:ea typeface="PMingLiU" panose="02020500000000000000" pitchFamily="18" charset="-120"/>
                    </a:rPr>
                    <a:t>A</a:t>
                  </a:r>
                </a:p>
              </p:txBody>
            </p:sp>
            <p:sp>
              <p:nvSpPr>
                <p:cNvPr id="396364" name="Rectangle 36"/>
                <p:cNvSpPr>
                  <a:spLocks noChangeArrowheads="1"/>
                </p:cNvSpPr>
                <p:nvPr/>
              </p:nvSpPr>
              <p:spPr bwMode="auto">
                <a:xfrm>
                  <a:off x="653" y="2277"/>
                  <a:ext cx="1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TW" altLang="en-US" sz="1400">
                    <a:latin typeface="Arial" panose="020B0604020202020204" pitchFamily="34" charset="0"/>
                    <a:ea typeface="PMingLiU" panose="02020500000000000000" pitchFamily="18" charset="-120"/>
                  </a:endParaRPr>
                </a:p>
              </p:txBody>
            </p:sp>
            <p:sp>
              <p:nvSpPr>
                <p:cNvPr id="396365" name="Rectangle 37"/>
                <p:cNvSpPr>
                  <a:spLocks noChangeArrowheads="1"/>
                </p:cNvSpPr>
                <p:nvPr/>
              </p:nvSpPr>
              <p:spPr bwMode="auto">
                <a:xfrm>
                  <a:off x="657" y="2069"/>
                  <a:ext cx="59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000" b="1">
                      <a:latin typeface="Arial" panose="020B0604020202020204" pitchFamily="34" charset="0"/>
                      <a:ea typeface="PMingLiU" panose="02020500000000000000" pitchFamily="18" charset="-120"/>
                    </a:rPr>
                    <a:t>（</a:t>
                  </a:r>
                  <a:r>
                    <a:rPr lang="en-US" altLang="zh-TW" sz="2000" b="1">
                      <a:latin typeface="Arial" panose="020B0604020202020204" pitchFamily="34" charset="0"/>
                      <a:ea typeface="PMingLiU" panose="02020500000000000000" pitchFamily="18" charset="-120"/>
                    </a:rPr>
                    <a:t>x</a:t>
                  </a:r>
                  <a:r>
                    <a:rPr lang="en-US" altLang="zh-TW" sz="2000" b="1" baseline="-25000">
                      <a:latin typeface="Arial" panose="020B0604020202020204" pitchFamily="34" charset="0"/>
                      <a:ea typeface="PMingLiU" panose="02020500000000000000" pitchFamily="18" charset="-120"/>
                    </a:rPr>
                    <a:t>n</a:t>
                  </a:r>
                  <a:r>
                    <a:rPr lang="zh-TW" altLang="en-US" sz="2000" b="1">
                      <a:latin typeface="Arial" panose="020B0604020202020204" pitchFamily="34" charset="0"/>
                      <a:ea typeface="PMingLiU" panose="02020500000000000000" pitchFamily="18" charset="-120"/>
                    </a:rPr>
                    <a:t>）</a:t>
                  </a:r>
                </a:p>
              </p:txBody>
            </p:sp>
          </p:grpSp>
          <p:sp>
            <p:nvSpPr>
              <p:cNvPr id="396360" name="Line 38"/>
              <p:cNvSpPr>
                <a:spLocks noChangeShapeType="1"/>
              </p:cNvSpPr>
              <p:nvPr/>
            </p:nvSpPr>
            <p:spPr bwMode="auto">
              <a:xfrm>
                <a:off x="4196" y="1661"/>
                <a:ext cx="5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61" name="Text Box 39"/>
              <p:cNvSpPr txBox="1">
                <a:spLocks noChangeArrowheads="1"/>
              </p:cNvSpPr>
              <p:nvPr/>
            </p:nvSpPr>
            <p:spPr bwMode="auto">
              <a:xfrm>
                <a:off x="4331" y="1616"/>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x</a:t>
                </a:r>
                <a:r>
                  <a:rPr lang="en-US" altLang="zh-TW" sz="2400" baseline="-25000">
                    <a:latin typeface="Arial" panose="020B0604020202020204" pitchFamily="34" charset="0"/>
                    <a:ea typeface="PMingLiU" panose="02020500000000000000" pitchFamily="18" charset="-120"/>
                  </a:rPr>
                  <a:t>n</a:t>
                </a:r>
              </a:p>
            </p:txBody>
          </p:sp>
        </p:grpSp>
        <p:sp>
          <p:nvSpPr>
            <p:cNvPr id="396354" name="Rectangle 40"/>
            <p:cNvSpPr>
              <a:spLocks noChangeArrowheads="1"/>
            </p:cNvSpPr>
            <p:nvPr/>
          </p:nvSpPr>
          <p:spPr bwMode="auto">
            <a:xfrm>
              <a:off x="1935" y="1463"/>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400">
                  <a:latin typeface="Arial" panose="020B0604020202020204" pitchFamily="34" charset="0"/>
                  <a:ea typeface="PMingLiU" panose="02020500000000000000" pitchFamily="18" charset="-120"/>
                </a:rPr>
                <a:t>＋</a:t>
              </a:r>
            </a:p>
          </p:txBody>
        </p:sp>
        <p:sp>
          <p:nvSpPr>
            <p:cNvPr id="396355" name="Rectangle 41"/>
            <p:cNvSpPr>
              <a:spLocks noChangeArrowheads="1"/>
            </p:cNvSpPr>
            <p:nvPr/>
          </p:nvSpPr>
          <p:spPr bwMode="auto">
            <a:xfrm>
              <a:off x="2715" y="14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400">
                  <a:latin typeface="Arial" panose="020B0604020202020204" pitchFamily="34" charset="0"/>
                  <a:ea typeface="PMingLiU" panose="02020500000000000000" pitchFamily="18" charset="-120"/>
                </a:rPr>
                <a:t>＋</a:t>
              </a:r>
            </a:p>
          </p:txBody>
        </p:sp>
        <p:sp>
          <p:nvSpPr>
            <p:cNvPr id="396356" name="Rectangle 42"/>
            <p:cNvSpPr>
              <a:spLocks noChangeArrowheads="1"/>
            </p:cNvSpPr>
            <p:nvPr/>
          </p:nvSpPr>
          <p:spPr bwMode="auto">
            <a:xfrm>
              <a:off x="3486" y="14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400">
                  <a:latin typeface="Arial" panose="020B0604020202020204" pitchFamily="34" charset="0"/>
                  <a:ea typeface="PMingLiU" panose="02020500000000000000" pitchFamily="18" charset="-120"/>
                </a:rPr>
                <a:t>＋</a:t>
              </a:r>
            </a:p>
          </p:txBody>
        </p:sp>
        <p:sp>
          <p:nvSpPr>
            <p:cNvPr id="396357" name="Rectangle 43"/>
            <p:cNvSpPr>
              <a:spLocks noChangeArrowheads="1"/>
            </p:cNvSpPr>
            <p:nvPr/>
          </p:nvSpPr>
          <p:spPr bwMode="auto">
            <a:xfrm>
              <a:off x="4031" y="14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400">
                  <a:latin typeface="Arial" panose="020B0604020202020204" pitchFamily="34" charset="0"/>
                  <a:ea typeface="PMingLiU" panose="02020500000000000000" pitchFamily="18" charset="-120"/>
                </a:rPr>
                <a:t>＋</a:t>
              </a:r>
            </a:p>
          </p:txBody>
        </p:sp>
        <p:sp>
          <p:nvSpPr>
            <p:cNvPr id="396358" name="Line 44"/>
            <p:cNvSpPr>
              <a:spLocks noChangeShapeType="1"/>
            </p:cNvSpPr>
            <p:nvPr/>
          </p:nvSpPr>
          <p:spPr bwMode="auto">
            <a:xfrm>
              <a:off x="3749" y="1616"/>
              <a:ext cx="318"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6365" name="Text Box 45"/>
          <p:cNvSpPr txBox="1">
            <a:spLocks noChangeArrowheads="1"/>
          </p:cNvSpPr>
          <p:nvPr/>
        </p:nvSpPr>
        <p:spPr bwMode="auto">
          <a:xfrm>
            <a:off x="1042988" y="3200400"/>
            <a:ext cx="3673475" cy="461963"/>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TW">
                <a:solidFill>
                  <a:srgbClr val="DDDDDD"/>
                </a:solidFill>
                <a:effectLst>
                  <a:outerShdw blurRad="38100" dist="38100" dir="2700000" algn="tl">
                    <a:srgbClr val="000000"/>
                  </a:outerShdw>
                </a:effectLst>
              </a:rPr>
              <a:t>Example:</a:t>
            </a:r>
            <a:r>
              <a:rPr lang="zh-TW" altLang="en-US">
                <a:solidFill>
                  <a:srgbClr val="DDDDDD"/>
                </a:solidFill>
                <a:effectLst>
                  <a:outerShdw blurRad="38100" dist="38100" dir="2700000" algn="tl">
                    <a:srgbClr val="000000"/>
                  </a:outerShdw>
                </a:effectLst>
              </a:rPr>
              <a:t> </a:t>
            </a:r>
            <a:r>
              <a:rPr lang="en-US" altLang="zh-TW">
                <a:solidFill>
                  <a:srgbClr val="DDDDDD"/>
                </a:solidFill>
                <a:effectLst>
                  <a:outerShdw blurRad="38100" dist="38100" dir="2700000" algn="tl">
                    <a:srgbClr val="000000"/>
                  </a:outerShdw>
                </a:effectLst>
              </a:rPr>
              <a:t>middle age</a:t>
            </a:r>
            <a:endParaRPr lang="zh-TW" altLang="en-US">
              <a:solidFill>
                <a:srgbClr val="DDDDDD"/>
              </a:solidFill>
              <a:effectLst>
                <a:outerShdw blurRad="38100" dist="38100" dir="2700000" algn="tl">
                  <a:srgbClr val="000000"/>
                </a:outerShdw>
              </a:effectLst>
              <a:ea typeface="PMingLiU" pitchFamily="18" charset="-120"/>
            </a:endParaRPr>
          </a:p>
        </p:txBody>
      </p:sp>
      <p:grpSp>
        <p:nvGrpSpPr>
          <p:cNvPr id="396295" name="Group 46"/>
          <p:cNvGrpSpPr>
            <a:grpSpLocks/>
          </p:cNvGrpSpPr>
          <p:nvPr/>
        </p:nvGrpSpPr>
        <p:grpSpPr bwMode="auto">
          <a:xfrm>
            <a:off x="1003300" y="4324350"/>
            <a:ext cx="5041900" cy="2357438"/>
            <a:chOff x="657" y="2659"/>
            <a:chExt cx="3176" cy="1485"/>
          </a:xfrm>
        </p:grpSpPr>
        <p:sp>
          <p:nvSpPr>
            <p:cNvPr id="396307" name="Line 47"/>
            <p:cNvSpPr>
              <a:spLocks noChangeShapeType="1"/>
            </p:cNvSpPr>
            <p:nvPr/>
          </p:nvSpPr>
          <p:spPr bwMode="auto">
            <a:xfrm flipV="1">
              <a:off x="975" y="2659"/>
              <a:ext cx="0" cy="12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08" name="Line 48"/>
            <p:cNvSpPr>
              <a:spLocks noChangeShapeType="1"/>
            </p:cNvSpPr>
            <p:nvPr/>
          </p:nvSpPr>
          <p:spPr bwMode="auto">
            <a:xfrm>
              <a:off x="975" y="3883"/>
              <a:ext cx="285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09" name="Line 49"/>
            <p:cNvSpPr>
              <a:spLocks noChangeShapeType="1"/>
            </p:cNvSpPr>
            <p:nvPr/>
          </p:nvSpPr>
          <p:spPr bwMode="auto">
            <a:xfrm>
              <a:off x="975" y="3022"/>
              <a:ext cx="1769"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0" name="Oval 50"/>
            <p:cNvSpPr>
              <a:spLocks noChangeArrowheads="1"/>
            </p:cNvSpPr>
            <p:nvPr/>
          </p:nvSpPr>
          <p:spPr bwMode="auto">
            <a:xfrm>
              <a:off x="1519" y="3657"/>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11" name="Oval 51"/>
            <p:cNvSpPr>
              <a:spLocks noChangeArrowheads="1"/>
            </p:cNvSpPr>
            <p:nvPr/>
          </p:nvSpPr>
          <p:spPr bwMode="auto">
            <a:xfrm>
              <a:off x="1292" y="3838"/>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396312" name="Group 52"/>
            <p:cNvGrpSpPr>
              <a:grpSpLocks/>
            </p:cNvGrpSpPr>
            <p:nvPr/>
          </p:nvGrpSpPr>
          <p:grpSpPr bwMode="auto">
            <a:xfrm>
              <a:off x="1065" y="3748"/>
              <a:ext cx="137" cy="227"/>
              <a:chOff x="158" y="3294"/>
              <a:chExt cx="182" cy="272"/>
            </a:xfrm>
          </p:grpSpPr>
          <p:sp>
            <p:nvSpPr>
              <p:cNvPr id="396344" name="Freeform 53"/>
              <p:cNvSpPr>
                <a:spLocks/>
              </p:cNvSpPr>
              <p:nvPr/>
            </p:nvSpPr>
            <p:spPr bwMode="auto">
              <a:xfrm>
                <a:off x="158" y="3294"/>
                <a:ext cx="91" cy="272"/>
              </a:xfrm>
              <a:custGeom>
                <a:avLst/>
                <a:gdLst>
                  <a:gd name="T0" fmla="*/ 91 w 91"/>
                  <a:gd name="T1" fmla="*/ 0 h 272"/>
                  <a:gd name="T2" fmla="*/ 0 w 91"/>
                  <a:gd name="T3" fmla="*/ 91 h 272"/>
                  <a:gd name="T4" fmla="*/ 91 w 91"/>
                  <a:gd name="T5" fmla="*/ 181 h 272"/>
                  <a:gd name="T6" fmla="*/ 0 w 91"/>
                  <a:gd name="T7" fmla="*/ 272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272">
                    <a:moveTo>
                      <a:pt x="91" y="0"/>
                    </a:moveTo>
                    <a:cubicBezTo>
                      <a:pt x="45" y="30"/>
                      <a:pt x="0" y="61"/>
                      <a:pt x="0" y="91"/>
                    </a:cubicBezTo>
                    <a:cubicBezTo>
                      <a:pt x="0" y="121"/>
                      <a:pt x="91" y="151"/>
                      <a:pt x="91" y="181"/>
                    </a:cubicBezTo>
                    <a:cubicBezTo>
                      <a:pt x="91" y="211"/>
                      <a:pt x="15" y="257"/>
                      <a:pt x="0" y="27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45" name="Freeform 54"/>
              <p:cNvSpPr>
                <a:spLocks/>
              </p:cNvSpPr>
              <p:nvPr/>
            </p:nvSpPr>
            <p:spPr bwMode="auto">
              <a:xfrm>
                <a:off x="249" y="3294"/>
                <a:ext cx="91" cy="272"/>
              </a:xfrm>
              <a:custGeom>
                <a:avLst/>
                <a:gdLst>
                  <a:gd name="T0" fmla="*/ 91 w 91"/>
                  <a:gd name="T1" fmla="*/ 0 h 272"/>
                  <a:gd name="T2" fmla="*/ 0 w 91"/>
                  <a:gd name="T3" fmla="*/ 91 h 272"/>
                  <a:gd name="T4" fmla="*/ 91 w 91"/>
                  <a:gd name="T5" fmla="*/ 181 h 272"/>
                  <a:gd name="T6" fmla="*/ 0 w 91"/>
                  <a:gd name="T7" fmla="*/ 272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272">
                    <a:moveTo>
                      <a:pt x="91" y="0"/>
                    </a:moveTo>
                    <a:cubicBezTo>
                      <a:pt x="45" y="30"/>
                      <a:pt x="0" y="61"/>
                      <a:pt x="0" y="91"/>
                    </a:cubicBezTo>
                    <a:cubicBezTo>
                      <a:pt x="0" y="121"/>
                      <a:pt x="91" y="151"/>
                      <a:pt x="91" y="181"/>
                    </a:cubicBezTo>
                    <a:cubicBezTo>
                      <a:pt x="91" y="211"/>
                      <a:pt x="15" y="257"/>
                      <a:pt x="0" y="27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96313" name="Line 55"/>
            <p:cNvSpPr>
              <a:spLocks noChangeShapeType="1"/>
            </p:cNvSpPr>
            <p:nvPr/>
          </p:nvSpPr>
          <p:spPr bwMode="auto">
            <a:xfrm>
              <a:off x="1565" y="3748"/>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4" name="Line 56"/>
            <p:cNvSpPr>
              <a:spLocks noChangeShapeType="1"/>
            </p:cNvSpPr>
            <p:nvPr/>
          </p:nvSpPr>
          <p:spPr bwMode="auto">
            <a:xfrm>
              <a:off x="1791" y="3566"/>
              <a:ext cx="0"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5" name="Line 57"/>
            <p:cNvSpPr>
              <a:spLocks noChangeShapeType="1"/>
            </p:cNvSpPr>
            <p:nvPr/>
          </p:nvSpPr>
          <p:spPr bwMode="auto">
            <a:xfrm>
              <a:off x="2517" y="3203"/>
              <a:ext cx="0" cy="6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6" name="Line 58"/>
            <p:cNvSpPr>
              <a:spLocks noChangeShapeType="1"/>
            </p:cNvSpPr>
            <p:nvPr/>
          </p:nvSpPr>
          <p:spPr bwMode="auto">
            <a:xfrm>
              <a:off x="2744" y="3067"/>
              <a:ext cx="0" cy="8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7" name="Line 59"/>
            <p:cNvSpPr>
              <a:spLocks noChangeShapeType="1"/>
            </p:cNvSpPr>
            <p:nvPr/>
          </p:nvSpPr>
          <p:spPr bwMode="auto">
            <a:xfrm>
              <a:off x="2971" y="3203"/>
              <a:ext cx="0" cy="6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8" name="Line 60"/>
            <p:cNvSpPr>
              <a:spLocks noChangeShapeType="1"/>
            </p:cNvSpPr>
            <p:nvPr/>
          </p:nvSpPr>
          <p:spPr bwMode="auto">
            <a:xfrm>
              <a:off x="3470" y="3748"/>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19" name="Oval 61"/>
            <p:cNvSpPr>
              <a:spLocks noChangeArrowheads="1"/>
            </p:cNvSpPr>
            <p:nvPr/>
          </p:nvSpPr>
          <p:spPr bwMode="auto">
            <a:xfrm>
              <a:off x="3605" y="3838"/>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20" name="Oval 62"/>
            <p:cNvSpPr>
              <a:spLocks noChangeArrowheads="1"/>
            </p:cNvSpPr>
            <p:nvPr/>
          </p:nvSpPr>
          <p:spPr bwMode="auto">
            <a:xfrm>
              <a:off x="1746" y="3566"/>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21" name="Oval 63"/>
            <p:cNvSpPr>
              <a:spLocks noChangeArrowheads="1"/>
            </p:cNvSpPr>
            <p:nvPr/>
          </p:nvSpPr>
          <p:spPr bwMode="auto">
            <a:xfrm>
              <a:off x="2471" y="3158"/>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22" name="Oval 64"/>
            <p:cNvSpPr>
              <a:spLocks noChangeArrowheads="1"/>
            </p:cNvSpPr>
            <p:nvPr/>
          </p:nvSpPr>
          <p:spPr bwMode="auto">
            <a:xfrm>
              <a:off x="2698" y="2976"/>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23" name="Oval 65"/>
            <p:cNvSpPr>
              <a:spLocks noChangeArrowheads="1"/>
            </p:cNvSpPr>
            <p:nvPr/>
          </p:nvSpPr>
          <p:spPr bwMode="auto">
            <a:xfrm>
              <a:off x="2925" y="3158"/>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24" name="Oval 66"/>
            <p:cNvSpPr>
              <a:spLocks noChangeArrowheads="1"/>
            </p:cNvSpPr>
            <p:nvPr/>
          </p:nvSpPr>
          <p:spPr bwMode="auto">
            <a:xfrm>
              <a:off x="3424" y="3657"/>
              <a:ext cx="91" cy="9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396325" name="Line 67"/>
            <p:cNvSpPr>
              <a:spLocks noChangeShapeType="1"/>
            </p:cNvSpPr>
            <p:nvPr/>
          </p:nvSpPr>
          <p:spPr bwMode="auto">
            <a:xfrm>
              <a:off x="1837" y="3793"/>
              <a:ext cx="63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26" name="Line 68"/>
            <p:cNvSpPr>
              <a:spLocks noChangeShapeType="1"/>
            </p:cNvSpPr>
            <p:nvPr/>
          </p:nvSpPr>
          <p:spPr bwMode="auto">
            <a:xfrm>
              <a:off x="3016" y="3793"/>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27" name="Text Box 69"/>
            <p:cNvSpPr txBox="1">
              <a:spLocks noChangeArrowheads="1"/>
            </p:cNvSpPr>
            <p:nvPr/>
          </p:nvSpPr>
          <p:spPr bwMode="auto">
            <a:xfrm>
              <a:off x="794" y="2870"/>
              <a:ext cx="1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1</a:t>
              </a:r>
            </a:p>
          </p:txBody>
        </p:sp>
        <p:sp>
          <p:nvSpPr>
            <p:cNvPr id="396328" name="Text Box 70"/>
            <p:cNvSpPr txBox="1">
              <a:spLocks noChangeArrowheads="1"/>
            </p:cNvSpPr>
            <p:nvPr/>
          </p:nvSpPr>
          <p:spPr bwMode="auto">
            <a:xfrm>
              <a:off x="1202"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32</a:t>
              </a:r>
            </a:p>
          </p:txBody>
        </p:sp>
        <p:sp>
          <p:nvSpPr>
            <p:cNvPr id="396329" name="Text Box 71"/>
            <p:cNvSpPr txBox="1">
              <a:spLocks noChangeArrowheads="1"/>
            </p:cNvSpPr>
            <p:nvPr/>
          </p:nvSpPr>
          <p:spPr bwMode="auto">
            <a:xfrm>
              <a:off x="1429"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33</a:t>
              </a:r>
            </a:p>
          </p:txBody>
        </p:sp>
        <p:sp>
          <p:nvSpPr>
            <p:cNvPr id="396330" name="Text Box 72"/>
            <p:cNvSpPr txBox="1">
              <a:spLocks noChangeArrowheads="1"/>
            </p:cNvSpPr>
            <p:nvPr/>
          </p:nvSpPr>
          <p:spPr bwMode="auto">
            <a:xfrm>
              <a:off x="1655"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34</a:t>
              </a:r>
            </a:p>
          </p:txBody>
        </p:sp>
        <p:sp>
          <p:nvSpPr>
            <p:cNvPr id="396331" name="Text Box 73"/>
            <p:cNvSpPr txBox="1">
              <a:spLocks noChangeArrowheads="1"/>
            </p:cNvSpPr>
            <p:nvPr/>
          </p:nvSpPr>
          <p:spPr bwMode="auto">
            <a:xfrm>
              <a:off x="2381"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39</a:t>
              </a:r>
            </a:p>
          </p:txBody>
        </p:sp>
        <p:sp>
          <p:nvSpPr>
            <p:cNvPr id="396332" name="Text Box 74"/>
            <p:cNvSpPr txBox="1">
              <a:spLocks noChangeArrowheads="1"/>
            </p:cNvSpPr>
            <p:nvPr/>
          </p:nvSpPr>
          <p:spPr bwMode="auto">
            <a:xfrm>
              <a:off x="2608"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40</a:t>
              </a:r>
            </a:p>
          </p:txBody>
        </p:sp>
        <p:sp>
          <p:nvSpPr>
            <p:cNvPr id="396333" name="Text Box 75"/>
            <p:cNvSpPr txBox="1">
              <a:spLocks noChangeArrowheads="1"/>
            </p:cNvSpPr>
            <p:nvPr/>
          </p:nvSpPr>
          <p:spPr bwMode="auto">
            <a:xfrm>
              <a:off x="2881"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41</a:t>
              </a:r>
            </a:p>
          </p:txBody>
        </p:sp>
        <p:sp>
          <p:nvSpPr>
            <p:cNvPr id="396334" name="Text Box 76"/>
            <p:cNvSpPr txBox="1">
              <a:spLocks noChangeArrowheads="1"/>
            </p:cNvSpPr>
            <p:nvPr/>
          </p:nvSpPr>
          <p:spPr bwMode="auto">
            <a:xfrm>
              <a:off x="3334"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47</a:t>
              </a:r>
            </a:p>
          </p:txBody>
        </p:sp>
        <p:sp>
          <p:nvSpPr>
            <p:cNvPr id="396335" name="Text Box 77"/>
            <p:cNvSpPr txBox="1">
              <a:spLocks noChangeArrowheads="1"/>
            </p:cNvSpPr>
            <p:nvPr/>
          </p:nvSpPr>
          <p:spPr bwMode="auto">
            <a:xfrm>
              <a:off x="3515" y="39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800" b="1">
                  <a:latin typeface="Arial" panose="020B0604020202020204" pitchFamily="34" charset="0"/>
                  <a:ea typeface="PMingLiU" panose="02020500000000000000" pitchFamily="18" charset="-120"/>
                </a:rPr>
                <a:t>48</a:t>
              </a:r>
            </a:p>
          </p:txBody>
        </p:sp>
        <p:sp>
          <p:nvSpPr>
            <p:cNvPr id="396336" name="Line 78"/>
            <p:cNvSpPr>
              <a:spLocks noChangeShapeType="1"/>
            </p:cNvSpPr>
            <p:nvPr/>
          </p:nvSpPr>
          <p:spPr bwMode="auto">
            <a:xfrm>
              <a:off x="1837" y="3702"/>
              <a:ext cx="63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37" name="Line 79"/>
            <p:cNvSpPr>
              <a:spLocks noChangeShapeType="1"/>
            </p:cNvSpPr>
            <p:nvPr/>
          </p:nvSpPr>
          <p:spPr bwMode="auto">
            <a:xfrm>
              <a:off x="3016" y="3748"/>
              <a:ext cx="363"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38" name="Line 80"/>
            <p:cNvSpPr>
              <a:spLocks noChangeShapeType="1"/>
            </p:cNvSpPr>
            <p:nvPr/>
          </p:nvSpPr>
          <p:spPr bwMode="auto">
            <a:xfrm>
              <a:off x="975" y="3702"/>
              <a:ext cx="544"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39" name="Line 81"/>
            <p:cNvSpPr>
              <a:spLocks noChangeShapeType="1"/>
            </p:cNvSpPr>
            <p:nvPr/>
          </p:nvSpPr>
          <p:spPr bwMode="auto">
            <a:xfrm>
              <a:off x="975" y="3612"/>
              <a:ext cx="771"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40" name="Line 82"/>
            <p:cNvSpPr>
              <a:spLocks noChangeShapeType="1"/>
            </p:cNvSpPr>
            <p:nvPr/>
          </p:nvSpPr>
          <p:spPr bwMode="auto">
            <a:xfrm>
              <a:off x="975" y="3203"/>
              <a:ext cx="1497"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6341" name="Text Box 83"/>
            <p:cNvSpPr txBox="1">
              <a:spLocks noChangeArrowheads="1"/>
            </p:cNvSpPr>
            <p:nvPr/>
          </p:nvSpPr>
          <p:spPr bwMode="auto">
            <a:xfrm>
              <a:off x="658" y="3089"/>
              <a:ext cx="4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000">
                  <a:latin typeface="Arial" panose="020B0604020202020204" pitchFamily="34" charset="0"/>
                  <a:ea typeface="PMingLiU" panose="02020500000000000000" pitchFamily="18" charset="-120"/>
                </a:rPr>
                <a:t>0.8</a:t>
              </a:r>
            </a:p>
          </p:txBody>
        </p:sp>
        <p:sp>
          <p:nvSpPr>
            <p:cNvPr id="396342" name="Text Box 84"/>
            <p:cNvSpPr txBox="1">
              <a:spLocks noChangeArrowheads="1"/>
            </p:cNvSpPr>
            <p:nvPr/>
          </p:nvSpPr>
          <p:spPr bwMode="auto">
            <a:xfrm>
              <a:off x="657" y="3452"/>
              <a:ext cx="4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000">
                  <a:latin typeface="Arial" panose="020B0604020202020204" pitchFamily="34" charset="0"/>
                  <a:ea typeface="PMingLiU" panose="02020500000000000000" pitchFamily="18" charset="-120"/>
                </a:rPr>
                <a:t>0.2</a:t>
              </a:r>
            </a:p>
          </p:txBody>
        </p:sp>
        <p:sp>
          <p:nvSpPr>
            <p:cNvPr id="396343" name="Text Box 85"/>
            <p:cNvSpPr txBox="1">
              <a:spLocks noChangeArrowheads="1"/>
            </p:cNvSpPr>
            <p:nvPr/>
          </p:nvSpPr>
          <p:spPr bwMode="auto">
            <a:xfrm>
              <a:off x="657" y="3588"/>
              <a:ext cx="4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000">
                  <a:latin typeface="Arial" panose="020B0604020202020204" pitchFamily="34" charset="0"/>
                  <a:ea typeface="PMingLiU" panose="02020500000000000000" pitchFamily="18" charset="-120"/>
                </a:rPr>
                <a:t>0.1</a:t>
              </a:r>
            </a:p>
          </p:txBody>
        </p:sp>
      </p:grpSp>
      <p:grpSp>
        <p:nvGrpSpPr>
          <p:cNvPr id="396296" name="Group 86"/>
          <p:cNvGrpSpPr>
            <a:grpSpLocks/>
          </p:cNvGrpSpPr>
          <p:nvPr/>
        </p:nvGrpSpPr>
        <p:grpSpPr bwMode="auto">
          <a:xfrm>
            <a:off x="1228725" y="3854450"/>
            <a:ext cx="1120775" cy="736600"/>
            <a:chOff x="3334" y="2478"/>
            <a:chExt cx="706" cy="464"/>
          </a:xfrm>
        </p:grpSpPr>
        <p:sp>
          <p:nvSpPr>
            <p:cNvPr id="396303" name="Rectangle 87"/>
            <p:cNvSpPr>
              <a:spLocks noChangeArrowheads="1"/>
            </p:cNvSpPr>
            <p:nvPr/>
          </p:nvSpPr>
          <p:spPr bwMode="auto">
            <a:xfrm>
              <a:off x="3334" y="2478"/>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800" b="1">
                  <a:latin typeface="Arial" panose="020B0604020202020204" pitchFamily="34" charset="0"/>
                  <a:ea typeface="PMingLiU" panose="02020500000000000000" pitchFamily="18" charset="-120"/>
                </a:rPr>
                <a:t>μ</a:t>
              </a:r>
            </a:p>
          </p:txBody>
        </p:sp>
        <p:sp>
          <p:nvSpPr>
            <p:cNvPr id="396304" name="Text Box 88"/>
            <p:cNvSpPr txBox="1">
              <a:spLocks noChangeArrowheads="1"/>
            </p:cNvSpPr>
            <p:nvPr/>
          </p:nvSpPr>
          <p:spPr bwMode="auto">
            <a:xfrm>
              <a:off x="3513" y="2645"/>
              <a:ext cx="3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1600">
                  <a:latin typeface="Arial" panose="020B0604020202020204" pitchFamily="34" charset="0"/>
                  <a:ea typeface="PMingLiU" panose="02020500000000000000" pitchFamily="18" charset="-120"/>
                </a:rPr>
                <a:t>F</a:t>
              </a:r>
            </a:p>
          </p:txBody>
        </p:sp>
        <p:sp>
          <p:nvSpPr>
            <p:cNvPr id="396305" name="Rectangle 89"/>
            <p:cNvSpPr>
              <a:spLocks noChangeArrowheads="1"/>
            </p:cNvSpPr>
            <p:nvPr/>
          </p:nvSpPr>
          <p:spPr bwMode="auto">
            <a:xfrm>
              <a:off x="3511" y="2750"/>
              <a:ext cx="1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TW" altLang="en-US" sz="1400">
                <a:latin typeface="Arial" panose="020B0604020202020204" pitchFamily="34" charset="0"/>
                <a:ea typeface="PMingLiU" panose="02020500000000000000" pitchFamily="18" charset="-120"/>
              </a:endParaRPr>
            </a:p>
          </p:txBody>
        </p:sp>
        <p:sp>
          <p:nvSpPr>
            <p:cNvPr id="396306" name="Rectangle 90"/>
            <p:cNvSpPr>
              <a:spLocks noChangeArrowheads="1"/>
            </p:cNvSpPr>
            <p:nvPr/>
          </p:nvSpPr>
          <p:spPr bwMode="auto">
            <a:xfrm>
              <a:off x="3515" y="2545"/>
              <a:ext cx="52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zh-TW" altLang="en-US" sz="2000" b="1">
                  <a:latin typeface="Arial" panose="020B0604020202020204" pitchFamily="34" charset="0"/>
                  <a:ea typeface="PMingLiU" panose="02020500000000000000" pitchFamily="18" charset="-120"/>
                </a:rPr>
                <a:t>（</a:t>
              </a:r>
              <a:r>
                <a:rPr lang="en-US" altLang="zh-TW" sz="2000" b="1">
                  <a:latin typeface="Arial" panose="020B0604020202020204" pitchFamily="34" charset="0"/>
                  <a:ea typeface="PMingLiU" panose="02020500000000000000" pitchFamily="18" charset="-120"/>
                </a:rPr>
                <a:t>x</a:t>
              </a:r>
              <a:r>
                <a:rPr lang="zh-TW" altLang="en-US" sz="2000" b="1">
                  <a:latin typeface="Arial" panose="020B0604020202020204" pitchFamily="34" charset="0"/>
                  <a:ea typeface="PMingLiU" panose="02020500000000000000" pitchFamily="18" charset="-120"/>
                </a:rPr>
                <a:t>）</a:t>
              </a:r>
            </a:p>
          </p:txBody>
        </p:sp>
      </p:grpSp>
      <p:sp>
        <p:nvSpPr>
          <p:cNvPr id="396297" name="Text Box 91"/>
          <p:cNvSpPr txBox="1">
            <a:spLocks noChangeArrowheads="1"/>
          </p:cNvSpPr>
          <p:nvPr/>
        </p:nvSpPr>
        <p:spPr bwMode="auto">
          <a:xfrm>
            <a:off x="6110288" y="6070600"/>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000" b="1">
                <a:latin typeface="Arial" panose="020B0604020202020204" pitchFamily="34" charset="0"/>
                <a:ea typeface="PMingLiU" panose="02020500000000000000" pitchFamily="18" charset="-120"/>
              </a:rPr>
              <a:t>age</a:t>
            </a:r>
            <a:endParaRPr lang="zh-TW" altLang="en-US" sz="2000" b="1">
              <a:latin typeface="Arial" panose="020B0604020202020204" pitchFamily="34" charset="0"/>
              <a:ea typeface="PMingLiU" panose="02020500000000000000" pitchFamily="18" charset="-120"/>
            </a:endParaRPr>
          </a:p>
        </p:txBody>
      </p:sp>
      <p:grpSp>
        <p:nvGrpSpPr>
          <p:cNvPr id="396298" name="Group 92"/>
          <p:cNvGrpSpPr>
            <a:grpSpLocks/>
          </p:cNvGrpSpPr>
          <p:nvPr/>
        </p:nvGrpSpPr>
        <p:grpSpPr bwMode="auto">
          <a:xfrm>
            <a:off x="2197100" y="4005263"/>
            <a:ext cx="660400" cy="671512"/>
            <a:chOff x="2170" y="640"/>
            <a:chExt cx="710" cy="423"/>
          </a:xfrm>
        </p:grpSpPr>
        <p:sp>
          <p:nvSpPr>
            <p:cNvPr id="396301" name="Text Box 93"/>
            <p:cNvSpPr txBox="1">
              <a:spLocks noChangeArrowheads="1"/>
            </p:cNvSpPr>
            <p:nvPr/>
          </p:nvSpPr>
          <p:spPr bwMode="auto">
            <a:xfrm>
              <a:off x="2170" y="640"/>
              <a:ext cx="7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zh-TW" sz="2400">
                  <a:latin typeface="Arial" panose="020B0604020202020204" pitchFamily="34" charset="0"/>
                  <a:ea typeface="PMingLiU" panose="02020500000000000000" pitchFamily="18" charset="-120"/>
                </a:rPr>
                <a:t> A</a:t>
              </a:r>
            </a:p>
          </p:txBody>
        </p:sp>
        <p:sp>
          <p:nvSpPr>
            <p:cNvPr id="396302" name="Rectangle 94"/>
            <p:cNvSpPr>
              <a:spLocks noChangeArrowheads="1"/>
            </p:cNvSpPr>
            <p:nvPr/>
          </p:nvSpPr>
          <p:spPr bwMode="auto">
            <a:xfrm>
              <a:off x="2241" y="813"/>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TW" altLang="en-US" sz="2000">
                <a:solidFill>
                  <a:schemeClr val="bg2"/>
                </a:solidFill>
                <a:latin typeface="Arial" panose="020B0604020202020204" pitchFamily="34" charset="0"/>
                <a:ea typeface="PMingLiU" panose="02020500000000000000" pitchFamily="18" charset="-120"/>
              </a:endParaRPr>
            </a:p>
          </p:txBody>
        </p:sp>
      </p:grpSp>
      <p:graphicFrame>
        <p:nvGraphicFramePr>
          <p:cNvPr id="396299" name="Object 95"/>
          <p:cNvGraphicFramePr>
            <a:graphicFrameLocks noGrp="1" noChangeAspect="1"/>
          </p:cNvGraphicFramePr>
          <p:nvPr>
            <p:ph idx="1"/>
          </p:nvPr>
        </p:nvGraphicFramePr>
        <p:xfrm>
          <a:off x="2581275" y="3854450"/>
          <a:ext cx="6221413" cy="750888"/>
        </p:xfrm>
        <a:graphic>
          <a:graphicData uri="http://schemas.openxmlformats.org/presentationml/2006/ole">
            <mc:AlternateContent xmlns:mc="http://schemas.openxmlformats.org/markup-compatibility/2006">
              <mc:Choice xmlns:v="urn:schemas-microsoft-com:vml" Requires="v">
                <p:oleObj name="方程式" r:id="rId2" imgW="3263900" imgH="393700" progId="Equation.3">
                  <p:embed/>
                </p:oleObj>
              </mc:Choice>
              <mc:Fallback>
                <p:oleObj name="方程式" r:id="rId2" imgW="3263900" imgH="393700" progId="Equation.3">
                  <p:embed/>
                  <p:pic>
                    <p:nvPicPr>
                      <p:cNvPr id="396299" name="Object 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1275" y="3854450"/>
                        <a:ext cx="6221413"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630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4DDBE8F-B287-47C5-BB32-B81EAF51F93D}" type="slidenum">
              <a:rPr lang="zh-CN" altLang="en-US" sz="1400" smtClean="0">
                <a:solidFill>
                  <a:schemeClr val="bg2"/>
                </a:solidFill>
                <a:latin typeface="Arial" panose="020B0604020202020204" pitchFamily="34" charset="0"/>
              </a:rPr>
              <a:pPr>
                <a:spcBef>
                  <a:spcPct val="50000"/>
                </a:spcBef>
                <a:buClrTx/>
                <a:buSzTx/>
                <a:buFontTx/>
                <a:buNone/>
              </a:pPr>
              <a:t>278</a:t>
            </a:fld>
            <a:endParaRPr lang="en-US" altLang="zh-CN" sz="1400">
              <a:solidFill>
                <a:schemeClr val="bg2"/>
              </a:solidFill>
              <a:latin typeface="Arial" panose="020B0604020202020204" pitchFamily="34" charset="0"/>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2"/>
          <p:cNvSpPr>
            <a:spLocks noGrp="1" noChangeArrowheads="1"/>
          </p:cNvSpPr>
          <p:nvPr>
            <p:ph type="title"/>
          </p:nvPr>
        </p:nvSpPr>
        <p:spPr/>
        <p:txBody>
          <a:bodyPr/>
          <a:lstStyle/>
          <a:p>
            <a:pPr algn="ctr"/>
            <a:r>
              <a:rPr lang="en-US" altLang="zh-CN">
                <a:ea typeface="SimSun" panose="02010600030101010101" pitchFamily="2" charset="-122"/>
              </a:rPr>
              <a:t>Fuzzy Set</a:t>
            </a:r>
          </a:p>
        </p:txBody>
      </p:sp>
      <p:pic>
        <p:nvPicPr>
          <p:cNvPr id="397316"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138" y="1624438"/>
            <a:ext cx="6714487" cy="421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73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617B500-D697-4D1F-BADA-FE86C1AAED71}" type="slidenum">
              <a:rPr lang="zh-CN" altLang="en-US" sz="1400" smtClean="0">
                <a:solidFill>
                  <a:schemeClr val="bg2"/>
                </a:solidFill>
                <a:latin typeface="Arial" panose="020B0604020202020204" pitchFamily="34" charset="0"/>
              </a:rPr>
              <a:pPr>
                <a:spcBef>
                  <a:spcPct val="50000"/>
                </a:spcBef>
                <a:buClrTx/>
                <a:buSzTx/>
                <a:buFontTx/>
                <a:buNone/>
              </a:pPr>
              <a:t>279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D78CD5E1-5BBD-277E-8E43-05BA02BF1B28}"/>
              </a:ext>
            </a:extLst>
          </p:cNvPr>
          <p:cNvSpPr txBox="1"/>
          <p:nvPr/>
        </p:nvSpPr>
        <p:spPr>
          <a:xfrm>
            <a:off x="2286001" y="581352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D1B83DA8-6492-5EDE-988C-B0461967467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2"/>
          <p:cNvSpPr>
            <a:spLocks noGrp="1" noChangeArrowheads="1"/>
          </p:cNvSpPr>
          <p:nvPr>
            <p:ph type="title"/>
          </p:nvPr>
        </p:nvSpPr>
        <p:spPr/>
        <p:txBody>
          <a:bodyPr/>
          <a:lstStyle/>
          <a:p>
            <a:pPr algn="ctr"/>
            <a:r>
              <a:rPr lang="en-US" altLang="zh-CN">
                <a:ea typeface="SimSun" panose="02010600030101010101" pitchFamily="2" charset="-122"/>
              </a:rPr>
              <a:t>Fuzzy Set Terminology</a:t>
            </a:r>
          </a:p>
        </p:txBody>
      </p:sp>
      <p:sp>
        <p:nvSpPr>
          <p:cNvPr id="399364" name="Rectangle 3"/>
          <p:cNvSpPr>
            <a:spLocks noGrp="1" noChangeArrowheads="1"/>
          </p:cNvSpPr>
          <p:nvPr>
            <p:ph type="body" idx="1"/>
          </p:nvPr>
        </p:nvSpPr>
        <p:spPr>
          <a:xfrm>
            <a:off x="990600" y="1887538"/>
            <a:ext cx="7772400" cy="4114800"/>
          </a:xfrm>
        </p:spPr>
        <p:txBody>
          <a:bodyPr/>
          <a:lstStyle/>
          <a:p>
            <a:pPr>
              <a:lnSpc>
                <a:spcPct val="90000"/>
              </a:lnSpc>
              <a:buFont typeface="Wingdings" panose="05000000000000000000" pitchFamily="2" charset="2"/>
              <a:buChar char="§"/>
            </a:pPr>
            <a:r>
              <a:rPr lang="en-US" altLang="zh-CN" dirty="0">
                <a:ea typeface="SimSun" panose="02010600030101010101" pitchFamily="2" charset="-122"/>
              </a:rPr>
              <a:t>Fuzzy singleton: A fuzzy set where its support set contain a single point only with </a:t>
            </a:r>
            <a:r>
              <a:rPr lang="en-US" altLang="zh-CN" i="1" dirty="0" err="1">
                <a:ea typeface="SimSun" panose="02010600030101010101" pitchFamily="2" charset="-122"/>
              </a:rPr>
              <a:t>u</a:t>
            </a:r>
            <a:r>
              <a:rPr lang="en-US" altLang="zh-CN" baseline="-25000" dirty="0" err="1">
                <a:ea typeface="SimSun" panose="02010600030101010101" pitchFamily="2" charset="-122"/>
              </a:rPr>
              <a:t>A</a:t>
            </a:r>
            <a:r>
              <a:rPr lang="en-US" altLang="zh-CN" dirty="0">
                <a:ea typeface="SimSun" panose="02010600030101010101" pitchFamily="2" charset="-122"/>
              </a:rPr>
              <a:t> (</a:t>
            </a:r>
            <a:r>
              <a:rPr lang="en-US" altLang="zh-CN" i="1" dirty="0">
                <a:ea typeface="SimSun" panose="02010600030101010101" pitchFamily="2" charset="-122"/>
              </a:rPr>
              <a:t>x</a:t>
            </a:r>
            <a:r>
              <a:rPr lang="en-US" altLang="zh-CN" dirty="0">
                <a:ea typeface="SimSun" panose="02010600030101010101" pitchFamily="2" charset="-122"/>
              </a:rPr>
              <a:t>)=1.</a:t>
            </a:r>
          </a:p>
          <a:p>
            <a:pPr>
              <a:lnSpc>
                <a:spcPct val="90000"/>
              </a:lnSpc>
              <a:buFont typeface="Wingdings" panose="05000000000000000000" pitchFamily="2" charset="2"/>
              <a:buChar char="§"/>
            </a:pPr>
            <a:r>
              <a:rPr lang="en-US" altLang="zh-CN" dirty="0">
                <a:ea typeface="SimSun" panose="02010600030101010101" pitchFamily="2" charset="-122"/>
              </a:rPr>
              <a:t>Crossover point: </a:t>
            </a:r>
          </a:p>
          <a:p>
            <a:pPr>
              <a:lnSpc>
                <a:spcPct val="90000"/>
              </a:lnSpc>
              <a:buFont typeface="Wingdings" panose="05000000000000000000" pitchFamily="2" charset="2"/>
              <a:buChar char="§"/>
            </a:pPr>
            <a:r>
              <a:rPr lang="en-US" altLang="zh-CN" dirty="0">
                <a:ea typeface="SimSun" panose="02010600030101010101" pitchFamily="2" charset="-122"/>
              </a:rPr>
              <a:t>Kernel of a fuzzy set </a:t>
            </a:r>
            <a:r>
              <a:rPr lang="en-US" altLang="zh-CN" i="1" dirty="0">
                <a:ea typeface="SimSun" panose="02010600030101010101" pitchFamily="2" charset="-122"/>
              </a:rPr>
              <a:t>A</a:t>
            </a:r>
            <a:r>
              <a:rPr lang="en-US" altLang="zh-CN" dirty="0">
                <a:ea typeface="SimSun" panose="02010600030101010101" pitchFamily="2" charset="-122"/>
              </a:rPr>
              <a:t>: All </a:t>
            </a:r>
            <a:r>
              <a:rPr lang="en-US" altLang="zh-CN" i="1" dirty="0">
                <a:ea typeface="SimSun" panose="02010600030101010101" pitchFamily="2" charset="-122"/>
              </a:rPr>
              <a:t>x</a:t>
            </a:r>
            <a:r>
              <a:rPr lang="en-US" altLang="zh-CN" dirty="0">
                <a:ea typeface="SimSun" panose="02010600030101010101" pitchFamily="2" charset="-122"/>
              </a:rPr>
              <a:t> such that </a:t>
            </a:r>
          </a:p>
          <a:p>
            <a:pPr>
              <a:lnSpc>
                <a:spcPct val="90000"/>
              </a:lnSpc>
              <a:buFont typeface="Wingdings" panose="05000000000000000000" pitchFamily="2" charset="2"/>
              <a:buNone/>
            </a:pPr>
            <a:r>
              <a:rPr lang="en-US" altLang="zh-CN" i="1" dirty="0">
                <a:ea typeface="SimSun" panose="02010600030101010101" pitchFamily="2" charset="-122"/>
              </a:rPr>
              <a:t>	</a:t>
            </a:r>
            <a:r>
              <a:rPr lang="en-US" altLang="zh-CN" i="1" dirty="0" err="1">
                <a:ea typeface="SimSun" panose="02010600030101010101" pitchFamily="2" charset="-122"/>
              </a:rPr>
              <a:t>u</a:t>
            </a:r>
            <a:r>
              <a:rPr lang="en-US" altLang="zh-CN" baseline="-25000" dirty="0" err="1">
                <a:ea typeface="SimSun" panose="02010600030101010101" pitchFamily="2" charset="-122"/>
              </a:rPr>
              <a:t>A</a:t>
            </a:r>
            <a:r>
              <a:rPr lang="en-US" altLang="zh-CN" dirty="0">
                <a:ea typeface="SimSun" panose="02010600030101010101" pitchFamily="2" charset="-122"/>
              </a:rPr>
              <a:t> (</a:t>
            </a:r>
            <a:r>
              <a:rPr lang="en-US" altLang="zh-CN" i="1" dirty="0">
                <a:ea typeface="SimSun" panose="02010600030101010101" pitchFamily="2" charset="-122"/>
              </a:rPr>
              <a:t>x</a:t>
            </a:r>
            <a:r>
              <a:rPr lang="en-US" altLang="zh-CN" dirty="0">
                <a:ea typeface="SimSun" panose="02010600030101010101" pitchFamily="2" charset="-122"/>
              </a:rPr>
              <a:t>)=1; i.e.,</a:t>
            </a:r>
          </a:p>
          <a:p>
            <a:pPr>
              <a:lnSpc>
                <a:spcPct val="90000"/>
              </a:lnSpc>
              <a:buFont typeface="Wingdings" panose="05000000000000000000" pitchFamily="2" charset="2"/>
              <a:buChar char="§"/>
            </a:pPr>
            <a:r>
              <a:rPr lang="en-US" altLang="zh-CN" dirty="0">
                <a:ea typeface="SimSun" panose="02010600030101010101" pitchFamily="2" charset="-122"/>
              </a:rPr>
              <a:t>Height of a fuzzy set </a:t>
            </a:r>
            <a:r>
              <a:rPr lang="en-US" altLang="zh-CN" i="1" dirty="0">
                <a:ea typeface="SimSun" panose="02010600030101010101" pitchFamily="2" charset="-122"/>
              </a:rPr>
              <a:t>A</a:t>
            </a:r>
            <a:r>
              <a:rPr lang="en-US" altLang="zh-CN" dirty="0">
                <a:ea typeface="SimSun" panose="02010600030101010101" pitchFamily="2" charset="-122"/>
              </a:rPr>
              <a:t>: Supremum of </a:t>
            </a:r>
          </a:p>
          <a:p>
            <a:pPr>
              <a:lnSpc>
                <a:spcPct val="90000"/>
              </a:lnSpc>
              <a:buFont typeface="Wingdings" panose="05000000000000000000" pitchFamily="2" charset="2"/>
              <a:buNone/>
            </a:pPr>
            <a:r>
              <a:rPr lang="en-US" altLang="zh-CN" i="1" dirty="0">
                <a:ea typeface="SimSun" panose="02010600030101010101" pitchFamily="2" charset="-122"/>
              </a:rPr>
              <a:t>	</a:t>
            </a:r>
            <a:r>
              <a:rPr lang="en-US" altLang="zh-CN" i="1" dirty="0" err="1">
                <a:ea typeface="SimSun" panose="02010600030101010101" pitchFamily="2" charset="-122"/>
              </a:rPr>
              <a:t>u</a:t>
            </a:r>
            <a:r>
              <a:rPr lang="en-US" altLang="zh-CN" baseline="-25000" dirty="0" err="1">
                <a:ea typeface="SimSun" panose="02010600030101010101" pitchFamily="2" charset="-122"/>
              </a:rPr>
              <a:t>A</a:t>
            </a:r>
            <a:r>
              <a:rPr lang="en-US" altLang="zh-CN" dirty="0">
                <a:ea typeface="SimSun" panose="02010600030101010101" pitchFamily="2" charset="-122"/>
              </a:rPr>
              <a:t> (</a:t>
            </a:r>
            <a:r>
              <a:rPr lang="en-US" altLang="zh-CN" i="1" dirty="0">
                <a:ea typeface="SimSun" panose="02010600030101010101" pitchFamily="2" charset="-122"/>
              </a:rPr>
              <a:t>x</a:t>
            </a:r>
            <a:r>
              <a:rPr lang="en-US" altLang="zh-CN" dirty="0">
                <a:ea typeface="SimSun" panose="02010600030101010101" pitchFamily="2" charset="-122"/>
              </a:rPr>
              <a:t>) over </a:t>
            </a:r>
            <a:r>
              <a:rPr lang="en-US" altLang="zh-CN" i="1" dirty="0">
                <a:ea typeface="SimSun" panose="02010600030101010101" pitchFamily="2" charset="-122"/>
              </a:rPr>
              <a:t>x</a:t>
            </a:r>
            <a:r>
              <a:rPr lang="en-US" altLang="zh-CN" dirty="0">
                <a:ea typeface="SimSun" panose="02010600030101010101" pitchFamily="2" charset="-122"/>
              </a:rPr>
              <a:t>; i.e., </a:t>
            </a:r>
            <a:r>
              <a:rPr lang="en-US" altLang="zh-CN" i="1" dirty="0">
                <a:ea typeface="SimSun" panose="02010600030101010101" pitchFamily="2" charset="-122"/>
              </a:rPr>
              <a:t> </a:t>
            </a:r>
          </a:p>
          <a:p>
            <a:pPr>
              <a:lnSpc>
                <a:spcPct val="90000"/>
              </a:lnSpc>
            </a:pPr>
            <a:endParaRPr lang="zh-CN" altLang="en-US" dirty="0">
              <a:ea typeface="SimSun" panose="02010600030101010101" pitchFamily="2" charset="-122"/>
            </a:endParaRPr>
          </a:p>
        </p:txBody>
      </p:sp>
      <p:graphicFrame>
        <p:nvGraphicFramePr>
          <p:cNvPr id="399365" name="Object 4"/>
          <p:cNvGraphicFramePr>
            <a:graphicFrameLocks noChangeAspect="1"/>
          </p:cNvGraphicFramePr>
          <p:nvPr/>
        </p:nvGraphicFramePr>
        <p:xfrm>
          <a:off x="4191000" y="3276600"/>
          <a:ext cx="4495800" cy="527050"/>
        </p:xfrm>
        <a:graphic>
          <a:graphicData uri="http://schemas.openxmlformats.org/presentationml/2006/ole">
            <mc:AlternateContent xmlns:mc="http://schemas.openxmlformats.org/markup-compatibility/2006">
              <mc:Choice xmlns:v="urn:schemas-microsoft-com:vml" Requires="v">
                <p:oleObj name="Equation" r:id="rId3" imgW="1688367" imgH="215806" progId="Equation.3">
                  <p:embed/>
                </p:oleObj>
              </mc:Choice>
              <mc:Fallback>
                <p:oleObj name="Equation" r:id="rId3" imgW="1688367" imgH="215806" progId="Equation.3">
                  <p:embed/>
                  <p:pic>
                    <p:nvPicPr>
                      <p:cNvPr id="39936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276600"/>
                        <a:ext cx="44958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366" name="Object 5"/>
          <p:cNvGraphicFramePr>
            <a:graphicFrameLocks noChangeAspect="1"/>
          </p:cNvGraphicFramePr>
          <p:nvPr/>
        </p:nvGraphicFramePr>
        <p:xfrm>
          <a:off x="3657600" y="4343400"/>
          <a:ext cx="4953000" cy="565150"/>
        </p:xfrm>
        <a:graphic>
          <a:graphicData uri="http://schemas.openxmlformats.org/presentationml/2006/ole">
            <mc:AlternateContent xmlns:mc="http://schemas.openxmlformats.org/markup-compatibility/2006">
              <mc:Choice xmlns:v="urn:schemas-microsoft-com:vml" Requires="v">
                <p:oleObj name="Equation" r:id="rId5" imgW="1688367" imgH="215806" progId="Equation.3">
                  <p:embed/>
                </p:oleObj>
              </mc:Choice>
              <mc:Fallback>
                <p:oleObj name="Equation" r:id="rId5" imgW="1688367" imgH="215806" progId="Equation.3">
                  <p:embed/>
                  <p:pic>
                    <p:nvPicPr>
                      <p:cNvPr id="39936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4343400"/>
                        <a:ext cx="49530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367" name="Object 6"/>
          <p:cNvGraphicFramePr>
            <a:graphicFrameLocks noChangeAspect="1"/>
          </p:cNvGraphicFramePr>
          <p:nvPr/>
        </p:nvGraphicFramePr>
        <p:xfrm>
          <a:off x="4419600" y="5410200"/>
          <a:ext cx="3352800" cy="592138"/>
        </p:xfrm>
        <a:graphic>
          <a:graphicData uri="http://schemas.openxmlformats.org/presentationml/2006/ole">
            <mc:AlternateContent xmlns:mc="http://schemas.openxmlformats.org/markup-compatibility/2006">
              <mc:Choice xmlns:v="urn:schemas-microsoft-com:vml" Requires="v">
                <p:oleObj name="Equation" r:id="rId7" imgW="1295400" imgH="228600" progId="Equation.3">
                  <p:embed/>
                </p:oleObj>
              </mc:Choice>
              <mc:Fallback>
                <p:oleObj name="Equation" r:id="rId7" imgW="1295400" imgH="228600" progId="Equation.3">
                  <p:embed/>
                  <p:pic>
                    <p:nvPicPr>
                      <p:cNvPr id="39936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5410200"/>
                        <a:ext cx="3352800"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36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F744194-69A7-4213-A331-7EFF6FC0E1FE}" type="slidenum">
              <a:rPr lang="zh-CN" altLang="en-US" sz="1400" smtClean="0">
                <a:solidFill>
                  <a:schemeClr val="bg2"/>
                </a:solidFill>
                <a:latin typeface="Arial" panose="020B0604020202020204" pitchFamily="34" charset="0"/>
              </a:rPr>
              <a:pPr>
                <a:spcBef>
                  <a:spcPct val="50000"/>
                </a:spcBef>
                <a:buClrTx/>
                <a:buSzTx/>
                <a:buFontTx/>
                <a:buNone/>
              </a:pPr>
              <a:t>280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DB29D59-B1DD-384E-5EB6-92D51B23587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1" name="Rectangle 2050"/>
          <p:cNvSpPr>
            <a:spLocks noGrp="1" noChangeArrowheads="1"/>
          </p:cNvSpPr>
          <p:nvPr>
            <p:ph type="title"/>
          </p:nvPr>
        </p:nvSpPr>
        <p:spPr/>
        <p:txBody>
          <a:bodyPr/>
          <a:lstStyle/>
          <a:p>
            <a:pPr algn="ctr"/>
            <a:r>
              <a:rPr lang="en-US" altLang="zh-CN">
                <a:ea typeface="SimSun" panose="02010600030101010101" pitchFamily="2" charset="-122"/>
              </a:rPr>
              <a:t>Fuzzy Set Terminology</a:t>
            </a:r>
          </a:p>
        </p:txBody>
      </p:sp>
      <p:sp>
        <p:nvSpPr>
          <p:cNvPr id="401412" name="Rectangle 2051"/>
          <p:cNvSpPr>
            <a:spLocks noGrp="1" noChangeArrowheads="1"/>
          </p:cNvSpPr>
          <p:nvPr>
            <p:ph type="body" idx="1"/>
          </p:nvPr>
        </p:nvSpPr>
        <p:spPr/>
        <p:txBody>
          <a:bodyPr/>
          <a:lstStyle/>
          <a:p>
            <a:pPr>
              <a:buFont typeface="Wingdings" panose="05000000000000000000" pitchFamily="2" charset="2"/>
              <a:buChar char="§"/>
            </a:pPr>
            <a:r>
              <a:rPr lang="en-US" altLang="zh-CN" sz="2800">
                <a:ea typeface="SimSun" panose="02010600030101010101" pitchFamily="2" charset="-122"/>
              </a:rPr>
              <a:t>Normalized fuzzy set </a:t>
            </a:r>
            <a:r>
              <a:rPr lang="en-US" altLang="zh-CN" sz="2800" i="1">
                <a:ea typeface="SimSun" panose="02010600030101010101" pitchFamily="2" charset="-122"/>
              </a:rPr>
              <a:t>A</a:t>
            </a:r>
            <a:r>
              <a:rPr lang="en-US" altLang="zh-CN" sz="2800">
                <a:ea typeface="SimSun" panose="02010600030101010101" pitchFamily="2" charset="-122"/>
              </a:rPr>
              <a:t>: Its height is unity; i.e., ht(</a:t>
            </a:r>
            <a:r>
              <a:rPr lang="en-US" altLang="zh-CN" sz="2800" i="1">
                <a:ea typeface="SimSun" panose="02010600030101010101" pitchFamily="2" charset="-122"/>
              </a:rPr>
              <a:t>A</a:t>
            </a:r>
            <a:r>
              <a:rPr lang="en-US" altLang="zh-CN" sz="2800">
                <a:ea typeface="SimSun" panose="02010600030101010101" pitchFamily="2" charset="-122"/>
              </a:rPr>
              <a:t>)=1. Otherwise, it is subnormal.</a:t>
            </a:r>
          </a:p>
          <a:p>
            <a:pPr>
              <a:buFont typeface="Wingdings" panose="05000000000000000000" pitchFamily="2" charset="2"/>
              <a:buChar char="§"/>
            </a:pPr>
            <a:r>
              <a:rPr lang="en-US" altLang="zh-CN" sz="2800">
                <a:ea typeface="SimSun" panose="02010600030101010101" pitchFamily="2" charset="-122"/>
              </a:rPr>
              <a:t>   -cut of a fuzzy set </a:t>
            </a:r>
            <a:r>
              <a:rPr lang="en-US" altLang="zh-CN" sz="2800" i="1">
                <a:ea typeface="SimSun" panose="02010600030101010101" pitchFamily="2" charset="-122"/>
              </a:rPr>
              <a:t>A</a:t>
            </a:r>
            <a:r>
              <a:rPr lang="en-US" altLang="zh-CN" sz="2800">
                <a:ea typeface="SimSun" panose="02010600030101010101" pitchFamily="2" charset="-122"/>
              </a:rPr>
              <a:t>: A crisp set </a:t>
            </a:r>
          </a:p>
          <a:p>
            <a:pPr>
              <a:buFont typeface="Wingdings" panose="05000000000000000000" pitchFamily="2" charset="2"/>
              <a:buChar char="§"/>
            </a:pPr>
            <a:endParaRPr lang="en-US" altLang="zh-CN" sz="2800">
              <a:ea typeface="SimSun" panose="02010600030101010101" pitchFamily="2" charset="-122"/>
            </a:endParaRPr>
          </a:p>
          <a:p>
            <a:pPr>
              <a:buFont typeface="Wingdings" panose="05000000000000000000" pitchFamily="2" charset="2"/>
              <a:buChar char="§"/>
            </a:pPr>
            <a:r>
              <a:rPr lang="en-US" altLang="zh-CN" sz="2800">
                <a:ea typeface="SimSun" panose="02010600030101010101" pitchFamily="2" charset="-122"/>
              </a:rPr>
              <a:t>Convex fuzzy set </a:t>
            </a:r>
            <a:r>
              <a:rPr lang="en-US" altLang="zh-CN" sz="2800" i="1">
                <a:ea typeface="SimSun" panose="02010600030101010101" pitchFamily="2" charset="-122"/>
              </a:rPr>
              <a:t>A</a:t>
            </a:r>
            <a:r>
              <a:rPr lang="en-US" altLang="zh-CN" sz="2800">
                <a:ea typeface="SimSun" panose="02010600030101010101" pitchFamily="2" charset="-122"/>
              </a:rPr>
              <a:t>: </a:t>
            </a:r>
          </a:p>
          <a:p>
            <a:pPr>
              <a:buFont typeface="Wingdings" panose="05000000000000000000" pitchFamily="2" charset="2"/>
              <a:buNone/>
            </a:pPr>
            <a:r>
              <a:rPr lang="en-US" altLang="zh-CN" sz="2800">
                <a:ea typeface="SimSun" panose="02010600030101010101" pitchFamily="2" charset="-122"/>
              </a:rPr>
              <a:t>   </a:t>
            </a:r>
          </a:p>
          <a:p>
            <a:pPr>
              <a:buFont typeface="Wingdings" panose="05000000000000000000" pitchFamily="2" charset="2"/>
              <a:buNone/>
            </a:pPr>
            <a:endParaRPr lang="en-US" altLang="zh-CN" sz="2800">
              <a:ea typeface="SimSun" panose="02010600030101010101" pitchFamily="2" charset="-122"/>
            </a:endParaRPr>
          </a:p>
          <a:p>
            <a:pPr>
              <a:buFont typeface="Wingdings" panose="05000000000000000000" pitchFamily="2" charset="2"/>
              <a:buNone/>
            </a:pPr>
            <a:r>
              <a:rPr lang="en-US" altLang="zh-CN" sz="2800">
                <a:ea typeface="SimSun" panose="02010600030101010101" pitchFamily="2" charset="-122"/>
              </a:rPr>
              <a:t>i.e., any    -cut is a convex set. </a:t>
            </a:r>
          </a:p>
        </p:txBody>
      </p:sp>
      <p:graphicFrame>
        <p:nvGraphicFramePr>
          <p:cNvPr id="401413" name="Object 2052"/>
          <p:cNvGraphicFramePr>
            <a:graphicFrameLocks noChangeAspect="1"/>
          </p:cNvGraphicFramePr>
          <p:nvPr/>
        </p:nvGraphicFramePr>
        <p:xfrm>
          <a:off x="1371600" y="2895600"/>
          <a:ext cx="361950" cy="361950"/>
        </p:xfrm>
        <a:graphic>
          <a:graphicData uri="http://schemas.openxmlformats.org/presentationml/2006/ole">
            <mc:AlternateContent xmlns:mc="http://schemas.openxmlformats.org/markup-compatibility/2006">
              <mc:Choice xmlns:v="urn:schemas-microsoft-com:vml" Requires="v">
                <p:oleObj name="Equation" r:id="rId3" imgW="139700" imgH="139700" progId="Equation.3">
                  <p:embed/>
                </p:oleObj>
              </mc:Choice>
              <mc:Fallback>
                <p:oleObj name="Equation" r:id="rId3" imgW="139700" imgH="139700" progId="Equation.3">
                  <p:embed/>
                  <p:pic>
                    <p:nvPicPr>
                      <p:cNvPr id="401413" name="Object 20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895600"/>
                        <a:ext cx="36195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414" name="Object 2053"/>
          <p:cNvGraphicFramePr>
            <a:graphicFrameLocks noChangeAspect="1"/>
          </p:cNvGraphicFramePr>
          <p:nvPr/>
        </p:nvGraphicFramePr>
        <p:xfrm>
          <a:off x="3276600" y="3276600"/>
          <a:ext cx="3810000" cy="609600"/>
        </p:xfrm>
        <a:graphic>
          <a:graphicData uri="http://schemas.openxmlformats.org/presentationml/2006/ole">
            <mc:AlternateContent xmlns:mc="http://schemas.openxmlformats.org/markup-compatibility/2006">
              <mc:Choice xmlns:v="urn:schemas-microsoft-com:vml" Requires="v">
                <p:oleObj name="Equation" r:id="rId5" imgW="1498600" imgH="228600" progId="Equation.3">
                  <p:embed/>
                </p:oleObj>
              </mc:Choice>
              <mc:Fallback>
                <p:oleObj name="Equation" r:id="rId5" imgW="1498600" imgH="228600" progId="Equation.3">
                  <p:embed/>
                  <p:pic>
                    <p:nvPicPr>
                      <p:cNvPr id="401414" name="Object 20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3276600"/>
                        <a:ext cx="38100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415" name="Object 2054"/>
          <p:cNvGraphicFramePr>
            <a:graphicFrameLocks noChangeAspect="1"/>
          </p:cNvGraphicFramePr>
          <p:nvPr/>
        </p:nvGraphicFramePr>
        <p:xfrm>
          <a:off x="2209800" y="5410200"/>
          <a:ext cx="381000" cy="381000"/>
        </p:xfrm>
        <a:graphic>
          <a:graphicData uri="http://schemas.openxmlformats.org/presentationml/2006/ole">
            <mc:AlternateContent xmlns:mc="http://schemas.openxmlformats.org/markup-compatibility/2006">
              <mc:Choice xmlns:v="urn:schemas-microsoft-com:vml" Requires="v">
                <p:oleObj name="Equation" r:id="rId7" imgW="139700" imgH="139700" progId="Equation.3">
                  <p:embed/>
                </p:oleObj>
              </mc:Choice>
              <mc:Fallback>
                <p:oleObj name="Equation" r:id="rId7" imgW="139700" imgH="139700" progId="Equation.3">
                  <p:embed/>
                  <p:pic>
                    <p:nvPicPr>
                      <p:cNvPr id="401415" name="Object 20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5410200"/>
                        <a:ext cx="381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416" name="Object 2055"/>
          <p:cNvGraphicFramePr>
            <a:graphicFrameLocks noChangeAspect="1"/>
          </p:cNvGraphicFramePr>
          <p:nvPr/>
        </p:nvGraphicFramePr>
        <p:xfrm>
          <a:off x="2209800" y="4800600"/>
          <a:ext cx="5913438" cy="581025"/>
        </p:xfrm>
        <a:graphic>
          <a:graphicData uri="http://schemas.openxmlformats.org/presentationml/2006/ole">
            <mc:AlternateContent xmlns:mc="http://schemas.openxmlformats.org/markup-compatibility/2006">
              <mc:Choice xmlns:v="urn:schemas-microsoft-com:vml" Requires="v">
                <p:oleObj name="Equation" r:id="rId8" imgW="2349500" imgH="215900" progId="Equation.3">
                  <p:embed/>
                </p:oleObj>
              </mc:Choice>
              <mc:Fallback>
                <p:oleObj name="Equation" r:id="rId8" imgW="2349500" imgH="215900" progId="Equation.3">
                  <p:embed/>
                  <p:pic>
                    <p:nvPicPr>
                      <p:cNvPr id="401416" name="Object 205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4800600"/>
                        <a:ext cx="591343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417" name="Object 2056"/>
          <p:cNvGraphicFramePr>
            <a:graphicFrameLocks noChangeAspect="1"/>
          </p:cNvGraphicFramePr>
          <p:nvPr/>
        </p:nvGraphicFramePr>
        <p:xfrm>
          <a:off x="2743200" y="4343400"/>
          <a:ext cx="4495800" cy="465138"/>
        </p:xfrm>
        <a:graphic>
          <a:graphicData uri="http://schemas.openxmlformats.org/presentationml/2006/ole">
            <mc:AlternateContent xmlns:mc="http://schemas.openxmlformats.org/markup-compatibility/2006">
              <mc:Choice xmlns:v="urn:schemas-microsoft-com:vml" Requires="v">
                <p:oleObj name="Equation" r:id="rId10" imgW="1295400" imgH="203200" progId="Equation.3">
                  <p:embed/>
                </p:oleObj>
              </mc:Choice>
              <mc:Fallback>
                <p:oleObj name="Equation" r:id="rId10" imgW="1295400" imgH="203200" progId="Equation.3">
                  <p:embed/>
                  <p:pic>
                    <p:nvPicPr>
                      <p:cNvPr id="401417" name="Object 205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43200" y="4343400"/>
                        <a:ext cx="4495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141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81B71D7-E94A-431B-8942-B8CF19650EDB}" type="slidenum">
              <a:rPr lang="zh-CN" altLang="en-US" sz="1400" smtClean="0">
                <a:solidFill>
                  <a:schemeClr val="bg2"/>
                </a:solidFill>
                <a:latin typeface="Arial" panose="020B0604020202020204" pitchFamily="34" charset="0"/>
              </a:rPr>
              <a:pPr>
                <a:spcBef>
                  <a:spcPct val="50000"/>
                </a:spcBef>
                <a:buClrTx/>
                <a:buSzTx/>
                <a:buFontTx/>
                <a:buNone/>
              </a:pPr>
              <a:t>281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1ED46E1-9232-2398-47AC-EFDED0C31C5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9" name="Rectangle 2"/>
          <p:cNvSpPr>
            <a:spLocks noGrp="1" noChangeArrowheads="1"/>
          </p:cNvSpPr>
          <p:nvPr>
            <p:ph type="title"/>
          </p:nvPr>
        </p:nvSpPr>
        <p:spPr/>
        <p:txBody>
          <a:bodyPr/>
          <a:lstStyle/>
          <a:p>
            <a:r>
              <a:rPr lang="en-US" altLang="zh-CN">
                <a:ea typeface="SimSun" panose="02010600030101010101" pitchFamily="2" charset="-122"/>
              </a:rPr>
              <a:t>Logic Operations on Fuzzy Sets</a:t>
            </a:r>
          </a:p>
        </p:txBody>
      </p:sp>
      <p:sp>
        <p:nvSpPr>
          <p:cNvPr id="403460" name="Rectangle 3"/>
          <p:cNvSpPr>
            <a:spLocks noGrp="1" noChangeArrowheads="1"/>
          </p:cNvSpPr>
          <p:nvPr>
            <p:ph type="body" idx="1"/>
          </p:nvPr>
        </p:nvSpPr>
        <p:spPr/>
        <p:txBody>
          <a:bodyPr/>
          <a:lstStyle/>
          <a:p>
            <a:pPr>
              <a:spcBef>
                <a:spcPct val="60000"/>
              </a:spcBef>
              <a:buSzPct val="60000"/>
              <a:buFont typeface="Monotype Sorts" pitchFamily="2" charset="2"/>
              <a:buChar char="l"/>
            </a:pPr>
            <a:r>
              <a:rPr lang="en-US" altLang="zh-CN">
                <a:ea typeface="SimSun" panose="02010600030101010101" pitchFamily="2" charset="-122"/>
              </a:rPr>
              <a:t>Union of two fuzzy sets: </a:t>
            </a:r>
          </a:p>
          <a:p>
            <a:pPr>
              <a:lnSpc>
                <a:spcPct val="110000"/>
              </a:lnSpc>
              <a:spcBef>
                <a:spcPct val="35000"/>
              </a:spcBef>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r>
              <a:rPr lang="en-US" altLang="zh-CN">
                <a:ea typeface="SimSun" panose="02010600030101010101" pitchFamily="2" charset="-122"/>
              </a:rPr>
              <a:t>Intersection of two fuzzy sets:</a:t>
            </a: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r>
              <a:rPr lang="en-US" altLang="zh-CN">
                <a:ea typeface="SimSun" panose="02010600030101010101" pitchFamily="2" charset="-122"/>
              </a:rPr>
              <a:t>Complement of a fuzzy set:</a:t>
            </a:r>
          </a:p>
          <a:p>
            <a:pPr>
              <a:buSzPct val="60000"/>
              <a:buFont typeface="Monotype Sorts" pitchFamily="2" charset="2"/>
              <a:buChar char="l"/>
            </a:pPr>
            <a:endParaRPr lang="zh-CN" altLang="en-US">
              <a:ea typeface="SimSun" panose="02010600030101010101" pitchFamily="2" charset="-122"/>
            </a:endParaRPr>
          </a:p>
        </p:txBody>
      </p:sp>
      <p:graphicFrame>
        <p:nvGraphicFramePr>
          <p:cNvPr id="403461" name="Object 4"/>
          <p:cNvGraphicFramePr>
            <a:graphicFrameLocks noChangeAspect="1"/>
          </p:cNvGraphicFramePr>
          <p:nvPr/>
        </p:nvGraphicFramePr>
        <p:xfrm>
          <a:off x="1981200" y="2362200"/>
          <a:ext cx="6553200" cy="609600"/>
        </p:xfrm>
        <a:graphic>
          <a:graphicData uri="http://schemas.openxmlformats.org/presentationml/2006/ole">
            <mc:AlternateContent xmlns:mc="http://schemas.openxmlformats.org/markup-compatibility/2006">
              <mc:Choice xmlns:v="urn:schemas-microsoft-com:vml" Requires="v">
                <p:oleObj name="Equation" r:id="rId3" imgW="1853396" imgH="215806" progId="Equation.3">
                  <p:embed/>
                </p:oleObj>
              </mc:Choice>
              <mc:Fallback>
                <p:oleObj name="Equation" r:id="rId3" imgW="1853396" imgH="215806" progId="Equation.3">
                  <p:embed/>
                  <p:pic>
                    <p:nvPicPr>
                      <p:cNvPr id="40346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362200"/>
                        <a:ext cx="65532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3462" name="Object 5"/>
          <p:cNvGraphicFramePr>
            <a:graphicFrameLocks noChangeAspect="1"/>
          </p:cNvGraphicFramePr>
          <p:nvPr/>
        </p:nvGraphicFramePr>
        <p:xfrm>
          <a:off x="1905000" y="3657600"/>
          <a:ext cx="5867400" cy="622300"/>
        </p:xfrm>
        <a:graphic>
          <a:graphicData uri="http://schemas.openxmlformats.org/presentationml/2006/ole">
            <mc:AlternateContent xmlns:mc="http://schemas.openxmlformats.org/markup-compatibility/2006">
              <mc:Choice xmlns:v="urn:schemas-microsoft-com:vml" Requires="v">
                <p:oleObj name="Equation" r:id="rId5" imgW="1841500" imgH="215900" progId="Equation.3">
                  <p:embed/>
                </p:oleObj>
              </mc:Choice>
              <mc:Fallback>
                <p:oleObj name="Equation" r:id="rId5" imgW="1841500" imgH="215900" progId="Equation.3">
                  <p:embed/>
                  <p:pic>
                    <p:nvPicPr>
                      <p:cNvPr id="403462"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657600"/>
                        <a:ext cx="58674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3463" name="Object 6"/>
          <p:cNvGraphicFramePr>
            <a:graphicFrameLocks noChangeAspect="1"/>
          </p:cNvGraphicFramePr>
          <p:nvPr/>
        </p:nvGraphicFramePr>
        <p:xfrm>
          <a:off x="2057400" y="4787900"/>
          <a:ext cx="4800600" cy="793750"/>
        </p:xfrm>
        <a:graphic>
          <a:graphicData uri="http://schemas.openxmlformats.org/presentationml/2006/ole">
            <mc:AlternateContent xmlns:mc="http://schemas.openxmlformats.org/markup-compatibility/2006">
              <mc:Choice xmlns:v="urn:schemas-microsoft-com:vml" Requires="v">
                <p:oleObj name="Equation" r:id="rId7" imgW="1104900" imgH="241300" progId="Equation.3">
                  <p:embed/>
                </p:oleObj>
              </mc:Choice>
              <mc:Fallback>
                <p:oleObj name="Equation" r:id="rId7" imgW="1104900" imgH="241300" progId="Equation.3">
                  <p:embed/>
                  <p:pic>
                    <p:nvPicPr>
                      <p:cNvPr id="403463"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4787900"/>
                        <a:ext cx="4800600"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346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3048B5-708D-40B4-B4D9-DE5903E2E069}" type="slidenum">
              <a:rPr lang="zh-CN" altLang="en-US" sz="1400" smtClean="0">
                <a:solidFill>
                  <a:schemeClr val="bg2"/>
                </a:solidFill>
                <a:latin typeface="Arial" panose="020B0604020202020204" pitchFamily="34" charset="0"/>
              </a:rPr>
              <a:pPr>
                <a:spcBef>
                  <a:spcPct val="50000"/>
                </a:spcBef>
                <a:buClrTx/>
                <a:buSzTx/>
                <a:buFontTx/>
                <a:buNone/>
              </a:pPr>
              <a:t>282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DB0768B-BDC8-B2CB-98DD-9E48B2C0D5E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7" name="Rectangle 2"/>
          <p:cNvSpPr>
            <a:spLocks noGrp="1" noChangeArrowheads="1"/>
          </p:cNvSpPr>
          <p:nvPr>
            <p:ph type="title"/>
          </p:nvPr>
        </p:nvSpPr>
        <p:spPr/>
        <p:txBody>
          <a:bodyPr/>
          <a:lstStyle/>
          <a:p>
            <a:r>
              <a:rPr lang="en-US" altLang="zh-CN">
                <a:ea typeface="SimSun" panose="02010600030101010101" pitchFamily="2" charset="-122"/>
              </a:rPr>
              <a:t>Logic Operations on Fuzzy Sets</a:t>
            </a:r>
          </a:p>
        </p:txBody>
      </p:sp>
      <p:pic>
        <p:nvPicPr>
          <p:cNvPr id="405508"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3055" y="1647825"/>
            <a:ext cx="638744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5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30C4FFA-558B-48F0-A2B8-ABB2FF1DF3C6}" type="slidenum">
              <a:rPr lang="zh-CN" altLang="en-US" sz="1400" smtClean="0">
                <a:solidFill>
                  <a:schemeClr val="bg2"/>
                </a:solidFill>
                <a:latin typeface="Arial" panose="020B0604020202020204" pitchFamily="34" charset="0"/>
              </a:rPr>
              <a:pPr>
                <a:spcBef>
                  <a:spcPct val="50000"/>
                </a:spcBef>
                <a:buClrTx/>
                <a:buSzTx/>
                <a:buFontTx/>
                <a:buNone/>
              </a:pPr>
              <a:t>283</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FE33ABAC-7DA1-681B-F537-840012CE71AC}"/>
              </a:ext>
            </a:extLst>
          </p:cNvPr>
          <p:cNvSpPr txBox="1"/>
          <p:nvPr/>
        </p:nvSpPr>
        <p:spPr>
          <a:xfrm>
            <a:off x="2293125" y="6032599"/>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4DA9BD37-E130-A53E-D001-1D9435AD41E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5" name="Rectangle 2"/>
          <p:cNvSpPr>
            <a:spLocks noGrp="1" noChangeArrowheads="1"/>
          </p:cNvSpPr>
          <p:nvPr>
            <p:ph type="title"/>
          </p:nvPr>
        </p:nvSpPr>
        <p:spPr/>
        <p:txBody>
          <a:bodyPr/>
          <a:lstStyle/>
          <a:p>
            <a:pPr algn="ctr"/>
            <a:r>
              <a:rPr lang="en-US" altLang="zh-CN" sz="4000">
                <a:ea typeface="SimSun" panose="02010600030101010101" pitchFamily="2" charset="-122"/>
              </a:rPr>
              <a:t>Cardinality and Entropy of Fuzzy Sets</a:t>
            </a:r>
          </a:p>
        </p:txBody>
      </p:sp>
      <p:sp>
        <p:nvSpPr>
          <p:cNvPr id="407556" name="Rectangle 3"/>
          <p:cNvSpPr>
            <a:spLocks noGrp="1" noChangeArrowheads="1"/>
          </p:cNvSpPr>
          <p:nvPr>
            <p:ph type="body" idx="1"/>
          </p:nvPr>
        </p:nvSpPr>
        <p:spPr/>
        <p:txBody>
          <a:bodyPr/>
          <a:lstStyle/>
          <a:p>
            <a:pPr>
              <a:buSzTx/>
              <a:buFont typeface="Wingdings" panose="05000000000000000000" pitchFamily="2" charset="2"/>
              <a:buChar char="§"/>
            </a:pPr>
            <a:r>
              <a:rPr lang="en-US" altLang="zh-CN">
                <a:ea typeface="SimSun" panose="02010600030101010101" pitchFamily="2" charset="-122"/>
              </a:rPr>
              <a:t>Cardinality:  |</a:t>
            </a:r>
            <a:r>
              <a:rPr lang="en-US" altLang="zh-CN" i="1">
                <a:ea typeface="SimSun" panose="02010600030101010101" pitchFamily="2" charset="-122"/>
              </a:rPr>
              <a:t>A</a:t>
            </a:r>
            <a:r>
              <a:rPr lang="en-US" altLang="zh-CN">
                <a:ea typeface="SimSun" panose="02010600030101010101" pitchFamily="2" charset="-122"/>
              </a:rPr>
              <a:t>| is defined as the sum of the membership function values of all elements in</a:t>
            </a:r>
            <a:r>
              <a:rPr lang="en-US" altLang="zh-CN" i="1">
                <a:ea typeface="SimSun" panose="02010600030101010101" pitchFamily="2" charset="-122"/>
              </a:rPr>
              <a:t> X; i.e.,  </a:t>
            </a:r>
          </a:p>
          <a:p>
            <a:pPr>
              <a:buSzTx/>
              <a:buFont typeface="Wingdings" panose="05000000000000000000" pitchFamily="2" charset="2"/>
              <a:buChar char="§"/>
            </a:pPr>
            <a:endParaRPr lang="en-US" altLang="zh-CN" i="1">
              <a:ea typeface="SimSun" panose="02010600030101010101" pitchFamily="2" charset="-122"/>
            </a:endParaRPr>
          </a:p>
          <a:p>
            <a:pPr>
              <a:buSzTx/>
              <a:buFont typeface="Wingdings" panose="05000000000000000000" pitchFamily="2" charset="2"/>
              <a:buChar char="§"/>
            </a:pPr>
            <a:r>
              <a:rPr lang="en-US" altLang="zh-CN">
                <a:ea typeface="SimSun" panose="02010600030101010101" pitchFamily="2" charset="-122"/>
              </a:rPr>
              <a:t>Entropy: </a:t>
            </a:r>
            <a:r>
              <a:rPr lang="en-US" altLang="zh-CN" i="1">
                <a:ea typeface="SimSun" panose="02010600030101010101" pitchFamily="2" charset="-122"/>
              </a:rPr>
              <a:t>E</a:t>
            </a:r>
            <a:r>
              <a:rPr lang="en-US" altLang="zh-CN">
                <a:ea typeface="SimSun" panose="02010600030101010101" pitchFamily="2" charset="-122"/>
              </a:rPr>
              <a:t>(</a:t>
            </a:r>
            <a:r>
              <a:rPr lang="en-US" altLang="zh-CN" i="1">
                <a:ea typeface="SimSun" panose="02010600030101010101" pitchFamily="2" charset="-122"/>
              </a:rPr>
              <a:t>A</a:t>
            </a:r>
            <a:r>
              <a:rPr lang="en-US" altLang="zh-CN">
                <a:ea typeface="SimSun" panose="02010600030101010101" pitchFamily="2" charset="-122"/>
              </a:rPr>
              <a:t>) measures fuzziness and is defined as</a:t>
            </a:r>
          </a:p>
          <a:p>
            <a:endParaRPr lang="zh-CN" altLang="en-US">
              <a:ea typeface="SimSun" panose="02010600030101010101" pitchFamily="2" charset="-122"/>
            </a:endParaRPr>
          </a:p>
        </p:txBody>
      </p:sp>
      <p:graphicFrame>
        <p:nvGraphicFramePr>
          <p:cNvPr id="407557" name="Object 4"/>
          <p:cNvGraphicFramePr>
            <a:graphicFrameLocks noChangeAspect="1"/>
          </p:cNvGraphicFramePr>
          <p:nvPr/>
        </p:nvGraphicFramePr>
        <p:xfrm>
          <a:off x="2786063" y="2574925"/>
          <a:ext cx="5935662" cy="1631950"/>
        </p:xfrm>
        <a:graphic>
          <a:graphicData uri="http://schemas.openxmlformats.org/presentationml/2006/ole">
            <mc:AlternateContent xmlns:mc="http://schemas.openxmlformats.org/markup-compatibility/2006">
              <mc:Choice xmlns:v="urn:schemas-microsoft-com:vml" Requires="v">
                <p:oleObj name="方程式" r:id="rId3" imgW="2019300" imgH="685800" progId="Equation.3">
                  <p:embed/>
                </p:oleObj>
              </mc:Choice>
              <mc:Fallback>
                <p:oleObj name="方程式" r:id="rId3" imgW="2019300" imgH="685800" progId="Equation.3">
                  <p:embed/>
                  <p:pic>
                    <p:nvPicPr>
                      <p:cNvPr id="40755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63" y="2574925"/>
                        <a:ext cx="5935662" cy="163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558" name="Object 5"/>
          <p:cNvGraphicFramePr>
            <a:graphicFrameLocks noChangeAspect="1"/>
          </p:cNvGraphicFramePr>
          <p:nvPr/>
        </p:nvGraphicFramePr>
        <p:xfrm>
          <a:off x="3276600" y="4572000"/>
          <a:ext cx="3352800" cy="1371600"/>
        </p:xfrm>
        <a:graphic>
          <a:graphicData uri="http://schemas.openxmlformats.org/presentationml/2006/ole">
            <mc:AlternateContent xmlns:mc="http://schemas.openxmlformats.org/markup-compatibility/2006">
              <mc:Choice xmlns:v="urn:schemas-microsoft-com:vml" Requires="v">
                <p:oleObj name="Equation" r:id="rId5" imgW="1015559" imgH="444307" progId="Equation.3">
                  <p:embed/>
                </p:oleObj>
              </mc:Choice>
              <mc:Fallback>
                <p:oleObj name="Equation" r:id="rId5" imgW="1015559" imgH="444307" progId="Equation.3">
                  <p:embed/>
                  <p:pic>
                    <p:nvPicPr>
                      <p:cNvPr id="40755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4572000"/>
                        <a:ext cx="33528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755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E25D8E8-0A75-41B5-81EF-15A201DCBF64}" type="slidenum">
              <a:rPr lang="zh-CN" altLang="en-US" sz="1400" smtClean="0">
                <a:solidFill>
                  <a:schemeClr val="bg2"/>
                </a:solidFill>
                <a:latin typeface="Arial" panose="020B0604020202020204" pitchFamily="34" charset="0"/>
              </a:rPr>
              <a:pPr>
                <a:spcBef>
                  <a:spcPct val="50000"/>
                </a:spcBef>
                <a:buClrTx/>
                <a:buSzTx/>
                <a:buFontTx/>
                <a:buNone/>
              </a:pPr>
              <a:t>284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4017EA4-27BC-1FC4-CA5B-30785FA2163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3" name="Rectangle 2"/>
          <p:cNvSpPr>
            <a:spLocks noGrp="1" noChangeArrowheads="1"/>
          </p:cNvSpPr>
          <p:nvPr>
            <p:ph type="title"/>
          </p:nvPr>
        </p:nvSpPr>
        <p:spPr/>
        <p:txBody>
          <a:bodyPr/>
          <a:lstStyle/>
          <a:p>
            <a:pPr algn="ctr"/>
            <a:r>
              <a:rPr lang="en-US" altLang="zh-CN" sz="4000">
                <a:ea typeface="SimSun" panose="02010600030101010101" pitchFamily="2" charset="-122"/>
              </a:rPr>
              <a:t>Cardinality of Fuzzy Sets</a:t>
            </a:r>
          </a:p>
        </p:txBody>
      </p:sp>
      <p:pic>
        <p:nvPicPr>
          <p:cNvPr id="409604"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52600"/>
            <a:ext cx="7580313"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0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9D4DE65-1C8A-49EB-BDB3-C8D58C926721}" type="slidenum">
              <a:rPr lang="zh-CN" altLang="en-US" sz="1400" smtClean="0">
                <a:solidFill>
                  <a:schemeClr val="bg2"/>
                </a:solidFill>
                <a:latin typeface="Arial" panose="020B0604020202020204" pitchFamily="34" charset="0"/>
              </a:rPr>
              <a:pPr>
                <a:spcBef>
                  <a:spcPct val="50000"/>
                </a:spcBef>
                <a:buClrTx/>
                <a:buSzTx/>
                <a:buFontTx/>
                <a:buNone/>
              </a:pPr>
              <a:t>285</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50C9FF9E-AB2D-2BAA-3BB6-EC48FDDA4224}"/>
              </a:ext>
            </a:extLst>
          </p:cNvPr>
          <p:cNvSpPr txBox="1"/>
          <p:nvPr/>
        </p:nvSpPr>
        <p:spPr>
          <a:xfrm>
            <a:off x="2380269" y="6000750"/>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6CF34C8E-923C-63C0-30B9-44EF065D61E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1" name="Rectangle 2"/>
          <p:cNvSpPr>
            <a:spLocks noGrp="1" noChangeArrowheads="1"/>
          </p:cNvSpPr>
          <p:nvPr>
            <p:ph type="title"/>
          </p:nvPr>
        </p:nvSpPr>
        <p:spPr/>
        <p:txBody>
          <a:bodyPr/>
          <a:lstStyle/>
          <a:p>
            <a:pPr algn="ctr"/>
            <a:r>
              <a:rPr lang="en-US" altLang="zh-CN" sz="4000">
                <a:ea typeface="SimSun" panose="02010600030101010101" pitchFamily="2" charset="-122"/>
              </a:rPr>
              <a:t>Entropy of Fuzzy Sets</a:t>
            </a:r>
          </a:p>
        </p:txBody>
      </p:sp>
      <p:pic>
        <p:nvPicPr>
          <p:cNvPr id="411652"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344" y="1687184"/>
            <a:ext cx="6728414"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6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23B8225-373D-4DC1-BC15-F498D83DA855}" type="slidenum">
              <a:rPr lang="zh-CN" altLang="en-US" sz="1400" smtClean="0">
                <a:solidFill>
                  <a:schemeClr val="bg2"/>
                </a:solidFill>
                <a:latin typeface="Arial" panose="020B0604020202020204" pitchFamily="34" charset="0"/>
              </a:rPr>
              <a:pPr>
                <a:spcBef>
                  <a:spcPct val="50000"/>
                </a:spcBef>
                <a:buClrTx/>
                <a:buSzTx/>
                <a:buFontTx/>
                <a:buNone/>
              </a:pPr>
              <a:t>286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522223C-A59C-9C25-EB4D-641F42EC0781}"/>
              </a:ext>
            </a:extLst>
          </p:cNvPr>
          <p:cNvSpPr txBox="1"/>
          <p:nvPr/>
        </p:nvSpPr>
        <p:spPr>
          <a:xfrm>
            <a:off x="2286001" y="6009016"/>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40AEA42C-DBD9-35F5-2D0C-664FE5D8B61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9" name="Rectangle 2"/>
          <p:cNvSpPr>
            <a:spLocks noGrp="1" noChangeArrowheads="1"/>
          </p:cNvSpPr>
          <p:nvPr>
            <p:ph type="title"/>
          </p:nvPr>
        </p:nvSpPr>
        <p:spPr/>
        <p:txBody>
          <a:bodyPr/>
          <a:lstStyle/>
          <a:p>
            <a:pPr algn="ctr"/>
            <a:r>
              <a:rPr lang="en-US" altLang="zh-CN" sz="4000">
                <a:ea typeface="SimSun" panose="02010600030101010101" pitchFamily="2" charset="-122"/>
              </a:rPr>
              <a:t>Entropy of Fuzzy Sets</a:t>
            </a:r>
          </a:p>
        </p:txBody>
      </p:sp>
      <p:pic>
        <p:nvPicPr>
          <p:cNvPr id="413700"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52600"/>
            <a:ext cx="7608888"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37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6B9287D-48E6-4E9E-9E80-784ED4CD1BB4}" type="slidenum">
              <a:rPr lang="zh-CN" altLang="en-US" sz="1400" smtClean="0">
                <a:solidFill>
                  <a:schemeClr val="bg2"/>
                </a:solidFill>
                <a:latin typeface="Arial" panose="020B0604020202020204" pitchFamily="34" charset="0"/>
              </a:rPr>
              <a:pPr>
                <a:spcBef>
                  <a:spcPct val="50000"/>
                </a:spcBef>
                <a:buClrTx/>
                <a:buSzTx/>
                <a:buFontTx/>
                <a:buNone/>
              </a:pPr>
              <a:t>287</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38DDF6C-E2B4-A4FE-A79F-87D0134A0717}"/>
              </a:ext>
            </a:extLst>
          </p:cNvPr>
          <p:cNvSpPr txBox="1"/>
          <p:nvPr/>
        </p:nvSpPr>
        <p:spPr>
          <a:xfrm>
            <a:off x="2286001" y="5882581"/>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430A5D39-886B-A21B-8B74-01BECA344C1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2"/>
          <p:cNvSpPr>
            <a:spLocks noGrp="1" noChangeArrowheads="1"/>
          </p:cNvSpPr>
          <p:nvPr>
            <p:ph type="title"/>
          </p:nvPr>
        </p:nvSpPr>
        <p:spPr/>
        <p:txBody>
          <a:bodyPr/>
          <a:lstStyle/>
          <a:p>
            <a:r>
              <a:rPr lang="en-US" altLang="zh-CN">
                <a:ea typeface="SimSun" panose="02010600030101010101" pitchFamily="2" charset="-122"/>
              </a:rPr>
              <a:t>Logic Operations on Fuzzy Sets</a:t>
            </a:r>
          </a:p>
        </p:txBody>
      </p:sp>
      <p:sp>
        <p:nvSpPr>
          <p:cNvPr id="415748" name="Rectangle 3"/>
          <p:cNvSpPr>
            <a:spLocks noGrp="1" noChangeArrowheads="1"/>
          </p:cNvSpPr>
          <p:nvPr>
            <p:ph type="body" idx="1"/>
          </p:nvPr>
        </p:nvSpPr>
        <p:spPr/>
        <p:txBody>
          <a:bodyPr/>
          <a:lstStyle/>
          <a:p>
            <a:pPr>
              <a:buFont typeface="Wingdings" panose="05000000000000000000" pitchFamily="2" charset="2"/>
              <a:buChar char="§"/>
            </a:pPr>
            <a:r>
              <a:rPr lang="en-US" altLang="zh-CN">
                <a:ea typeface="SimSun" panose="02010600030101010101" pitchFamily="2" charset="-122"/>
              </a:rPr>
              <a:t>Equality: For all </a:t>
            </a:r>
            <a:r>
              <a:rPr lang="en-US" altLang="zh-CN" i="1">
                <a:ea typeface="SimSun" panose="02010600030101010101" pitchFamily="2" charset="-122"/>
              </a:rPr>
              <a:t>x</a:t>
            </a:r>
            <a:r>
              <a:rPr lang="en-US" altLang="zh-CN">
                <a:ea typeface="SimSun" panose="02010600030101010101" pitchFamily="2" charset="-122"/>
              </a:rPr>
              <a:t>, </a:t>
            </a:r>
            <a:r>
              <a:rPr lang="en-US" altLang="zh-CN" i="1">
                <a:ea typeface="SimSun" panose="02010600030101010101" pitchFamily="2" charset="-122"/>
              </a:rPr>
              <a:t>u</a:t>
            </a:r>
            <a:r>
              <a:rPr lang="en-US" altLang="zh-CN" baseline="-25000">
                <a:ea typeface="SimSun" panose="02010600030101010101" pitchFamily="2" charset="-122"/>
              </a:rPr>
              <a:t>A</a:t>
            </a:r>
            <a:r>
              <a:rPr lang="en-US" altLang="zh-CN">
                <a:ea typeface="SimSun" panose="02010600030101010101" pitchFamily="2" charset="-122"/>
              </a:rPr>
              <a:t>(</a:t>
            </a:r>
            <a:r>
              <a:rPr lang="en-US" altLang="zh-CN" i="1">
                <a:ea typeface="SimSun" panose="02010600030101010101" pitchFamily="2" charset="-122"/>
              </a:rPr>
              <a:t>x</a:t>
            </a:r>
            <a:r>
              <a:rPr lang="en-US" altLang="zh-CN">
                <a:ea typeface="SimSun" panose="02010600030101010101" pitchFamily="2" charset="-122"/>
              </a:rPr>
              <a:t>)=</a:t>
            </a:r>
            <a:r>
              <a:rPr lang="en-US" altLang="zh-CN" i="1">
                <a:ea typeface="SimSun" panose="02010600030101010101" pitchFamily="2" charset="-122"/>
              </a:rPr>
              <a:t>u</a:t>
            </a:r>
            <a:r>
              <a:rPr lang="en-US" altLang="zh-CN" baseline="-25000">
                <a:ea typeface="SimSun" panose="02010600030101010101" pitchFamily="2" charset="-122"/>
              </a:rPr>
              <a:t>B</a:t>
            </a:r>
            <a:r>
              <a:rPr lang="en-US" altLang="zh-CN">
                <a:ea typeface="SimSun" panose="02010600030101010101" pitchFamily="2" charset="-122"/>
              </a:rPr>
              <a:t>(</a:t>
            </a:r>
            <a:r>
              <a:rPr lang="en-US" altLang="zh-CN" i="1">
                <a:ea typeface="SimSun" panose="02010600030101010101" pitchFamily="2" charset="-122"/>
              </a:rPr>
              <a:t>x</a:t>
            </a:r>
            <a:r>
              <a:rPr lang="en-US" altLang="zh-CN">
                <a:ea typeface="SimSun" panose="02010600030101010101" pitchFamily="2" charset="-122"/>
              </a:rPr>
              <a:t>)</a:t>
            </a:r>
          </a:p>
          <a:p>
            <a:pPr>
              <a:buFont typeface="Wingdings" panose="05000000000000000000" pitchFamily="2" charset="2"/>
              <a:buChar char="§"/>
            </a:pPr>
            <a:r>
              <a:rPr lang="en-US" altLang="zh-CN">
                <a:ea typeface="SimSun" panose="02010600030101010101" pitchFamily="2" charset="-122"/>
              </a:rPr>
              <a:t>Degree of equality:</a:t>
            </a:r>
          </a:p>
          <a:p>
            <a:pPr>
              <a:buFont typeface="Wingdings" panose="05000000000000000000" pitchFamily="2" charset="2"/>
              <a:buChar char="§"/>
            </a:pPr>
            <a:endParaRPr lang="en-US" altLang="zh-CN">
              <a:ea typeface="SimSun" panose="02010600030101010101" pitchFamily="2" charset="-122"/>
            </a:endParaRPr>
          </a:p>
          <a:p>
            <a:pPr>
              <a:buFont typeface="Wingdings" panose="05000000000000000000" pitchFamily="2" charset="2"/>
              <a:buChar char="§"/>
            </a:pPr>
            <a:endParaRPr lang="en-US" altLang="zh-CN">
              <a:ea typeface="SimSun" panose="02010600030101010101" pitchFamily="2" charset="-122"/>
            </a:endParaRPr>
          </a:p>
          <a:p>
            <a:pPr>
              <a:buFont typeface="Wingdings" panose="05000000000000000000" pitchFamily="2" charset="2"/>
              <a:buChar char="§"/>
            </a:pPr>
            <a:r>
              <a:rPr lang="en-US" altLang="zh-CN">
                <a:ea typeface="SimSun" panose="02010600030101010101" pitchFamily="2" charset="-122"/>
              </a:rPr>
              <a:t>Subset:</a:t>
            </a:r>
          </a:p>
          <a:p>
            <a:pPr>
              <a:buFont typeface="Wingdings" panose="05000000000000000000" pitchFamily="2" charset="2"/>
              <a:buChar char="§"/>
            </a:pPr>
            <a:r>
              <a:rPr lang="en-US" altLang="zh-CN">
                <a:ea typeface="SimSun" panose="02010600030101010101" pitchFamily="2" charset="-122"/>
              </a:rPr>
              <a:t>Subsethood measure:  </a:t>
            </a:r>
          </a:p>
        </p:txBody>
      </p:sp>
      <p:graphicFrame>
        <p:nvGraphicFramePr>
          <p:cNvPr id="415749" name="Object 4"/>
          <p:cNvGraphicFramePr>
            <a:graphicFrameLocks noChangeAspect="1"/>
          </p:cNvGraphicFramePr>
          <p:nvPr/>
        </p:nvGraphicFramePr>
        <p:xfrm>
          <a:off x="2590800" y="3048000"/>
          <a:ext cx="5105400" cy="990600"/>
        </p:xfrm>
        <a:graphic>
          <a:graphicData uri="http://schemas.openxmlformats.org/presentationml/2006/ole">
            <mc:AlternateContent xmlns:mc="http://schemas.openxmlformats.org/markup-compatibility/2006">
              <mc:Choice xmlns:v="urn:schemas-microsoft-com:vml" Requires="v">
                <p:oleObj name="Equation" r:id="rId3" imgW="1993900" imgH="419100" progId="Equation.3">
                  <p:embed/>
                </p:oleObj>
              </mc:Choice>
              <mc:Fallback>
                <p:oleObj name="Equation" r:id="rId3" imgW="1993900" imgH="419100" progId="Equation.3">
                  <p:embed/>
                  <p:pic>
                    <p:nvPicPr>
                      <p:cNvPr id="41574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048000"/>
                        <a:ext cx="51054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5750" name="Object 5"/>
          <p:cNvGraphicFramePr>
            <a:graphicFrameLocks noChangeAspect="1"/>
          </p:cNvGraphicFramePr>
          <p:nvPr/>
        </p:nvGraphicFramePr>
        <p:xfrm>
          <a:off x="2895600" y="4191000"/>
          <a:ext cx="5321300" cy="533400"/>
        </p:xfrm>
        <a:graphic>
          <a:graphicData uri="http://schemas.openxmlformats.org/presentationml/2006/ole">
            <mc:AlternateContent xmlns:mc="http://schemas.openxmlformats.org/markup-compatibility/2006">
              <mc:Choice xmlns:v="urn:schemas-microsoft-com:vml" Requires="v">
                <p:oleObj name="Equation" r:id="rId5" imgW="1954951" imgH="215806" progId="Equation.3">
                  <p:embed/>
                </p:oleObj>
              </mc:Choice>
              <mc:Fallback>
                <p:oleObj name="Equation" r:id="rId5" imgW="1954951" imgH="215806" progId="Equation.3">
                  <p:embed/>
                  <p:pic>
                    <p:nvPicPr>
                      <p:cNvPr id="41575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191000"/>
                        <a:ext cx="53213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5751" name="Object 6"/>
          <p:cNvGraphicFramePr>
            <a:graphicFrameLocks noChangeAspect="1"/>
          </p:cNvGraphicFramePr>
          <p:nvPr/>
        </p:nvGraphicFramePr>
        <p:xfrm>
          <a:off x="2743200" y="5181600"/>
          <a:ext cx="5029200" cy="1066800"/>
        </p:xfrm>
        <a:graphic>
          <a:graphicData uri="http://schemas.openxmlformats.org/presentationml/2006/ole">
            <mc:AlternateContent xmlns:mc="http://schemas.openxmlformats.org/markup-compatibility/2006">
              <mc:Choice xmlns:v="urn:schemas-microsoft-com:vml" Requires="v">
                <p:oleObj name="Equation" r:id="rId7" imgW="2006600" imgH="419100" progId="Equation.3">
                  <p:embed/>
                </p:oleObj>
              </mc:Choice>
              <mc:Fallback>
                <p:oleObj name="Equation" r:id="rId7" imgW="2006600" imgH="419100" progId="Equation.3">
                  <p:embed/>
                  <p:pic>
                    <p:nvPicPr>
                      <p:cNvPr id="415751"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5181600"/>
                        <a:ext cx="50292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575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0CC2672-4870-4F0D-99E0-C92A3534B00E}" type="slidenum">
              <a:rPr lang="zh-CN" altLang="en-US" sz="1400" smtClean="0">
                <a:solidFill>
                  <a:schemeClr val="bg2"/>
                </a:solidFill>
                <a:latin typeface="Arial" panose="020B0604020202020204" pitchFamily="34" charset="0"/>
              </a:rPr>
              <a:pPr>
                <a:spcBef>
                  <a:spcPct val="50000"/>
                </a:spcBef>
                <a:buClrTx/>
                <a:buSzTx/>
                <a:buFontTx/>
                <a:buNone/>
              </a:pPr>
              <a:t>288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3114A3D-4CFD-6A1D-9350-CFECA0C2CD0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5" name="Rectangle 2"/>
          <p:cNvSpPr>
            <a:spLocks noGrp="1" noChangeArrowheads="1"/>
          </p:cNvSpPr>
          <p:nvPr>
            <p:ph type="title"/>
          </p:nvPr>
        </p:nvSpPr>
        <p:spPr>
          <a:xfrm>
            <a:off x="762000" y="304800"/>
            <a:ext cx="8001000" cy="990600"/>
          </a:xfrm>
        </p:spPr>
        <p:txBody>
          <a:bodyPr/>
          <a:lstStyle/>
          <a:p>
            <a:pPr algn="ctr"/>
            <a:r>
              <a:rPr lang="en-US" altLang="zh-CN" sz="4000">
                <a:ea typeface="SimSun" panose="02010600030101010101" pitchFamily="2" charset="-122"/>
              </a:rPr>
              <a:t>Properties of Fuzzy Sets</a:t>
            </a:r>
            <a:endParaRPr lang="en-US" altLang="zh-CN">
              <a:ea typeface="SimSun" panose="02010600030101010101" pitchFamily="2" charset="-122"/>
            </a:endParaRPr>
          </a:p>
        </p:txBody>
      </p:sp>
      <p:sp>
        <p:nvSpPr>
          <p:cNvPr id="417796" name="Rectangle 3"/>
          <p:cNvSpPr>
            <a:spLocks noGrp="1" noChangeArrowheads="1"/>
          </p:cNvSpPr>
          <p:nvPr>
            <p:ph type="body" idx="1"/>
          </p:nvPr>
        </p:nvSpPr>
        <p:spPr>
          <a:xfrm>
            <a:off x="1219200" y="1845865"/>
            <a:ext cx="7772400" cy="4114800"/>
          </a:xfrm>
        </p:spPr>
        <p:txBody>
          <a:bodyPr/>
          <a:lstStyle/>
          <a:p>
            <a:pPr>
              <a:buSzPct val="50000"/>
              <a:buFont typeface="Monotype Sorts" pitchFamily="2" charset="2"/>
              <a:buNone/>
            </a:pPr>
            <a:r>
              <a:rPr lang="en-US" altLang="zh-CN" dirty="0">
                <a:ea typeface="SimSun" panose="02010600030101010101" pitchFamily="2" charset="-122"/>
              </a:rPr>
              <a:t>Union: </a:t>
            </a:r>
          </a:p>
          <a:p>
            <a:pPr>
              <a:buSzPct val="50000"/>
              <a:buFont typeface="Monotype Sorts" pitchFamily="2" charset="2"/>
              <a:buNone/>
            </a:pPr>
            <a:r>
              <a:rPr lang="en-US" altLang="zh-CN" dirty="0">
                <a:ea typeface="SimSun" panose="02010600030101010101" pitchFamily="2" charset="-122"/>
              </a:rPr>
              <a:t>Intersection:</a:t>
            </a:r>
          </a:p>
          <a:p>
            <a:pPr>
              <a:buSzPct val="50000"/>
              <a:buFont typeface="Monotype Sorts" pitchFamily="2" charset="2"/>
              <a:buNone/>
            </a:pPr>
            <a:r>
              <a:rPr lang="en-US" altLang="zh-CN" dirty="0">
                <a:ea typeface="SimSun" panose="02010600030101010101" pitchFamily="2" charset="-122"/>
              </a:rPr>
              <a:t>Double negation law:</a:t>
            </a:r>
          </a:p>
          <a:p>
            <a:pPr>
              <a:buSzPct val="50000"/>
              <a:buFont typeface="Monotype Sorts" pitchFamily="2" charset="2"/>
              <a:buNone/>
            </a:pPr>
            <a:r>
              <a:rPr lang="en-US" altLang="zh-CN" dirty="0" err="1">
                <a:ea typeface="SimSun" panose="02010600030101010101" pitchFamily="2" charset="-122"/>
              </a:rPr>
              <a:t>DeMorgan’s</a:t>
            </a:r>
            <a:r>
              <a:rPr lang="en-US" altLang="zh-CN" dirty="0">
                <a:ea typeface="SimSun" panose="02010600030101010101" pitchFamily="2" charset="-122"/>
              </a:rPr>
              <a:t> laws:</a:t>
            </a:r>
          </a:p>
          <a:p>
            <a:pPr>
              <a:buSzPct val="50000"/>
              <a:buFont typeface="Monotype Sorts" pitchFamily="2" charset="2"/>
              <a:buNone/>
            </a:pPr>
            <a:endParaRPr lang="en-US" altLang="zh-CN" dirty="0">
              <a:ea typeface="SimSun" panose="02010600030101010101" pitchFamily="2" charset="-122"/>
            </a:endParaRPr>
          </a:p>
          <a:p>
            <a:pPr>
              <a:buSzPct val="50000"/>
              <a:buFont typeface="Monotype Sorts" pitchFamily="2" charset="2"/>
              <a:buNone/>
            </a:pPr>
            <a:endParaRPr lang="en-US" altLang="zh-CN" dirty="0">
              <a:ea typeface="SimSun" panose="02010600030101010101" pitchFamily="2" charset="-122"/>
            </a:endParaRPr>
          </a:p>
          <a:p>
            <a:pPr>
              <a:buSzPct val="50000"/>
              <a:buFont typeface="Monotype Sorts" pitchFamily="2" charset="2"/>
              <a:buNone/>
            </a:pPr>
            <a:r>
              <a:rPr lang="en-US" altLang="zh-CN" dirty="0">
                <a:ea typeface="SimSun" panose="02010600030101010101" pitchFamily="2" charset="-122"/>
              </a:rPr>
              <a:t>However,</a:t>
            </a:r>
          </a:p>
          <a:p>
            <a:pPr>
              <a:buSzPct val="50000"/>
              <a:buFont typeface="Monotype Sorts" pitchFamily="2" charset="2"/>
              <a:buNone/>
            </a:pPr>
            <a:endParaRPr lang="en-US" altLang="zh-CN" dirty="0">
              <a:ea typeface="SimSun" panose="02010600030101010101" pitchFamily="2" charset="-122"/>
            </a:endParaRPr>
          </a:p>
          <a:p>
            <a:pPr>
              <a:buSzPct val="50000"/>
              <a:buFont typeface="Monotype Sorts" pitchFamily="2" charset="2"/>
              <a:buNone/>
            </a:pPr>
            <a:endParaRPr lang="zh-CN" altLang="en-US" dirty="0">
              <a:ea typeface="SimSun" panose="02010600030101010101" pitchFamily="2" charset="-122"/>
            </a:endParaRPr>
          </a:p>
        </p:txBody>
      </p:sp>
      <p:graphicFrame>
        <p:nvGraphicFramePr>
          <p:cNvPr id="417797" name="Object 6"/>
          <p:cNvGraphicFramePr>
            <a:graphicFrameLocks noChangeAspect="1"/>
          </p:cNvGraphicFramePr>
          <p:nvPr/>
        </p:nvGraphicFramePr>
        <p:xfrm>
          <a:off x="2514600" y="1851025"/>
          <a:ext cx="4343400" cy="631825"/>
        </p:xfrm>
        <a:graphic>
          <a:graphicData uri="http://schemas.openxmlformats.org/presentationml/2006/ole">
            <mc:AlternateContent xmlns:mc="http://schemas.openxmlformats.org/markup-compatibility/2006">
              <mc:Choice xmlns:v="urn:schemas-microsoft-com:vml" Requires="v">
                <p:oleObj name="Equation" r:id="rId3" imgW="1396394" imgH="203112" progId="Equation.3">
                  <p:embed/>
                </p:oleObj>
              </mc:Choice>
              <mc:Fallback>
                <p:oleObj name="Equation" r:id="rId3" imgW="1396394" imgH="203112" progId="Equation.3">
                  <p:embed/>
                  <p:pic>
                    <p:nvPicPr>
                      <p:cNvPr id="41779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851025"/>
                        <a:ext cx="4343400"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7798" name="Object 7"/>
          <p:cNvGraphicFramePr>
            <a:graphicFrameLocks noChangeAspect="1"/>
          </p:cNvGraphicFramePr>
          <p:nvPr/>
        </p:nvGraphicFramePr>
        <p:xfrm>
          <a:off x="3429000" y="2438400"/>
          <a:ext cx="4203700" cy="611188"/>
        </p:xfrm>
        <a:graphic>
          <a:graphicData uri="http://schemas.openxmlformats.org/presentationml/2006/ole">
            <mc:AlternateContent xmlns:mc="http://schemas.openxmlformats.org/markup-compatibility/2006">
              <mc:Choice xmlns:v="urn:schemas-microsoft-com:vml" Requires="v">
                <p:oleObj name="Equation" r:id="rId5" imgW="1396394" imgH="203112" progId="Equation.3">
                  <p:embed/>
                </p:oleObj>
              </mc:Choice>
              <mc:Fallback>
                <p:oleObj name="Equation" r:id="rId5" imgW="1396394" imgH="203112" progId="Equation.3">
                  <p:embed/>
                  <p:pic>
                    <p:nvPicPr>
                      <p:cNvPr id="41779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438400"/>
                        <a:ext cx="4203700"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7799" name="Object 8"/>
          <p:cNvGraphicFramePr>
            <a:graphicFrameLocks noChangeAspect="1"/>
          </p:cNvGraphicFramePr>
          <p:nvPr/>
        </p:nvGraphicFramePr>
        <p:xfrm>
          <a:off x="4953000" y="2895600"/>
          <a:ext cx="1193800" cy="671513"/>
        </p:xfrm>
        <a:graphic>
          <a:graphicData uri="http://schemas.openxmlformats.org/presentationml/2006/ole">
            <mc:AlternateContent xmlns:mc="http://schemas.openxmlformats.org/markup-compatibility/2006">
              <mc:Choice xmlns:v="urn:schemas-microsoft-com:vml" Requires="v">
                <p:oleObj name="Equation" r:id="rId7" imgW="406224" imgH="228501" progId="Equation.3">
                  <p:embed/>
                </p:oleObj>
              </mc:Choice>
              <mc:Fallback>
                <p:oleObj name="Equation" r:id="rId7" imgW="406224" imgH="228501" progId="Equation.3">
                  <p:embed/>
                  <p:pic>
                    <p:nvPicPr>
                      <p:cNvPr id="41779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2895600"/>
                        <a:ext cx="1193800"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7800" name="Object 9"/>
          <p:cNvGraphicFramePr>
            <a:graphicFrameLocks noChangeAspect="1"/>
          </p:cNvGraphicFramePr>
          <p:nvPr/>
        </p:nvGraphicFramePr>
        <p:xfrm>
          <a:off x="4343400" y="3657600"/>
          <a:ext cx="3124200" cy="1447800"/>
        </p:xfrm>
        <a:graphic>
          <a:graphicData uri="http://schemas.openxmlformats.org/presentationml/2006/ole">
            <mc:AlternateContent xmlns:mc="http://schemas.openxmlformats.org/markup-compatibility/2006">
              <mc:Choice xmlns:v="urn:schemas-microsoft-com:vml" Requires="v">
                <p:oleObj name="Equation" r:id="rId9" imgW="927100" imgH="482600" progId="Equation.3">
                  <p:embed/>
                </p:oleObj>
              </mc:Choice>
              <mc:Fallback>
                <p:oleObj name="Equation" r:id="rId9" imgW="927100" imgH="482600" progId="Equation.3">
                  <p:embed/>
                  <p:pic>
                    <p:nvPicPr>
                      <p:cNvPr id="41780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3400" y="3657600"/>
                        <a:ext cx="31242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7801" name="Object 10"/>
          <p:cNvGraphicFramePr>
            <a:graphicFrameLocks noChangeAspect="1"/>
          </p:cNvGraphicFramePr>
          <p:nvPr>
            <p:extLst>
              <p:ext uri="{D42A27DB-BD31-4B8C-83A1-F6EECF244321}">
                <p14:modId xmlns:p14="http://schemas.microsoft.com/office/powerpoint/2010/main" val="250851892"/>
              </p:ext>
            </p:extLst>
          </p:nvPr>
        </p:nvGraphicFramePr>
        <p:xfrm>
          <a:off x="3429000" y="5162152"/>
          <a:ext cx="4495800" cy="798513"/>
        </p:xfrm>
        <a:graphic>
          <a:graphicData uri="http://schemas.openxmlformats.org/presentationml/2006/ole">
            <mc:AlternateContent xmlns:mc="http://schemas.openxmlformats.org/markup-compatibility/2006">
              <mc:Choice xmlns:v="urn:schemas-microsoft-com:vml" Requires="v">
                <p:oleObj name="Equation" r:id="rId11" imgW="1358310" imgH="241195" progId="Equation.3">
                  <p:embed/>
                </p:oleObj>
              </mc:Choice>
              <mc:Fallback>
                <p:oleObj name="Equation" r:id="rId11" imgW="1358310" imgH="241195" progId="Equation.3">
                  <p:embed/>
                  <p:pic>
                    <p:nvPicPr>
                      <p:cNvPr id="417801"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9000" y="5162152"/>
                        <a:ext cx="4495800" cy="798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780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BDA1D03-2D17-4C6A-928C-034FF1350A58}" type="slidenum">
              <a:rPr lang="zh-CN" altLang="en-US" sz="1400" smtClean="0">
                <a:solidFill>
                  <a:schemeClr val="bg2"/>
                </a:solidFill>
                <a:latin typeface="Arial" panose="020B0604020202020204" pitchFamily="34" charset="0"/>
              </a:rPr>
              <a:pPr>
                <a:spcBef>
                  <a:spcPct val="50000"/>
                </a:spcBef>
                <a:buClrTx/>
                <a:buSzTx/>
                <a:buFontTx/>
                <a:buNone/>
              </a:pPr>
              <a:t>289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14C1652-2D3B-3DE8-2253-108911E73C9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3" name="Rectangle 2"/>
          <p:cNvSpPr>
            <a:spLocks noGrp="1" noChangeArrowheads="1"/>
          </p:cNvSpPr>
          <p:nvPr>
            <p:ph type="title"/>
          </p:nvPr>
        </p:nvSpPr>
        <p:spPr/>
        <p:txBody>
          <a:bodyPr/>
          <a:lstStyle/>
          <a:p>
            <a:pPr algn="ctr"/>
            <a:r>
              <a:rPr lang="en-US" altLang="zh-CN">
                <a:ea typeface="SimSun" panose="02010600030101010101" pitchFamily="2" charset="-122"/>
              </a:rPr>
              <a:t>Fuzzy Relations</a:t>
            </a:r>
          </a:p>
        </p:txBody>
      </p:sp>
      <p:sp>
        <p:nvSpPr>
          <p:cNvPr id="419844" name="Rectangle 3"/>
          <p:cNvSpPr>
            <a:spLocks noGrp="1" noChangeArrowheads="1"/>
          </p:cNvSpPr>
          <p:nvPr>
            <p:ph type="body" idx="1"/>
          </p:nvPr>
        </p:nvSpPr>
        <p:spPr/>
        <p:txBody>
          <a:bodyPr/>
          <a:lstStyle/>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a:p>
            <a:pPr>
              <a:buFont typeface="Monotype Sorts" pitchFamily="2" charset="2"/>
              <a:buNone/>
            </a:pPr>
            <a:endParaRPr lang="zh-CN" altLang="en-US">
              <a:ea typeface="SimSun" panose="02010600030101010101" pitchFamily="2" charset="-122"/>
            </a:endParaRPr>
          </a:p>
          <a:p>
            <a:pPr>
              <a:buFont typeface="Monotype Sorts" pitchFamily="2" charset="2"/>
              <a:buNone/>
            </a:pPr>
            <a:r>
              <a:rPr lang="en-US" altLang="zh-CN">
                <a:ea typeface="SimSun" panose="02010600030101010101" pitchFamily="2" charset="-122"/>
              </a:rPr>
              <a:t>Binary fuzzy relations are most common.</a:t>
            </a:r>
          </a:p>
          <a:p>
            <a:pPr>
              <a:buFont typeface="Monotype Sorts" pitchFamily="2" charset="2"/>
              <a:buNone/>
            </a:pPr>
            <a:r>
              <a:rPr lang="en-US" altLang="zh-CN">
                <a:ea typeface="SimSun" panose="02010600030101010101" pitchFamily="2" charset="-122"/>
              </a:rPr>
              <a:t>Reflexive:  </a:t>
            </a:r>
          </a:p>
          <a:p>
            <a:pPr>
              <a:buFont typeface="Monotype Sorts" pitchFamily="2" charset="2"/>
              <a:buNone/>
            </a:pPr>
            <a:r>
              <a:rPr lang="en-US" altLang="zh-CN">
                <a:ea typeface="SimSun" panose="02010600030101010101" pitchFamily="2" charset="-122"/>
              </a:rPr>
              <a:t>Symmetric:</a:t>
            </a:r>
          </a:p>
          <a:p>
            <a:pPr>
              <a:buFont typeface="Monotype Sorts" pitchFamily="2" charset="2"/>
              <a:buNone/>
            </a:pPr>
            <a:r>
              <a:rPr lang="en-US" altLang="zh-CN">
                <a:ea typeface="SimSun" panose="02010600030101010101" pitchFamily="2" charset="-122"/>
              </a:rPr>
              <a:t>Transitive:</a:t>
            </a:r>
          </a:p>
        </p:txBody>
      </p:sp>
      <p:graphicFrame>
        <p:nvGraphicFramePr>
          <p:cNvPr id="419845" name="Object 0"/>
          <p:cNvGraphicFramePr>
            <a:graphicFrameLocks noChangeAspect="1"/>
          </p:cNvGraphicFramePr>
          <p:nvPr/>
        </p:nvGraphicFramePr>
        <p:xfrm>
          <a:off x="838200" y="1676400"/>
          <a:ext cx="8001000" cy="1676400"/>
        </p:xfrm>
        <a:graphic>
          <a:graphicData uri="http://schemas.openxmlformats.org/presentationml/2006/ole">
            <mc:AlternateContent xmlns:mc="http://schemas.openxmlformats.org/markup-compatibility/2006">
              <mc:Choice xmlns:v="urn:schemas-microsoft-com:vml" Requires="v">
                <p:oleObj name="Equation" r:id="rId3" imgW="4711700" imgH="762000" progId="Equation.3">
                  <p:embed/>
                </p:oleObj>
              </mc:Choice>
              <mc:Fallback>
                <p:oleObj name="Equation" r:id="rId3" imgW="4711700" imgH="762000" progId="Equation.3">
                  <p:embed/>
                  <p:pic>
                    <p:nvPicPr>
                      <p:cNvPr id="419845"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76400"/>
                        <a:ext cx="80010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846" name="Object 1"/>
          <p:cNvGraphicFramePr>
            <a:graphicFrameLocks noChangeAspect="1"/>
          </p:cNvGraphicFramePr>
          <p:nvPr/>
        </p:nvGraphicFramePr>
        <p:xfrm>
          <a:off x="3213100" y="4249738"/>
          <a:ext cx="5232400" cy="1633537"/>
        </p:xfrm>
        <a:graphic>
          <a:graphicData uri="http://schemas.openxmlformats.org/presentationml/2006/ole">
            <mc:AlternateContent xmlns:mc="http://schemas.openxmlformats.org/markup-compatibility/2006">
              <mc:Choice xmlns:v="urn:schemas-microsoft-com:vml" Requires="v">
                <p:oleObj name="方程式" r:id="rId5" imgW="2578100" imgH="698500" progId="Equation.3">
                  <p:embed/>
                </p:oleObj>
              </mc:Choice>
              <mc:Fallback>
                <p:oleObj name="方程式" r:id="rId5" imgW="2578100" imgH="698500" progId="Equation.3">
                  <p:embed/>
                  <p:pic>
                    <p:nvPicPr>
                      <p:cNvPr id="419846"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3100" y="4249738"/>
                        <a:ext cx="5232400" cy="163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4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AEE4CDA-57AB-489E-8849-4418BFBAD6C7}" type="slidenum">
              <a:rPr lang="zh-CN" altLang="en-US" sz="1400" smtClean="0">
                <a:solidFill>
                  <a:schemeClr val="bg2"/>
                </a:solidFill>
                <a:latin typeface="Arial" panose="020B0604020202020204" pitchFamily="34" charset="0"/>
              </a:rPr>
              <a:pPr>
                <a:spcBef>
                  <a:spcPct val="50000"/>
                </a:spcBef>
                <a:buClrTx/>
                <a:buSzTx/>
                <a:buFontTx/>
                <a:buNone/>
              </a:pPr>
              <a:t>290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4F24786-F47D-FE4F-E700-A2C6C2BF0A8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2"/>
          <p:cNvSpPr>
            <a:spLocks noGrp="1" noChangeArrowheads="1"/>
          </p:cNvSpPr>
          <p:nvPr>
            <p:ph type="title"/>
          </p:nvPr>
        </p:nvSpPr>
        <p:spPr/>
        <p:txBody>
          <a:bodyPr/>
          <a:lstStyle/>
          <a:p>
            <a:pPr algn="ctr"/>
            <a:r>
              <a:rPr lang="en-US" altLang="zh-CN">
                <a:ea typeface="SimSun" panose="02010600030101010101" pitchFamily="2" charset="-122"/>
              </a:rPr>
              <a:t>Fuzzifiers and Defuzzifiers</a:t>
            </a:r>
          </a:p>
        </p:txBody>
      </p:sp>
      <p:sp>
        <p:nvSpPr>
          <p:cNvPr id="421892" name="Rectangle 3"/>
          <p:cNvSpPr>
            <a:spLocks noGrp="1" noChangeArrowheads="1"/>
          </p:cNvSpPr>
          <p:nvPr>
            <p:ph type="body" idx="1"/>
          </p:nvPr>
        </p:nvSpPr>
        <p:spPr/>
        <p:txBody>
          <a:bodyPr/>
          <a:lstStyle/>
          <a:p>
            <a:pPr>
              <a:buSzPct val="60000"/>
              <a:buFont typeface="Monotype Sorts" pitchFamily="2" charset="2"/>
              <a:buChar char="l"/>
            </a:pPr>
            <a:r>
              <a:rPr lang="en-US" altLang="zh-CN" sz="3600">
                <a:ea typeface="SimSun" panose="02010600030101010101" pitchFamily="2" charset="-122"/>
              </a:rPr>
              <a:t>Fuzzifier: A mapping from a real-valued set to a fuzzy by means of a membership function. </a:t>
            </a:r>
          </a:p>
          <a:p>
            <a:pPr>
              <a:buSzPct val="60000"/>
              <a:buFont typeface="Monotype Sorts" pitchFamily="2" charset="2"/>
              <a:buChar char="l"/>
            </a:pPr>
            <a:r>
              <a:rPr lang="en-US" altLang="zh-CN" sz="3600">
                <a:ea typeface="SimSun" panose="02010600030101010101" pitchFamily="2" charset="-122"/>
              </a:rPr>
              <a:t>Defuzzifier: A mapping from a fuzzy set to a real-valued set. </a:t>
            </a:r>
          </a:p>
        </p:txBody>
      </p:sp>
      <p:sp>
        <p:nvSpPr>
          <p:cNvPr id="42189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6D31E00-34C5-4E9C-8894-D09BC4BC66B8}" type="slidenum">
              <a:rPr lang="zh-CN" altLang="en-US" sz="1400" smtClean="0">
                <a:solidFill>
                  <a:schemeClr val="bg2"/>
                </a:solidFill>
                <a:latin typeface="Arial" panose="020B0604020202020204" pitchFamily="34" charset="0"/>
              </a:rPr>
              <a:pPr>
                <a:spcBef>
                  <a:spcPct val="50000"/>
                </a:spcBef>
                <a:buClrTx/>
                <a:buSzTx/>
                <a:buFontTx/>
                <a:buNone/>
              </a:pPr>
              <a:t>291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73FDB048-395C-A25A-E1FC-FA2F6DA1DCF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9" name="Rectangle 2"/>
          <p:cNvSpPr>
            <a:spLocks noGrp="1" noChangeArrowheads="1"/>
          </p:cNvSpPr>
          <p:nvPr>
            <p:ph type="title"/>
          </p:nvPr>
        </p:nvSpPr>
        <p:spPr/>
        <p:txBody>
          <a:bodyPr/>
          <a:lstStyle/>
          <a:p>
            <a:pPr algn="ctr"/>
            <a:r>
              <a:rPr lang="en-US" altLang="zh-CN">
                <a:ea typeface="SimSun" panose="02010600030101010101" pitchFamily="2" charset="-122"/>
              </a:rPr>
              <a:t>Typical Defuzzifiers</a:t>
            </a:r>
          </a:p>
        </p:txBody>
      </p:sp>
      <p:sp>
        <p:nvSpPr>
          <p:cNvPr id="423940" name="Rectangle 3"/>
          <p:cNvSpPr>
            <a:spLocks noGrp="1" noChangeArrowheads="1"/>
          </p:cNvSpPr>
          <p:nvPr>
            <p:ph type="body" idx="1"/>
          </p:nvPr>
        </p:nvSpPr>
        <p:spPr/>
        <p:txBody>
          <a:bodyPr/>
          <a:lstStyle/>
          <a:p>
            <a:pPr>
              <a:buSzPct val="60000"/>
              <a:buFont typeface="Monotype Sorts" pitchFamily="2" charset="2"/>
              <a:buChar char="l"/>
            </a:pPr>
            <a:r>
              <a:rPr lang="en-US" altLang="zh-CN">
                <a:ea typeface="SimSun" panose="02010600030101010101" pitchFamily="2" charset="-122"/>
              </a:rPr>
              <a:t>Centroid (also know as center of gravity and center of area) </a:t>
            </a:r>
            <a:r>
              <a:rPr lang="en-US" altLang="zh-CN" err="1">
                <a:ea typeface="SimSun" panose="02010600030101010101" pitchFamily="2" charset="-122"/>
              </a:rPr>
              <a:t>defuzzifier</a:t>
            </a:r>
            <a:r>
              <a:rPr lang="en-US" altLang="zh-CN">
                <a:ea typeface="SimSun" panose="02010600030101010101" pitchFamily="2" charset="-122"/>
              </a:rPr>
              <a:t>: </a:t>
            </a: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endParaRPr lang="en-US" altLang="zh-CN">
              <a:ea typeface="SimSun" panose="02010600030101010101" pitchFamily="2" charset="-122"/>
            </a:endParaRPr>
          </a:p>
          <a:p>
            <a:pPr>
              <a:buSzPct val="60000"/>
              <a:buFont typeface="Monotype Sorts" pitchFamily="2" charset="2"/>
              <a:buChar char="l"/>
            </a:pPr>
            <a:r>
              <a:rPr lang="en-US" altLang="zh-CN">
                <a:ea typeface="SimSun" panose="02010600030101010101" pitchFamily="2" charset="-122"/>
              </a:rPr>
              <a:t>Center average (mean of maximum) </a:t>
            </a:r>
            <a:r>
              <a:rPr lang="en-US" altLang="zh-CN" err="1">
                <a:ea typeface="SimSun" panose="02010600030101010101" pitchFamily="2" charset="-122"/>
              </a:rPr>
              <a:t>defuzzifier</a:t>
            </a:r>
            <a:r>
              <a:rPr lang="en-US" altLang="zh-CN">
                <a:ea typeface="SimSun" panose="02010600030101010101" pitchFamily="2" charset="-122"/>
              </a:rPr>
              <a:t>:</a:t>
            </a:r>
          </a:p>
          <a:p>
            <a:pPr>
              <a:buSzPct val="60000"/>
              <a:buFont typeface="Monotype Sorts" pitchFamily="2" charset="2"/>
              <a:buNone/>
            </a:pPr>
            <a:endParaRPr lang="en-US" altLang="zh-CN">
              <a:ea typeface="SimSun" panose="02010600030101010101" pitchFamily="2" charset="-122"/>
            </a:endParaRPr>
          </a:p>
          <a:p>
            <a:pPr>
              <a:buFont typeface="Wingdings" panose="05000000000000000000" pitchFamily="2" charset="2"/>
              <a:buChar char="§"/>
            </a:pPr>
            <a:endParaRPr lang="zh-CN" altLang="en-US">
              <a:ea typeface="SimSun" panose="02010600030101010101" pitchFamily="2" charset="-122"/>
            </a:endParaRPr>
          </a:p>
        </p:txBody>
      </p:sp>
      <p:graphicFrame>
        <p:nvGraphicFramePr>
          <p:cNvPr id="423941" name="Object 4"/>
          <p:cNvGraphicFramePr>
            <a:graphicFrameLocks noChangeAspect="1"/>
          </p:cNvGraphicFramePr>
          <p:nvPr/>
        </p:nvGraphicFramePr>
        <p:xfrm>
          <a:off x="1155700" y="2819400"/>
          <a:ext cx="7443788" cy="1481138"/>
        </p:xfrm>
        <a:graphic>
          <a:graphicData uri="http://schemas.openxmlformats.org/presentationml/2006/ole">
            <mc:AlternateContent xmlns:mc="http://schemas.openxmlformats.org/markup-compatibility/2006">
              <mc:Choice xmlns:v="urn:schemas-microsoft-com:vml" Requires="v">
                <p:oleObj name="Equation" r:id="rId3" imgW="2222500" imgH="660400" progId="Equation.3">
                  <p:embed/>
                </p:oleObj>
              </mc:Choice>
              <mc:Fallback>
                <p:oleObj name="Equation" r:id="rId3" imgW="2222500" imgH="660400" progId="Equation.3">
                  <p:embed/>
                  <p:pic>
                    <p:nvPicPr>
                      <p:cNvPr id="42394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2819400"/>
                        <a:ext cx="7443788" cy="1481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3942" name="Object 5"/>
          <p:cNvGraphicFramePr>
            <a:graphicFrameLocks noChangeAspect="1"/>
          </p:cNvGraphicFramePr>
          <p:nvPr/>
        </p:nvGraphicFramePr>
        <p:xfrm>
          <a:off x="2667000" y="4724400"/>
          <a:ext cx="3733800" cy="1371600"/>
        </p:xfrm>
        <a:graphic>
          <a:graphicData uri="http://schemas.openxmlformats.org/presentationml/2006/ole">
            <mc:AlternateContent xmlns:mc="http://schemas.openxmlformats.org/markup-compatibility/2006">
              <mc:Choice xmlns:v="urn:schemas-microsoft-com:vml" Requires="v">
                <p:oleObj name="Equation" r:id="rId5" imgW="1016000" imgH="660400" progId="Equation.3">
                  <p:embed/>
                </p:oleObj>
              </mc:Choice>
              <mc:Fallback>
                <p:oleObj name="Equation" r:id="rId5" imgW="1016000" imgH="660400" progId="Equation.3">
                  <p:embed/>
                  <p:pic>
                    <p:nvPicPr>
                      <p:cNvPr id="423942"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4724400"/>
                        <a:ext cx="37338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394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FE6A305-9DA1-4D2D-BFF5-32171763BD7F}" type="slidenum">
              <a:rPr lang="zh-CN" altLang="en-US" sz="1400" smtClean="0">
                <a:solidFill>
                  <a:schemeClr val="bg2"/>
                </a:solidFill>
                <a:latin typeface="Arial" panose="020B0604020202020204" pitchFamily="34" charset="0"/>
              </a:rPr>
              <a:pPr>
                <a:spcBef>
                  <a:spcPct val="50000"/>
                </a:spcBef>
                <a:buClrTx/>
                <a:buSzTx/>
                <a:buFontTx/>
                <a:buNone/>
              </a:pPr>
              <a:t>292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4D05FC2-D304-A639-8356-0C70A5DA15F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394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39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7" name="Rectangle 2"/>
          <p:cNvSpPr>
            <a:spLocks noGrp="1" noChangeArrowheads="1"/>
          </p:cNvSpPr>
          <p:nvPr>
            <p:ph type="title"/>
          </p:nvPr>
        </p:nvSpPr>
        <p:spPr/>
        <p:txBody>
          <a:bodyPr/>
          <a:lstStyle/>
          <a:p>
            <a:pPr algn="ctr"/>
            <a:r>
              <a:rPr lang="en-US" altLang="zh-CN">
                <a:ea typeface="SimSun" panose="02010600030101010101" pitchFamily="2" charset="-122"/>
              </a:rPr>
              <a:t>Centroid Defuzzifier</a:t>
            </a:r>
          </a:p>
        </p:txBody>
      </p:sp>
      <p:pic>
        <p:nvPicPr>
          <p:cNvPr id="425988"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76400"/>
            <a:ext cx="771525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98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A05A78F-8800-455F-A744-AE140DDC5F75}" type="slidenum">
              <a:rPr lang="zh-CN" altLang="en-US" sz="1400" smtClean="0">
                <a:solidFill>
                  <a:schemeClr val="bg2"/>
                </a:solidFill>
                <a:latin typeface="Arial" panose="020B0604020202020204" pitchFamily="34" charset="0"/>
              </a:rPr>
              <a:pPr>
                <a:spcBef>
                  <a:spcPct val="50000"/>
                </a:spcBef>
                <a:buClrTx/>
                <a:buSzTx/>
                <a:buFontTx/>
                <a:buNone/>
              </a:pPr>
              <a:t>293</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21C5EEE4-5AA9-97EB-7B63-EC52EB99247F}"/>
              </a:ext>
            </a:extLst>
          </p:cNvPr>
          <p:cNvSpPr txBox="1"/>
          <p:nvPr/>
        </p:nvSpPr>
        <p:spPr>
          <a:xfrm>
            <a:off x="2293125" y="6089881"/>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50ECA2E6-2913-A897-803D-DEB4B5064CF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5" name="Rectangle 4098"/>
          <p:cNvSpPr>
            <a:spLocks noGrp="1" noChangeArrowheads="1"/>
          </p:cNvSpPr>
          <p:nvPr>
            <p:ph type="title"/>
          </p:nvPr>
        </p:nvSpPr>
        <p:spPr/>
        <p:txBody>
          <a:bodyPr/>
          <a:lstStyle/>
          <a:p>
            <a:pPr algn="ctr"/>
            <a:r>
              <a:rPr lang="en-US" altLang="zh-CN">
                <a:ea typeface="SimSun" panose="02010600030101010101" pitchFamily="2" charset="-122"/>
              </a:rPr>
              <a:t>Linguistic Variables</a:t>
            </a:r>
          </a:p>
        </p:txBody>
      </p:sp>
      <p:sp>
        <p:nvSpPr>
          <p:cNvPr id="428036" name="Rectangle 4099"/>
          <p:cNvSpPr>
            <a:spLocks noGrp="1" noChangeArrowheads="1"/>
          </p:cNvSpPr>
          <p:nvPr>
            <p:ph type="body" idx="1"/>
          </p:nvPr>
        </p:nvSpPr>
        <p:spPr/>
        <p:txBody>
          <a:bodyPr/>
          <a:lstStyle/>
          <a:p>
            <a:pPr>
              <a:lnSpc>
                <a:spcPct val="90000"/>
              </a:lnSpc>
              <a:buFont typeface="Wingdings" panose="05000000000000000000" pitchFamily="2" charset="2"/>
              <a:buChar char="§"/>
            </a:pPr>
            <a:r>
              <a:rPr lang="en-US" altLang="zh-CN">
                <a:ea typeface="SimSun" panose="02010600030101010101" pitchFamily="2" charset="-122"/>
              </a:rPr>
              <a:t>Linguistic variables are important in fuzzy logic and approximate reasoning.</a:t>
            </a:r>
          </a:p>
          <a:p>
            <a:pPr>
              <a:lnSpc>
                <a:spcPct val="90000"/>
              </a:lnSpc>
              <a:buFont typeface="Wingdings" panose="05000000000000000000" pitchFamily="2" charset="2"/>
              <a:buChar char="§"/>
            </a:pPr>
            <a:r>
              <a:rPr lang="en-US" altLang="zh-CN">
                <a:ea typeface="SimSun" panose="02010600030101010101" pitchFamily="2" charset="-122"/>
              </a:rPr>
              <a:t>Linguistic variables are variables whose values are words or sentences in natural or artificial languages.</a:t>
            </a:r>
          </a:p>
          <a:p>
            <a:pPr>
              <a:lnSpc>
                <a:spcPct val="90000"/>
              </a:lnSpc>
              <a:buFont typeface="Wingdings" panose="05000000000000000000" pitchFamily="2" charset="2"/>
              <a:buChar char="§"/>
            </a:pPr>
            <a:r>
              <a:rPr lang="en-US" altLang="zh-CN">
                <a:ea typeface="SimSun" panose="02010600030101010101" pitchFamily="2" charset="-122"/>
              </a:rPr>
              <a:t>For example, </a:t>
            </a:r>
            <a:r>
              <a:rPr lang="en-US" altLang="zh-CN" i="1">
                <a:ea typeface="SimSun" panose="02010600030101010101" pitchFamily="2" charset="-122"/>
              </a:rPr>
              <a:t>speed</a:t>
            </a:r>
            <a:r>
              <a:rPr lang="en-US" altLang="zh-CN">
                <a:ea typeface="SimSun" panose="02010600030101010101" pitchFamily="2" charset="-122"/>
              </a:rPr>
              <a:t> can be defined as a linguistic variable and takes values of </a:t>
            </a:r>
            <a:r>
              <a:rPr lang="en-US" altLang="zh-CN" i="1">
                <a:ea typeface="SimSun" panose="02010600030101010101" pitchFamily="2" charset="-122"/>
              </a:rPr>
              <a:t>slow, fast,</a:t>
            </a:r>
            <a:r>
              <a:rPr lang="en-US" altLang="zh-CN">
                <a:ea typeface="SimSun" panose="02010600030101010101" pitchFamily="2" charset="-122"/>
              </a:rPr>
              <a:t> and </a:t>
            </a:r>
            <a:r>
              <a:rPr lang="en-US" altLang="zh-CN" i="1">
                <a:ea typeface="SimSun" panose="02010600030101010101" pitchFamily="2" charset="-122"/>
              </a:rPr>
              <a:t>very fast</a:t>
            </a:r>
            <a:r>
              <a:rPr lang="en-US" altLang="zh-CN">
                <a:ea typeface="SimSun" panose="02010600030101010101" pitchFamily="2" charset="-122"/>
              </a:rPr>
              <a:t>.</a:t>
            </a:r>
          </a:p>
          <a:p>
            <a:pPr>
              <a:lnSpc>
                <a:spcPct val="90000"/>
              </a:lnSpc>
              <a:buFont typeface="Wingdings" panose="05000000000000000000" pitchFamily="2" charset="2"/>
              <a:buChar char="§"/>
            </a:pPr>
            <a:endParaRPr lang="en-US" altLang="zh-CN">
              <a:ea typeface="SimSun" panose="02010600030101010101" pitchFamily="2" charset="-122"/>
            </a:endParaRPr>
          </a:p>
        </p:txBody>
      </p:sp>
      <p:sp>
        <p:nvSpPr>
          <p:cNvPr id="42803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A177903-41EC-4D91-B504-C2EA3DC13946}" type="slidenum">
              <a:rPr lang="zh-CN" altLang="en-US" sz="1400" smtClean="0">
                <a:solidFill>
                  <a:schemeClr val="bg2"/>
                </a:solidFill>
                <a:latin typeface="Arial" panose="020B0604020202020204" pitchFamily="34" charset="0"/>
              </a:rPr>
              <a:pPr>
                <a:spcBef>
                  <a:spcPct val="50000"/>
                </a:spcBef>
                <a:buClrTx/>
                <a:buSzTx/>
                <a:buFontTx/>
                <a:buNone/>
              </a:pPr>
              <a:t>294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1B83C28-753C-5179-A989-26060A30FB8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02D1-82B3-4924-A442-9DCC0EE5927D}"/>
              </a:ext>
            </a:extLst>
          </p:cNvPr>
          <p:cNvSpPr>
            <a:spLocks noGrp="1"/>
          </p:cNvSpPr>
          <p:nvPr>
            <p:ph type="title"/>
          </p:nvPr>
        </p:nvSpPr>
        <p:spPr/>
        <p:txBody>
          <a:bodyPr/>
          <a:lstStyle/>
          <a:p>
            <a:r>
              <a:rPr lang="en-HK"/>
              <a:t>Mamdani-type Fuzzy Systems</a:t>
            </a:r>
          </a:p>
        </p:txBody>
      </p:sp>
      <p:sp>
        <p:nvSpPr>
          <p:cNvPr id="3" name="Content Placeholder 2">
            <a:extLst>
              <a:ext uri="{FF2B5EF4-FFF2-40B4-BE49-F238E27FC236}">
                <a16:creationId xmlns:a16="http://schemas.microsoft.com/office/drawing/2014/main" id="{28B14526-75ED-4EC9-92AE-BA91AC4D26C2}"/>
              </a:ext>
            </a:extLst>
          </p:cNvPr>
          <p:cNvSpPr>
            <a:spLocks noGrp="1"/>
          </p:cNvSpPr>
          <p:nvPr>
            <p:ph idx="1"/>
          </p:nvPr>
        </p:nvSpPr>
        <p:spPr/>
        <p:txBody>
          <a:bodyPr/>
          <a:lstStyle/>
          <a:p>
            <a:r>
              <a:rPr lang="en-US"/>
              <a:t>A type of fuzzy inference system that uses linguistic IF-THEN rules to map inputs to outputs, originally developed to mimic human control systems. </a:t>
            </a:r>
          </a:p>
          <a:p>
            <a:r>
              <a:rPr lang="en-US"/>
              <a:t>The key characteristic is that the output of each rule is a fuzzy set, which is then aggregated and </a:t>
            </a:r>
            <a:r>
              <a:rPr lang="en-US" err="1"/>
              <a:t>defuzzified</a:t>
            </a:r>
            <a:r>
              <a:rPr lang="en-US"/>
              <a:t> to produce a final, crisp output value.</a:t>
            </a:r>
            <a:endParaRPr lang="en-HK"/>
          </a:p>
        </p:txBody>
      </p:sp>
      <p:sp>
        <p:nvSpPr>
          <p:cNvPr id="4" name="Slide Number Placeholder 3">
            <a:extLst>
              <a:ext uri="{FF2B5EF4-FFF2-40B4-BE49-F238E27FC236}">
                <a16:creationId xmlns:a16="http://schemas.microsoft.com/office/drawing/2014/main" id="{DC820186-54BD-447F-A56A-4DC4DE529259}"/>
              </a:ext>
            </a:extLst>
          </p:cNvPr>
          <p:cNvSpPr>
            <a:spLocks noGrp="1"/>
          </p:cNvSpPr>
          <p:nvPr>
            <p:ph type="sldNum" sz="quarter" idx="11"/>
          </p:nvPr>
        </p:nvSpPr>
        <p:spPr/>
        <p:txBody>
          <a:bodyPr/>
          <a:lstStyle/>
          <a:p>
            <a:pPr>
              <a:defRPr/>
            </a:pPr>
            <a:fld id="{D5EE1E99-A213-44F4-BB38-2AE742957139}" type="slidenum">
              <a:rPr lang="zh-CN" altLang="en-US" smtClean="0"/>
              <a:pPr>
                <a:defRPr/>
              </a:pPr>
              <a:t>295</a:t>
            </a:fld>
            <a:endParaRPr lang="en-US" altLang="zh-CN"/>
          </a:p>
        </p:txBody>
      </p:sp>
      <p:sp>
        <p:nvSpPr>
          <p:cNvPr id="5" name="Footer Placeholder 4">
            <a:extLst>
              <a:ext uri="{FF2B5EF4-FFF2-40B4-BE49-F238E27FC236}">
                <a16:creationId xmlns:a16="http://schemas.microsoft.com/office/drawing/2014/main" id="{E5BD9E6A-E64D-0D34-2C1E-5567D593386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91768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3" name="Rectangle 2"/>
          <p:cNvSpPr>
            <a:spLocks noGrp="1" noChangeArrowheads="1"/>
          </p:cNvSpPr>
          <p:nvPr>
            <p:ph type="title"/>
          </p:nvPr>
        </p:nvSpPr>
        <p:spPr/>
        <p:txBody>
          <a:bodyPr/>
          <a:lstStyle/>
          <a:p>
            <a:pPr algn="ctr"/>
            <a:r>
              <a:rPr lang="en-US" altLang="zh-CN">
                <a:ea typeface="SimSun" panose="02010600030101010101" pitchFamily="2" charset="-122"/>
              </a:rPr>
              <a:t>Fuzzy Inference Process</a:t>
            </a:r>
          </a:p>
        </p:txBody>
      </p:sp>
      <p:sp>
        <p:nvSpPr>
          <p:cNvPr id="430084" name="Rectangle 3"/>
          <p:cNvSpPr>
            <a:spLocks noGrp="1" noChangeArrowheads="1"/>
          </p:cNvSpPr>
          <p:nvPr>
            <p:ph type="body" idx="1"/>
          </p:nvPr>
        </p:nvSpPr>
        <p:spPr/>
        <p:txBody>
          <a:bodyPr/>
          <a:lstStyle/>
          <a:p>
            <a:pPr>
              <a:lnSpc>
                <a:spcPct val="90000"/>
              </a:lnSpc>
              <a:buSzPct val="65000"/>
              <a:buFont typeface="Monotype Sorts" pitchFamily="2" charset="2"/>
              <a:buChar char="l"/>
            </a:pPr>
            <a:r>
              <a:rPr lang="en-US" altLang="zh-CN">
                <a:ea typeface="SimSun" panose="02010600030101010101" pitchFamily="2" charset="-122"/>
              </a:rPr>
              <a:t>When imprecise information is input to a fuzzy inference system, it is first quantified by constructing a membership function.</a:t>
            </a:r>
          </a:p>
          <a:p>
            <a:pPr>
              <a:lnSpc>
                <a:spcPct val="90000"/>
              </a:lnSpc>
              <a:buSzPct val="65000"/>
              <a:buFont typeface="Monotype Sorts" pitchFamily="2" charset="2"/>
              <a:buChar char="l"/>
            </a:pPr>
            <a:r>
              <a:rPr lang="en-US" altLang="zh-CN">
                <a:ea typeface="SimSun" panose="02010600030101010101" pitchFamily="2" charset="-122"/>
              </a:rPr>
              <a:t>Based on a fuzzy rule base, the fuzzy inference engine makes a fuzzy decision.</a:t>
            </a:r>
          </a:p>
          <a:p>
            <a:pPr>
              <a:lnSpc>
                <a:spcPct val="90000"/>
              </a:lnSpc>
              <a:buSzPct val="65000"/>
              <a:buFont typeface="Monotype Sorts" pitchFamily="2" charset="2"/>
              <a:buChar char="l"/>
            </a:pPr>
            <a:r>
              <a:rPr lang="en-US" altLang="zh-CN">
                <a:ea typeface="SimSun" panose="02010600030101010101" pitchFamily="2" charset="-122"/>
              </a:rPr>
              <a:t>The fuzzy decision is then </a:t>
            </a:r>
            <a:r>
              <a:rPr lang="en-US" altLang="zh-CN" err="1">
                <a:ea typeface="SimSun" panose="02010600030101010101" pitchFamily="2" charset="-122"/>
              </a:rPr>
              <a:t>defuzzified</a:t>
            </a:r>
            <a:r>
              <a:rPr lang="en-US" altLang="zh-CN">
                <a:ea typeface="SimSun" panose="02010600030101010101" pitchFamily="2" charset="-122"/>
              </a:rPr>
              <a:t> to output for an action.</a:t>
            </a:r>
          </a:p>
          <a:p>
            <a:pPr>
              <a:lnSpc>
                <a:spcPct val="90000"/>
              </a:lnSpc>
              <a:buSzPct val="65000"/>
              <a:buFont typeface="Monotype Sorts" pitchFamily="2" charset="2"/>
              <a:buChar char="l"/>
            </a:pPr>
            <a:r>
              <a:rPr lang="en-US" altLang="zh-CN">
                <a:ea typeface="SimSun" panose="02010600030101010101" pitchFamily="2" charset="-122"/>
              </a:rPr>
              <a:t>The </a:t>
            </a:r>
            <a:r>
              <a:rPr lang="en-US" altLang="zh-CN" err="1">
                <a:ea typeface="SimSun" panose="02010600030101010101" pitchFamily="2" charset="-122"/>
              </a:rPr>
              <a:t>defuzzification</a:t>
            </a:r>
            <a:r>
              <a:rPr lang="en-US" altLang="zh-CN">
                <a:ea typeface="SimSun" panose="02010600030101010101" pitchFamily="2" charset="-122"/>
              </a:rPr>
              <a:t> is usually done by using the centroid method.</a:t>
            </a:r>
          </a:p>
        </p:txBody>
      </p:sp>
      <p:sp>
        <p:nvSpPr>
          <p:cNvPr id="43008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86CCE03-1AA7-438C-AFD6-0CE60310AEAB}" type="slidenum">
              <a:rPr lang="zh-CN" altLang="en-US" sz="1400" smtClean="0">
                <a:solidFill>
                  <a:schemeClr val="bg2"/>
                </a:solidFill>
                <a:latin typeface="Arial" panose="020B0604020202020204" pitchFamily="34" charset="0"/>
              </a:rPr>
              <a:pPr>
                <a:spcBef>
                  <a:spcPct val="50000"/>
                </a:spcBef>
                <a:buClrTx/>
                <a:buSzTx/>
                <a:buFontTx/>
                <a:buNone/>
              </a:pPr>
              <a:t>296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4AD3180-A5E0-8BA1-2B8B-C7107D847FF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0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08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Title 1"/>
          <p:cNvSpPr>
            <a:spLocks noGrp="1"/>
          </p:cNvSpPr>
          <p:nvPr>
            <p:ph type="title"/>
          </p:nvPr>
        </p:nvSpPr>
        <p:spPr/>
        <p:txBody>
          <a:bodyPr/>
          <a:lstStyle/>
          <a:p>
            <a:pPr algn="ctr"/>
            <a:r>
              <a:rPr lang="en-US" altLang="zh-CN">
                <a:ea typeface="SimSun" panose="02010600030101010101" pitchFamily="2" charset="-122"/>
              </a:rPr>
              <a:t>Fuzzy Inference Process</a:t>
            </a:r>
            <a:endParaRPr lang="en-US" altLang="en-US"/>
          </a:p>
        </p:txBody>
      </p:sp>
      <p:pic>
        <p:nvPicPr>
          <p:cNvPr id="4321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76400"/>
            <a:ext cx="5562600" cy="4471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21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3795E01-C3F2-4887-A2FF-43BBF29F4217}" type="slidenum">
              <a:rPr lang="zh-CN" altLang="en-US" sz="1400" smtClean="0">
                <a:solidFill>
                  <a:schemeClr val="bg2"/>
                </a:solidFill>
                <a:latin typeface="Arial" panose="020B0604020202020204" pitchFamily="34" charset="0"/>
              </a:rPr>
              <a:pPr>
                <a:spcBef>
                  <a:spcPct val="50000"/>
                </a:spcBef>
                <a:buClrTx/>
                <a:buSzTx/>
                <a:buFontTx/>
                <a:buNone/>
              </a:pPr>
              <a:t>297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843DFE9-B623-43D1-2BDD-9009DFACD66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Title 1"/>
          <p:cNvSpPr>
            <a:spLocks noGrp="1"/>
          </p:cNvSpPr>
          <p:nvPr>
            <p:ph type="title"/>
          </p:nvPr>
        </p:nvSpPr>
        <p:spPr/>
        <p:txBody>
          <a:bodyPr/>
          <a:lstStyle/>
          <a:p>
            <a:pPr algn="ctr"/>
            <a:r>
              <a:rPr lang="en-US" altLang="zh-CN">
                <a:ea typeface="SimSun" panose="02010600030101010101" pitchFamily="2" charset="-122"/>
              </a:rPr>
              <a:t>Fuzzy Inference System</a:t>
            </a:r>
            <a:endParaRPr lang="en-US" altLang="en-US"/>
          </a:p>
        </p:txBody>
      </p:sp>
      <p:pic>
        <p:nvPicPr>
          <p:cNvPr id="433156" name="Picture 4" descr="Image shadow-fuzzy-infer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676400"/>
            <a:ext cx="655955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315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E78E964-EF02-4586-8E67-4DEBB4479A49}" type="slidenum">
              <a:rPr lang="zh-CN" altLang="en-US" sz="1400" smtClean="0">
                <a:solidFill>
                  <a:schemeClr val="bg2"/>
                </a:solidFill>
                <a:latin typeface="Arial" panose="020B0604020202020204" pitchFamily="34" charset="0"/>
              </a:rPr>
              <a:pPr>
                <a:spcBef>
                  <a:spcPct val="50000"/>
                </a:spcBef>
                <a:buClrTx/>
                <a:buSzTx/>
                <a:buFontTx/>
                <a:buNone/>
              </a:pPr>
              <a:t>298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8CD97F7-E88C-09AC-3EA8-BD90329A616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9" name="Rectangle 2"/>
          <p:cNvSpPr>
            <a:spLocks noGrp="1" noChangeArrowheads="1"/>
          </p:cNvSpPr>
          <p:nvPr>
            <p:ph type="title"/>
          </p:nvPr>
        </p:nvSpPr>
        <p:spPr/>
        <p:txBody>
          <a:bodyPr/>
          <a:lstStyle/>
          <a:p>
            <a:pPr algn="ctr"/>
            <a:r>
              <a:rPr lang="en-US" altLang="zh-CN">
                <a:ea typeface="SimSun" panose="02010600030101010101" pitchFamily="2" charset="-122"/>
              </a:rPr>
              <a:t>An Electrical Heater Example</a:t>
            </a:r>
          </a:p>
        </p:txBody>
      </p:sp>
      <p:sp>
        <p:nvSpPr>
          <p:cNvPr id="434180" name="Rectangle 3"/>
          <p:cNvSpPr>
            <a:spLocks noGrp="1" noChangeArrowheads="1"/>
          </p:cNvSpPr>
          <p:nvPr>
            <p:ph type="body" idx="1"/>
          </p:nvPr>
        </p:nvSpPr>
        <p:spPr>
          <a:xfrm>
            <a:off x="990600" y="1696824"/>
            <a:ext cx="7772400" cy="4114800"/>
          </a:xfrm>
        </p:spPr>
        <p:txBody>
          <a:bodyPr/>
          <a:lstStyle/>
          <a:p>
            <a:pPr>
              <a:lnSpc>
                <a:spcPct val="90000"/>
              </a:lnSpc>
              <a:buFont typeface="Monotype Sorts" pitchFamily="2" charset="2"/>
              <a:buNone/>
            </a:pPr>
            <a:r>
              <a:rPr lang="en-US" altLang="zh-CN" dirty="0">
                <a:ea typeface="SimSun" panose="02010600030101010101" pitchFamily="2" charset="-122"/>
              </a:rPr>
              <a:t>Rule Base:</a:t>
            </a:r>
          </a:p>
          <a:p>
            <a:pPr>
              <a:lnSpc>
                <a:spcPct val="90000"/>
              </a:lnSpc>
              <a:buFont typeface="Monotype Sorts" pitchFamily="2" charset="2"/>
              <a:buNone/>
            </a:pPr>
            <a:r>
              <a:rPr lang="en-US" altLang="zh-CN" dirty="0">
                <a:ea typeface="SimSun" panose="02010600030101010101" pitchFamily="2" charset="-122"/>
              </a:rPr>
              <a:t>R1: If temperature is cold, then increase power.</a:t>
            </a:r>
          </a:p>
          <a:p>
            <a:pPr>
              <a:lnSpc>
                <a:spcPct val="90000"/>
              </a:lnSpc>
              <a:buFont typeface="Monotype Sorts" pitchFamily="2" charset="2"/>
              <a:buNone/>
            </a:pPr>
            <a:r>
              <a:rPr lang="en-US" altLang="zh-CN" dirty="0">
                <a:ea typeface="SimSun" panose="02010600030101010101" pitchFamily="2" charset="-122"/>
              </a:rPr>
              <a:t>R2: If temperature is normal, then maintain.</a:t>
            </a:r>
          </a:p>
          <a:p>
            <a:pPr>
              <a:lnSpc>
                <a:spcPct val="90000"/>
              </a:lnSpc>
              <a:buFont typeface="Monotype Sorts" pitchFamily="2" charset="2"/>
              <a:buNone/>
            </a:pPr>
            <a:r>
              <a:rPr lang="en-US" altLang="zh-CN" dirty="0">
                <a:ea typeface="SimSun" panose="02010600030101010101" pitchFamily="2" charset="-122"/>
              </a:rPr>
              <a:t>R3: If temperature is warm, then reduce power.</a:t>
            </a:r>
          </a:p>
          <a:p>
            <a:pPr>
              <a:lnSpc>
                <a:spcPct val="90000"/>
              </a:lnSpc>
              <a:buFont typeface="Monotype Sorts" pitchFamily="2" charset="2"/>
              <a:buNone/>
            </a:pPr>
            <a:r>
              <a:rPr lang="en-US" altLang="zh-CN" dirty="0">
                <a:ea typeface="SimSun" panose="02010600030101010101" pitchFamily="2" charset="-122"/>
              </a:rPr>
              <a:t>At 12</a:t>
            </a:r>
            <a:r>
              <a:rPr lang="en-US" altLang="zh-CN" baseline="30000" dirty="0">
                <a:ea typeface="SimSun" panose="02010600030101010101" pitchFamily="2" charset="-122"/>
              </a:rPr>
              <a:t>o</a:t>
            </a:r>
            <a:r>
              <a:rPr lang="en-US" altLang="zh-CN" dirty="0">
                <a:ea typeface="SimSun" panose="02010600030101010101" pitchFamily="2" charset="-122"/>
              </a:rPr>
              <a:t>, T = 0.5/cold + 0.3/normal/+ 0.0/warm,</a:t>
            </a:r>
          </a:p>
          <a:p>
            <a:pPr>
              <a:lnSpc>
                <a:spcPct val="90000"/>
              </a:lnSpc>
              <a:buFont typeface="Monotype Sorts" pitchFamily="2" charset="2"/>
              <a:buNone/>
            </a:pPr>
            <a:r>
              <a:rPr lang="en-US" altLang="zh-CN" dirty="0">
                <a:ea typeface="SimSun" panose="02010600030101010101" pitchFamily="2" charset="-122"/>
              </a:rPr>
              <a:t>A = 0.5/increase + 0.3/maintain + 0.0/reduce.</a:t>
            </a:r>
          </a:p>
          <a:p>
            <a:pPr>
              <a:lnSpc>
                <a:spcPct val="90000"/>
              </a:lnSpc>
              <a:buFont typeface="Monotype Sorts" pitchFamily="2" charset="2"/>
              <a:buNone/>
            </a:pPr>
            <a:endParaRPr lang="en-US" altLang="zh-CN" dirty="0">
              <a:ea typeface="SimSun" panose="02010600030101010101" pitchFamily="2" charset="-122"/>
            </a:endParaRPr>
          </a:p>
          <a:p>
            <a:pPr>
              <a:lnSpc>
                <a:spcPct val="90000"/>
              </a:lnSpc>
              <a:buFont typeface="Monotype Sorts" pitchFamily="2" charset="2"/>
              <a:buNone/>
            </a:pPr>
            <a:endParaRPr lang="zh-CN" altLang="en-US" dirty="0">
              <a:ea typeface="SimSun" panose="02010600030101010101" pitchFamily="2" charset="-122"/>
            </a:endParaRPr>
          </a:p>
        </p:txBody>
      </p:sp>
      <p:sp>
        <p:nvSpPr>
          <p:cNvPr id="43418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BB94B22-6A02-45FB-B7A8-8209045D3175}" type="slidenum">
              <a:rPr lang="zh-CN" altLang="en-US" sz="1400" smtClean="0">
                <a:solidFill>
                  <a:schemeClr val="bg2"/>
                </a:solidFill>
                <a:latin typeface="Arial" panose="020B0604020202020204" pitchFamily="34" charset="0"/>
              </a:rPr>
              <a:pPr>
                <a:spcBef>
                  <a:spcPct val="50000"/>
                </a:spcBef>
                <a:buClrTx/>
                <a:buSzTx/>
                <a:buFontTx/>
                <a:buNone/>
              </a:pPr>
              <a:t>299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F12FC15-528B-2B56-9B5C-7D70B919B77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418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418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7" name="Rectangle 2"/>
          <p:cNvSpPr>
            <a:spLocks noGrp="1" noChangeArrowheads="1"/>
          </p:cNvSpPr>
          <p:nvPr>
            <p:ph type="title"/>
          </p:nvPr>
        </p:nvSpPr>
        <p:spPr/>
        <p:txBody>
          <a:bodyPr/>
          <a:lstStyle/>
          <a:p>
            <a:pPr algn="ctr"/>
            <a:r>
              <a:rPr lang="en-US" altLang="zh-CN">
                <a:ea typeface="SimSun" panose="02010600030101010101" pitchFamily="2" charset="-122"/>
              </a:rPr>
              <a:t>An Electrical Heater Example</a:t>
            </a:r>
          </a:p>
        </p:txBody>
      </p:sp>
      <p:pic>
        <p:nvPicPr>
          <p:cNvPr id="436228"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224" y="1600200"/>
            <a:ext cx="7221550" cy="4314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62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8648A3E-1FAB-456D-9CB1-B4D1F9C64311}" type="slidenum">
              <a:rPr lang="zh-CN" altLang="en-US" sz="1400" smtClean="0">
                <a:solidFill>
                  <a:schemeClr val="bg2"/>
                </a:solidFill>
                <a:latin typeface="Arial" panose="020B0604020202020204" pitchFamily="34" charset="0"/>
              </a:rPr>
              <a:pPr>
                <a:spcBef>
                  <a:spcPct val="50000"/>
                </a:spcBef>
                <a:buClrTx/>
                <a:buSzTx/>
                <a:buFontTx/>
                <a:buNone/>
              </a:pPr>
              <a:t>300</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12AB5D74-2FD9-90DC-1F51-AD12C49A8BC2}"/>
              </a:ext>
            </a:extLst>
          </p:cNvPr>
          <p:cNvSpPr txBox="1"/>
          <p:nvPr/>
        </p:nvSpPr>
        <p:spPr>
          <a:xfrm>
            <a:off x="2293125" y="5914534"/>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DAAF741B-6D7A-A8CC-E377-050FB312DA2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5" name="Rectangle 2"/>
          <p:cNvSpPr>
            <a:spLocks noGrp="1" noChangeArrowheads="1"/>
          </p:cNvSpPr>
          <p:nvPr>
            <p:ph type="title"/>
          </p:nvPr>
        </p:nvSpPr>
        <p:spPr/>
        <p:txBody>
          <a:bodyPr/>
          <a:lstStyle/>
          <a:p>
            <a:pPr algn="ctr"/>
            <a:r>
              <a:rPr lang="en-US" altLang="zh-CN">
                <a:ea typeface="SimSun" panose="02010600030101010101" pitchFamily="2" charset="-122"/>
              </a:rPr>
              <a:t>An Electrical Heater Example</a:t>
            </a:r>
          </a:p>
        </p:txBody>
      </p:sp>
      <p:pic>
        <p:nvPicPr>
          <p:cNvPr id="43827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0158" y="1749741"/>
            <a:ext cx="5746128" cy="3888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82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B836AA1-D2D2-4A36-9049-D271EB6F6E2A}" type="slidenum">
              <a:rPr lang="zh-CN" altLang="en-US" sz="1400" smtClean="0">
                <a:solidFill>
                  <a:schemeClr val="bg2"/>
                </a:solidFill>
                <a:latin typeface="Arial" panose="020B0604020202020204" pitchFamily="34" charset="0"/>
              </a:rPr>
              <a:pPr>
                <a:spcBef>
                  <a:spcPct val="50000"/>
                </a:spcBef>
                <a:buClrTx/>
                <a:buSzTx/>
                <a:buFontTx/>
                <a:buNone/>
              </a:pPr>
              <a:t>301</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A04FA9D2-7646-F32F-66A2-C3B2E277BA8F}"/>
              </a:ext>
            </a:extLst>
          </p:cNvPr>
          <p:cNvSpPr txBox="1"/>
          <p:nvPr/>
        </p:nvSpPr>
        <p:spPr>
          <a:xfrm>
            <a:off x="2293125" y="5788223"/>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BE34C128-DAF2-A4FF-3E87-F93C41AE96C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93F5-2F75-4E61-BEED-BC91AD3EDF4C}"/>
              </a:ext>
            </a:extLst>
          </p:cNvPr>
          <p:cNvSpPr>
            <a:spLocks noGrp="1"/>
          </p:cNvSpPr>
          <p:nvPr>
            <p:ph type="title"/>
          </p:nvPr>
        </p:nvSpPr>
        <p:spPr/>
        <p:txBody>
          <a:bodyPr/>
          <a:lstStyle/>
          <a:p>
            <a:pPr algn="ctr"/>
            <a:r>
              <a:rPr lang="en-US"/>
              <a:t>TS-Fuzzy Systems (1/3)</a:t>
            </a:r>
            <a:endParaRPr lang="en-HK"/>
          </a:p>
        </p:txBody>
      </p:sp>
      <p:sp>
        <p:nvSpPr>
          <p:cNvPr id="3" name="Content Placeholder 2">
            <a:extLst>
              <a:ext uri="{FF2B5EF4-FFF2-40B4-BE49-F238E27FC236}">
                <a16:creationId xmlns:a16="http://schemas.microsoft.com/office/drawing/2014/main" id="{9DEDCC39-F341-46A5-8105-2E47536F37B7}"/>
              </a:ext>
            </a:extLst>
          </p:cNvPr>
          <p:cNvSpPr>
            <a:spLocks noGrp="1"/>
          </p:cNvSpPr>
          <p:nvPr>
            <p:ph idx="1"/>
          </p:nvPr>
        </p:nvSpPr>
        <p:spPr/>
        <p:txBody>
          <a:bodyPr/>
          <a:lstStyle/>
          <a:p>
            <a:r>
              <a:rPr lang="en-US"/>
              <a:t>A T-S (Takagi-</a:t>
            </a:r>
            <a:r>
              <a:rPr lang="en-US" err="1"/>
              <a:t>Sugeno</a:t>
            </a:r>
            <a:r>
              <a:rPr lang="en-US"/>
              <a:t>) fuzzy system is a type of fuzzy inference system that uses linear functions in its rule consequents to model complex, nonlinear systems.</a:t>
            </a:r>
          </a:p>
          <a:p>
            <a:r>
              <a:rPr lang="en-US"/>
              <a:t>The key characteristic is that the output of each rule is a fuzzy set, which is then aggregated and </a:t>
            </a:r>
            <a:r>
              <a:rPr lang="en-US" err="1"/>
              <a:t>defuzzified</a:t>
            </a:r>
            <a:r>
              <a:rPr lang="en-US"/>
              <a:t> to produce a final, crisp output value.</a:t>
            </a:r>
            <a:endParaRPr lang="en-HK"/>
          </a:p>
        </p:txBody>
      </p:sp>
      <p:sp>
        <p:nvSpPr>
          <p:cNvPr id="4" name="Slide Number Placeholder 3">
            <a:extLst>
              <a:ext uri="{FF2B5EF4-FFF2-40B4-BE49-F238E27FC236}">
                <a16:creationId xmlns:a16="http://schemas.microsoft.com/office/drawing/2014/main" id="{A92AFE10-09CC-485C-AA2B-B35643F8398F}"/>
              </a:ext>
            </a:extLst>
          </p:cNvPr>
          <p:cNvSpPr>
            <a:spLocks noGrp="1"/>
          </p:cNvSpPr>
          <p:nvPr>
            <p:ph type="sldNum" sz="quarter" idx="11"/>
          </p:nvPr>
        </p:nvSpPr>
        <p:spPr/>
        <p:txBody>
          <a:bodyPr/>
          <a:lstStyle/>
          <a:p>
            <a:pPr>
              <a:defRPr/>
            </a:pPr>
            <a:fld id="{D5EE1E99-A213-44F4-BB38-2AE742957139}" type="slidenum">
              <a:rPr lang="zh-CN" altLang="en-US" smtClean="0"/>
              <a:pPr>
                <a:defRPr/>
              </a:pPr>
              <a:t>302</a:t>
            </a:fld>
            <a:endParaRPr lang="en-US" altLang="zh-CN"/>
          </a:p>
        </p:txBody>
      </p:sp>
      <p:sp>
        <p:nvSpPr>
          <p:cNvPr id="5" name="Footer Placeholder 4">
            <a:extLst>
              <a:ext uri="{FF2B5EF4-FFF2-40B4-BE49-F238E27FC236}">
                <a16:creationId xmlns:a16="http://schemas.microsoft.com/office/drawing/2014/main" id="{230748E2-D28A-F3F2-6E30-4352DB57554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315006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50BF-F9BD-479E-B11D-C4941B121925}"/>
              </a:ext>
            </a:extLst>
          </p:cNvPr>
          <p:cNvSpPr>
            <a:spLocks noGrp="1"/>
          </p:cNvSpPr>
          <p:nvPr>
            <p:ph type="title"/>
          </p:nvPr>
        </p:nvSpPr>
        <p:spPr/>
        <p:txBody>
          <a:bodyPr/>
          <a:lstStyle/>
          <a:p>
            <a:pPr algn="ctr"/>
            <a:r>
              <a:rPr lang="en-US"/>
              <a:t>TS-Fuzzy Systems (2/3)</a:t>
            </a:r>
            <a:endParaRPr lang="en-HK"/>
          </a:p>
        </p:txBody>
      </p:sp>
      <p:sp>
        <p:nvSpPr>
          <p:cNvPr id="3" name="Content Placeholder 2">
            <a:extLst>
              <a:ext uri="{FF2B5EF4-FFF2-40B4-BE49-F238E27FC236}">
                <a16:creationId xmlns:a16="http://schemas.microsoft.com/office/drawing/2014/main" id="{0F07D619-DF7B-4FF3-8570-078C55CBFEE8}"/>
              </a:ext>
            </a:extLst>
          </p:cNvPr>
          <p:cNvSpPr>
            <a:spLocks noGrp="1"/>
          </p:cNvSpPr>
          <p:nvPr>
            <p:ph idx="1"/>
          </p:nvPr>
        </p:nvSpPr>
        <p:spPr>
          <a:xfrm>
            <a:off x="990600" y="1447800"/>
            <a:ext cx="7772400" cy="4343400"/>
          </a:xfrm>
        </p:spPr>
        <p:txBody>
          <a:bodyPr/>
          <a:lstStyle/>
          <a:p>
            <a:r>
              <a:rPr lang="en-US" b="1"/>
              <a:t>Fuzzy Modeling:</a:t>
            </a:r>
            <a:r>
              <a:rPr lang="en-US"/>
              <a:t> A nonlinear system is approximated by a set of fuzzy "IF-THEN" rules.</a:t>
            </a:r>
          </a:p>
          <a:p>
            <a:r>
              <a:rPr lang="en-US" b="1"/>
              <a:t>Rule structure:</a:t>
            </a:r>
            <a:r>
              <a:rPr lang="en-US"/>
              <a:t> Each rule has a premise (the "IF" part) and a consequence (the "THEN" part).</a:t>
            </a:r>
          </a:p>
          <a:p>
            <a:r>
              <a:rPr lang="en-US"/>
              <a:t> </a:t>
            </a:r>
            <a:r>
              <a:rPr lang="en-US" b="1"/>
              <a:t>Linear consequences:</a:t>
            </a:r>
            <a:r>
              <a:rPr lang="en-US"/>
              <a:t> The consequent is a linear equation of the input variables and a constant.</a:t>
            </a:r>
            <a:endParaRPr lang="en-HK"/>
          </a:p>
        </p:txBody>
      </p:sp>
      <p:sp>
        <p:nvSpPr>
          <p:cNvPr id="4" name="Slide Number Placeholder 3">
            <a:extLst>
              <a:ext uri="{FF2B5EF4-FFF2-40B4-BE49-F238E27FC236}">
                <a16:creationId xmlns:a16="http://schemas.microsoft.com/office/drawing/2014/main" id="{8B9207A8-A206-4050-8314-1AFA48BF6EF2}"/>
              </a:ext>
            </a:extLst>
          </p:cNvPr>
          <p:cNvSpPr>
            <a:spLocks noGrp="1"/>
          </p:cNvSpPr>
          <p:nvPr>
            <p:ph type="sldNum" sz="quarter" idx="11"/>
          </p:nvPr>
        </p:nvSpPr>
        <p:spPr/>
        <p:txBody>
          <a:bodyPr/>
          <a:lstStyle/>
          <a:p>
            <a:pPr>
              <a:defRPr/>
            </a:pPr>
            <a:fld id="{D5EE1E99-A213-44F4-BB38-2AE742957139}" type="slidenum">
              <a:rPr lang="zh-CN" altLang="en-US" smtClean="0"/>
              <a:pPr>
                <a:defRPr/>
              </a:pPr>
              <a:t>303</a:t>
            </a:fld>
            <a:endParaRPr lang="en-US" altLang="zh-CN"/>
          </a:p>
        </p:txBody>
      </p:sp>
      <p:sp>
        <p:nvSpPr>
          <p:cNvPr id="5" name="Footer Placeholder 4">
            <a:extLst>
              <a:ext uri="{FF2B5EF4-FFF2-40B4-BE49-F238E27FC236}">
                <a16:creationId xmlns:a16="http://schemas.microsoft.com/office/drawing/2014/main" id="{5336D3E0-DB3C-5AD7-8616-4F29FD6062E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411014334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50BF-F9BD-479E-B11D-C4941B121925}"/>
              </a:ext>
            </a:extLst>
          </p:cNvPr>
          <p:cNvSpPr>
            <a:spLocks noGrp="1"/>
          </p:cNvSpPr>
          <p:nvPr>
            <p:ph type="title"/>
          </p:nvPr>
        </p:nvSpPr>
        <p:spPr/>
        <p:txBody>
          <a:bodyPr/>
          <a:lstStyle/>
          <a:p>
            <a:pPr algn="ctr"/>
            <a:r>
              <a:rPr lang="en-US"/>
              <a:t>TS-Fuzzy Systems (3/3)</a:t>
            </a:r>
            <a:endParaRPr lang="en-HK"/>
          </a:p>
        </p:txBody>
      </p:sp>
      <p:sp>
        <p:nvSpPr>
          <p:cNvPr id="3" name="Content Placeholder 2">
            <a:extLst>
              <a:ext uri="{FF2B5EF4-FFF2-40B4-BE49-F238E27FC236}">
                <a16:creationId xmlns:a16="http://schemas.microsoft.com/office/drawing/2014/main" id="{0F07D619-DF7B-4FF3-8570-078C55CBFEE8}"/>
              </a:ext>
            </a:extLst>
          </p:cNvPr>
          <p:cNvSpPr>
            <a:spLocks noGrp="1"/>
          </p:cNvSpPr>
          <p:nvPr>
            <p:ph idx="1"/>
          </p:nvPr>
        </p:nvSpPr>
        <p:spPr>
          <a:xfrm>
            <a:off x="914400" y="1295400"/>
            <a:ext cx="7848600" cy="4495800"/>
          </a:xfrm>
        </p:spPr>
        <p:txBody>
          <a:bodyPr/>
          <a:lstStyle/>
          <a:p>
            <a:pPr marL="0" indent="0">
              <a:buNone/>
            </a:pPr>
            <a:r>
              <a:rPr lang="en-US"/>
              <a:t>Takagi and </a:t>
            </a:r>
            <a:r>
              <a:rPr lang="en-US" err="1"/>
              <a:t>Sugeno</a:t>
            </a:r>
            <a:r>
              <a:rPr lang="en-US"/>
              <a:t>  described a fuzzy implication R as:</a:t>
            </a:r>
          </a:p>
          <a:p>
            <a:pPr marL="0" indent="0">
              <a:buNone/>
            </a:pPr>
            <a:r>
              <a:rPr lang="en-US"/>
              <a:t>R: if (x1 is </a:t>
            </a:r>
            <a:r>
              <a:rPr lang="en-US" err="1"/>
              <a:t>μA</a:t>
            </a:r>
            <a:r>
              <a:rPr lang="en-US"/>
              <a:t>(x1),… </a:t>
            </a:r>
            <a:r>
              <a:rPr lang="en-US" err="1"/>
              <a:t>xk</a:t>
            </a:r>
            <a:r>
              <a:rPr lang="en-US"/>
              <a:t> is </a:t>
            </a:r>
            <a:r>
              <a:rPr lang="en-US" err="1"/>
              <a:t>μA</a:t>
            </a:r>
            <a:r>
              <a:rPr lang="en-US"/>
              <a:t>(</a:t>
            </a:r>
            <a:r>
              <a:rPr lang="en-US" err="1"/>
              <a:t>xk</a:t>
            </a:r>
            <a:r>
              <a:rPr lang="en-US"/>
              <a:t>))</a:t>
            </a:r>
          </a:p>
          <a:p>
            <a:pPr marL="0" indent="0">
              <a:buNone/>
            </a:pPr>
            <a:r>
              <a:rPr lang="en-US"/>
              <a:t>then y = g(x1, …, </a:t>
            </a:r>
            <a:r>
              <a:rPr lang="en-US" err="1"/>
              <a:t>xk</a:t>
            </a:r>
            <a:r>
              <a:rPr lang="en-US"/>
              <a:t>)</a:t>
            </a:r>
          </a:p>
          <a:p>
            <a:pPr marL="0" indent="0">
              <a:buNone/>
            </a:pPr>
            <a:r>
              <a:rPr lang="en-US"/>
              <a:t> </a:t>
            </a:r>
            <a:r>
              <a:rPr lang="en-US" b="1"/>
              <a:t>Output Calculation:</a:t>
            </a:r>
            <a:r>
              <a:rPr lang="en-US"/>
              <a:t> The final output is calculated as a weighted average of the outputs of all the rules. The "weight" for each rule is determined by how well the current system state matches the premise of that rule.</a:t>
            </a:r>
            <a:endParaRPr lang="en-HK"/>
          </a:p>
        </p:txBody>
      </p:sp>
      <p:sp>
        <p:nvSpPr>
          <p:cNvPr id="4" name="Slide Number Placeholder 3">
            <a:extLst>
              <a:ext uri="{FF2B5EF4-FFF2-40B4-BE49-F238E27FC236}">
                <a16:creationId xmlns:a16="http://schemas.microsoft.com/office/drawing/2014/main" id="{8B9207A8-A206-4050-8314-1AFA48BF6EF2}"/>
              </a:ext>
            </a:extLst>
          </p:cNvPr>
          <p:cNvSpPr>
            <a:spLocks noGrp="1"/>
          </p:cNvSpPr>
          <p:nvPr>
            <p:ph type="sldNum" sz="quarter" idx="11"/>
          </p:nvPr>
        </p:nvSpPr>
        <p:spPr/>
        <p:txBody>
          <a:bodyPr/>
          <a:lstStyle/>
          <a:p>
            <a:pPr>
              <a:defRPr/>
            </a:pPr>
            <a:fld id="{D5EE1E99-A213-44F4-BB38-2AE742957139}" type="slidenum">
              <a:rPr lang="zh-CN" altLang="en-US" smtClean="0"/>
              <a:pPr>
                <a:defRPr/>
              </a:pPr>
              <a:t>304</a:t>
            </a:fld>
            <a:endParaRPr lang="en-US" altLang="zh-CN"/>
          </a:p>
        </p:txBody>
      </p:sp>
      <p:sp>
        <p:nvSpPr>
          <p:cNvPr id="5" name="Footer Placeholder 4">
            <a:extLst>
              <a:ext uri="{FF2B5EF4-FFF2-40B4-BE49-F238E27FC236}">
                <a16:creationId xmlns:a16="http://schemas.microsoft.com/office/drawing/2014/main" id="{9DD56F98-7F5F-CF4A-25B6-DE0A30CF14D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81986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itle 1"/>
          <p:cNvSpPr>
            <a:spLocks noGrp="1"/>
          </p:cNvSpPr>
          <p:nvPr>
            <p:ph type="title"/>
          </p:nvPr>
        </p:nvSpPr>
        <p:spPr/>
        <p:txBody>
          <a:bodyPr/>
          <a:lstStyle/>
          <a:p>
            <a:pPr algn="ctr"/>
            <a:r>
              <a:rPr lang="en-US" altLang="en-US"/>
              <a:t>Type-2 Fuzzy Logic</a:t>
            </a:r>
          </a:p>
        </p:txBody>
      </p:sp>
      <p:sp>
        <p:nvSpPr>
          <p:cNvPr id="440323" name="Content Placeholder 2"/>
          <p:cNvSpPr>
            <a:spLocks noGrp="1"/>
          </p:cNvSpPr>
          <p:nvPr>
            <p:ph idx="1"/>
          </p:nvPr>
        </p:nvSpPr>
        <p:spPr/>
        <p:txBody>
          <a:bodyPr/>
          <a:lstStyle/>
          <a:p>
            <a:pPr>
              <a:buFont typeface="Wingdings" panose="05000000000000000000" pitchFamily="2" charset="2"/>
              <a:buChar char="Ø"/>
            </a:pPr>
            <a:r>
              <a:rPr lang="en-US" altLang="en-US"/>
              <a:t>A generalization of type-1 fuzzy logic to handle the uncertainty of membership function by using fuzzy membership function</a:t>
            </a:r>
          </a:p>
          <a:p>
            <a:pPr>
              <a:buFont typeface="Wingdings" panose="05000000000000000000" pitchFamily="2" charset="2"/>
              <a:buChar char="Ø"/>
            </a:pPr>
            <a:r>
              <a:rPr lang="en-US" altLang="en-US"/>
              <a:t>Proposed by Prof. Zadeh in 1975 (ten years after type-1), but became popular in recent few years</a:t>
            </a:r>
          </a:p>
          <a:p>
            <a:pPr>
              <a:buFont typeface="Wingdings" panose="05000000000000000000" pitchFamily="2" charset="2"/>
              <a:buChar char="Ø"/>
            </a:pPr>
            <a:endParaRPr lang="en-US" altLang="en-US"/>
          </a:p>
        </p:txBody>
      </p:sp>
      <p:sp>
        <p:nvSpPr>
          <p:cNvPr id="4403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F3C5537-6F65-4FF5-9616-1E20E47D81D2}" type="slidenum">
              <a:rPr lang="zh-CN" altLang="en-US" sz="1400" smtClean="0">
                <a:solidFill>
                  <a:schemeClr val="bg2"/>
                </a:solidFill>
                <a:latin typeface="Arial" panose="020B0604020202020204" pitchFamily="34" charset="0"/>
              </a:rPr>
              <a:pPr>
                <a:spcBef>
                  <a:spcPct val="50000"/>
                </a:spcBef>
                <a:buClrTx/>
                <a:buSzTx/>
                <a:buFontTx/>
                <a:buNone/>
              </a:pPr>
              <a:t>305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D744A65-571E-C525-8D4C-2810A75CF5B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7" name="Content Placeholder 2"/>
          <p:cNvSpPr>
            <a:spLocks noGrp="1"/>
          </p:cNvSpPr>
          <p:nvPr>
            <p:ph idx="1"/>
          </p:nvPr>
        </p:nvSpPr>
        <p:spPr/>
        <p:txBody>
          <a:bodyPr/>
          <a:lstStyle/>
          <a:p>
            <a:endParaRPr lang="en-US" altLang="en-US"/>
          </a:p>
        </p:txBody>
      </p:sp>
      <p:pic>
        <p:nvPicPr>
          <p:cNvPr id="44134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00063"/>
            <a:ext cx="7905750" cy="550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4135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5A93E61-4C43-47B2-846F-B5276E6C8FCC}" type="slidenum">
              <a:rPr lang="zh-CN" altLang="en-US" sz="1400" smtClean="0">
                <a:solidFill>
                  <a:schemeClr val="bg2"/>
                </a:solidFill>
                <a:latin typeface="Arial" panose="020B0604020202020204" pitchFamily="34" charset="0"/>
              </a:rPr>
              <a:pPr>
                <a:spcBef>
                  <a:spcPct val="50000"/>
                </a:spcBef>
                <a:buClrTx/>
                <a:buSzTx/>
                <a:buFontTx/>
                <a:buNone/>
              </a:pPr>
              <a:t>306</a:t>
            </a:fld>
            <a:endParaRPr lang="en-US" altLang="zh-CN" sz="1400" dirty="0">
              <a:solidFill>
                <a:schemeClr val="bg2"/>
              </a:solidFill>
              <a:latin typeface="Arial" panose="020B0604020202020204" pitchFamily="34" charset="0"/>
            </a:endParaRPr>
          </a:p>
        </p:txBody>
      </p:sp>
      <p:sp>
        <p:nvSpPr>
          <p:cNvPr id="3" name="文本框 2">
            <a:extLst>
              <a:ext uri="{FF2B5EF4-FFF2-40B4-BE49-F238E27FC236}">
                <a16:creationId xmlns:a16="http://schemas.microsoft.com/office/drawing/2014/main" id="{63229B3A-DE55-8175-7B22-7CB86404214E}"/>
              </a:ext>
            </a:extLst>
          </p:cNvPr>
          <p:cNvSpPr txBox="1"/>
          <p:nvPr/>
        </p:nvSpPr>
        <p:spPr>
          <a:xfrm>
            <a:off x="1173636" y="6030912"/>
            <a:ext cx="7178511" cy="430887"/>
          </a:xfrm>
          <a:prstGeom prst="rect">
            <a:avLst/>
          </a:prstGeom>
          <a:noFill/>
        </p:spPr>
        <p:txBody>
          <a:bodyPr wrap="square">
            <a:spAutoFit/>
          </a:bodyPr>
          <a:lstStyle/>
          <a:p>
            <a:pPr algn="just"/>
            <a:r>
              <a:rPr lang="en-US" altLang="zh-CN" sz="1100" dirty="0">
                <a:latin typeface="+mn-ea"/>
              </a:rPr>
              <a:t>Ref:</a:t>
            </a:r>
            <a:r>
              <a:rPr lang="zh-CN" altLang="en-US" sz="1100" dirty="0">
                <a:latin typeface="+mn-ea"/>
              </a:rPr>
              <a:t> </a:t>
            </a:r>
            <a:r>
              <a:rPr lang="zh-CN" altLang="zh-CN" sz="1100" dirty="0">
                <a:latin typeface="+mn-ea"/>
              </a:rPr>
              <a:t>J. M. Mendel, "Type-2 Fuzzy Sets and Systems: An Overview," </a:t>
            </a:r>
            <a:r>
              <a:rPr lang="zh-CN" altLang="zh-CN" sz="1100" i="1" dirty="0">
                <a:latin typeface="+mn-ea"/>
              </a:rPr>
              <a:t>IEEE Computational Intelligence Magazine</a:t>
            </a:r>
            <a:r>
              <a:rPr lang="zh-CN" altLang="zh-CN" sz="1100" dirty="0">
                <a:latin typeface="+mn-ea"/>
              </a:rPr>
              <a:t>, vol. 2, no. 1, pp. 20–29, 2007.</a:t>
            </a:r>
            <a:endParaRPr lang="zh-CN" altLang="en-US" sz="1100" dirty="0">
              <a:latin typeface="+mn-ea"/>
            </a:endParaRPr>
          </a:p>
        </p:txBody>
      </p:sp>
      <p:sp>
        <p:nvSpPr>
          <p:cNvPr id="4" name="Footer Placeholder 4">
            <a:extLst>
              <a:ext uri="{FF2B5EF4-FFF2-40B4-BE49-F238E27FC236}">
                <a16:creationId xmlns:a16="http://schemas.microsoft.com/office/drawing/2014/main" id="{CD0095D1-AAC2-0900-1706-E1AEF9A9749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Title 1"/>
          <p:cNvSpPr>
            <a:spLocks noGrp="1"/>
          </p:cNvSpPr>
          <p:nvPr>
            <p:ph type="title"/>
          </p:nvPr>
        </p:nvSpPr>
        <p:spPr/>
        <p:txBody>
          <a:bodyPr/>
          <a:lstStyle/>
          <a:p>
            <a:pPr algn="ctr"/>
            <a:r>
              <a:rPr lang="en-US" altLang="en-US"/>
              <a:t>Type-2 Fuzzy System</a:t>
            </a:r>
          </a:p>
        </p:txBody>
      </p:sp>
      <p:pic>
        <p:nvPicPr>
          <p:cNvPr id="44237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712913"/>
            <a:ext cx="7594600" cy="4230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4237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BA11AA8-4C8D-4550-97B1-68888E5DA2D3}" type="slidenum">
              <a:rPr lang="zh-CN" altLang="en-US" sz="1400" smtClean="0">
                <a:solidFill>
                  <a:schemeClr val="bg2"/>
                </a:solidFill>
                <a:latin typeface="Arial" panose="020B0604020202020204" pitchFamily="34" charset="0"/>
              </a:rPr>
              <a:pPr>
                <a:spcBef>
                  <a:spcPct val="50000"/>
                </a:spcBef>
                <a:buClrTx/>
                <a:buSzTx/>
                <a:buFontTx/>
                <a:buNone/>
              </a:pPr>
              <a:t>307</a:t>
            </a:fld>
            <a:endParaRPr lang="en-US" altLang="zh-CN" sz="1400">
              <a:solidFill>
                <a:schemeClr val="bg2"/>
              </a:solidFill>
              <a:latin typeface="Arial" panose="020B0604020202020204" pitchFamily="34" charset="0"/>
            </a:endParaRPr>
          </a:p>
        </p:txBody>
      </p:sp>
      <p:sp>
        <p:nvSpPr>
          <p:cNvPr id="3" name="文本框 2">
            <a:extLst>
              <a:ext uri="{FF2B5EF4-FFF2-40B4-BE49-F238E27FC236}">
                <a16:creationId xmlns:a16="http://schemas.microsoft.com/office/drawing/2014/main" id="{CDDF57F2-4502-43EE-D780-0EA207363964}"/>
              </a:ext>
            </a:extLst>
          </p:cNvPr>
          <p:cNvSpPr txBox="1"/>
          <p:nvPr/>
        </p:nvSpPr>
        <p:spPr>
          <a:xfrm>
            <a:off x="1154783" y="5961078"/>
            <a:ext cx="7178511" cy="430887"/>
          </a:xfrm>
          <a:prstGeom prst="rect">
            <a:avLst/>
          </a:prstGeom>
          <a:noFill/>
        </p:spPr>
        <p:txBody>
          <a:bodyPr wrap="square">
            <a:spAutoFit/>
          </a:bodyPr>
          <a:lstStyle/>
          <a:p>
            <a:pPr algn="just"/>
            <a:r>
              <a:rPr lang="en-US" altLang="zh-CN" sz="1100" dirty="0">
                <a:latin typeface="+mn-ea"/>
              </a:rPr>
              <a:t>Ref:</a:t>
            </a:r>
            <a:r>
              <a:rPr lang="zh-CN" altLang="en-US" sz="1100" dirty="0">
                <a:latin typeface="+mn-ea"/>
              </a:rPr>
              <a:t> </a:t>
            </a:r>
            <a:r>
              <a:rPr lang="zh-CN" altLang="zh-CN" sz="1100" dirty="0">
                <a:latin typeface="+mn-ea"/>
              </a:rPr>
              <a:t>J. M. Mendel, "Type-2 Fuzzy Sets and Systems: An Overview," </a:t>
            </a:r>
            <a:r>
              <a:rPr lang="zh-CN" altLang="zh-CN" sz="1100" i="1" dirty="0">
                <a:latin typeface="+mn-ea"/>
              </a:rPr>
              <a:t>IEEE Computational Intelligence Magazine</a:t>
            </a:r>
            <a:r>
              <a:rPr lang="zh-CN" altLang="zh-CN" sz="1100" dirty="0">
                <a:latin typeface="+mn-ea"/>
              </a:rPr>
              <a:t>, vol. 2, no. 1, pp. 20–29, 2007.</a:t>
            </a:r>
            <a:endParaRPr lang="zh-CN" altLang="en-US" sz="1100" dirty="0">
              <a:latin typeface="+mn-ea"/>
            </a:endParaRPr>
          </a:p>
        </p:txBody>
      </p:sp>
      <p:sp>
        <p:nvSpPr>
          <p:cNvPr id="4" name="Footer Placeholder 4">
            <a:extLst>
              <a:ext uri="{FF2B5EF4-FFF2-40B4-BE49-F238E27FC236}">
                <a16:creationId xmlns:a16="http://schemas.microsoft.com/office/drawing/2014/main" id="{58522D6A-1F02-5449-5069-BFBCF70F9B7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BC855-3686-47E7-817B-D4F6CC0B7A01}"/>
              </a:ext>
            </a:extLst>
          </p:cNvPr>
          <p:cNvSpPr>
            <a:spLocks noGrp="1"/>
          </p:cNvSpPr>
          <p:nvPr>
            <p:ph type="title"/>
          </p:nvPr>
        </p:nvSpPr>
        <p:spPr/>
        <p:txBody>
          <a:bodyPr/>
          <a:lstStyle/>
          <a:p>
            <a:pPr algn="ctr"/>
            <a:r>
              <a:rPr lang="en-US"/>
              <a:t>Charles Robert Darwin (1/2)</a:t>
            </a:r>
            <a:endParaRPr lang="en-HK"/>
          </a:p>
        </p:txBody>
      </p:sp>
      <p:pic>
        <p:nvPicPr>
          <p:cNvPr id="6" name="Content Placeholder 5">
            <a:extLst>
              <a:ext uri="{FF2B5EF4-FFF2-40B4-BE49-F238E27FC236}">
                <a16:creationId xmlns:a16="http://schemas.microsoft.com/office/drawing/2014/main" id="{450B8C5D-4E11-42A8-AC28-E0DC14885C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7800" y="1905000"/>
            <a:ext cx="3313043" cy="4114800"/>
          </a:xfrm>
        </p:spPr>
      </p:pic>
      <p:sp>
        <p:nvSpPr>
          <p:cNvPr id="4" name="Slide Number Placeholder 3">
            <a:extLst>
              <a:ext uri="{FF2B5EF4-FFF2-40B4-BE49-F238E27FC236}">
                <a16:creationId xmlns:a16="http://schemas.microsoft.com/office/drawing/2014/main" id="{EE620AD6-B6C8-404D-97C0-289D58C2EB96}"/>
              </a:ext>
            </a:extLst>
          </p:cNvPr>
          <p:cNvSpPr>
            <a:spLocks noGrp="1"/>
          </p:cNvSpPr>
          <p:nvPr>
            <p:ph type="sldNum" sz="quarter" idx="11"/>
          </p:nvPr>
        </p:nvSpPr>
        <p:spPr/>
        <p:txBody>
          <a:bodyPr/>
          <a:lstStyle/>
          <a:p>
            <a:pPr>
              <a:defRPr/>
            </a:pPr>
            <a:fld id="{D5EE1E99-A213-44F4-BB38-2AE742957139}" type="slidenum">
              <a:rPr lang="zh-CN" altLang="en-US" smtClean="0"/>
              <a:pPr>
                <a:defRPr/>
              </a:pPr>
              <a:t>308</a:t>
            </a:fld>
            <a:endParaRPr lang="en-US" altLang="zh-CN"/>
          </a:p>
        </p:txBody>
      </p:sp>
      <p:sp>
        <p:nvSpPr>
          <p:cNvPr id="7" name="Rectangle 6">
            <a:extLst>
              <a:ext uri="{FF2B5EF4-FFF2-40B4-BE49-F238E27FC236}">
                <a16:creationId xmlns:a16="http://schemas.microsoft.com/office/drawing/2014/main" id="{539CEC57-C1D3-4034-93E3-829E1543F30C}"/>
              </a:ext>
            </a:extLst>
          </p:cNvPr>
          <p:cNvSpPr/>
          <p:nvPr/>
        </p:nvSpPr>
        <p:spPr>
          <a:xfrm>
            <a:off x="5361694" y="1680508"/>
            <a:ext cx="2611612" cy="523220"/>
          </a:xfrm>
          <a:prstGeom prst="rect">
            <a:avLst/>
          </a:prstGeom>
        </p:spPr>
        <p:txBody>
          <a:bodyPr wrap="none">
            <a:spAutoFit/>
          </a:bodyPr>
          <a:lstStyle/>
          <a:p>
            <a:r>
              <a:rPr lang="en-US"/>
              <a:t> </a:t>
            </a:r>
            <a:r>
              <a:rPr lang="en-US" sz="2800"/>
              <a:t>(1809 – 1882) </a:t>
            </a:r>
            <a:endParaRPr lang="en-HK" sz="2800"/>
          </a:p>
        </p:txBody>
      </p:sp>
      <p:sp>
        <p:nvSpPr>
          <p:cNvPr id="8" name="Rectangle 7">
            <a:extLst>
              <a:ext uri="{FF2B5EF4-FFF2-40B4-BE49-F238E27FC236}">
                <a16:creationId xmlns:a16="http://schemas.microsoft.com/office/drawing/2014/main" id="{048D7867-CAA1-4B7C-809F-214EB02FD0BB}"/>
              </a:ext>
            </a:extLst>
          </p:cNvPr>
          <p:cNvSpPr/>
          <p:nvPr/>
        </p:nvSpPr>
        <p:spPr>
          <a:xfrm>
            <a:off x="5181600" y="2472419"/>
            <a:ext cx="3352800" cy="3539430"/>
          </a:xfrm>
          <a:prstGeom prst="rect">
            <a:avLst/>
          </a:prstGeom>
        </p:spPr>
        <p:txBody>
          <a:bodyPr wrap="square">
            <a:spAutoFit/>
          </a:bodyPr>
          <a:lstStyle/>
          <a:p>
            <a:r>
              <a:rPr lang="en-US" sz="2800"/>
              <a:t>An English naturalist, </a:t>
            </a:r>
          </a:p>
          <a:p>
            <a:r>
              <a:rPr lang="en-US" sz="2800"/>
              <a:t>geologist, and biologist, widely known for his contributions to evolutionary biology.</a:t>
            </a:r>
          </a:p>
        </p:txBody>
      </p:sp>
      <p:sp>
        <p:nvSpPr>
          <p:cNvPr id="3" name="Footer Placeholder 4">
            <a:extLst>
              <a:ext uri="{FF2B5EF4-FFF2-40B4-BE49-F238E27FC236}">
                <a16:creationId xmlns:a16="http://schemas.microsoft.com/office/drawing/2014/main" id="{D448648E-BA3C-0062-924C-9938EEB651F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894436949"/>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AFA8-178A-4F56-BA9D-18ABEA05552B}"/>
              </a:ext>
            </a:extLst>
          </p:cNvPr>
          <p:cNvSpPr>
            <a:spLocks noGrp="1"/>
          </p:cNvSpPr>
          <p:nvPr>
            <p:ph type="title"/>
          </p:nvPr>
        </p:nvSpPr>
        <p:spPr/>
        <p:txBody>
          <a:bodyPr/>
          <a:lstStyle/>
          <a:p>
            <a:pPr algn="ctr"/>
            <a:r>
              <a:rPr lang="en-US"/>
              <a:t>Charles Robert Darwin (2/2)</a:t>
            </a:r>
            <a:endParaRPr lang="en-HK"/>
          </a:p>
        </p:txBody>
      </p:sp>
      <p:sp>
        <p:nvSpPr>
          <p:cNvPr id="4" name="Slide Number Placeholder 3">
            <a:extLst>
              <a:ext uri="{FF2B5EF4-FFF2-40B4-BE49-F238E27FC236}">
                <a16:creationId xmlns:a16="http://schemas.microsoft.com/office/drawing/2014/main" id="{7620E26C-8A81-452D-A384-7069CFAD2BCC}"/>
              </a:ext>
            </a:extLst>
          </p:cNvPr>
          <p:cNvSpPr>
            <a:spLocks noGrp="1"/>
          </p:cNvSpPr>
          <p:nvPr>
            <p:ph type="sldNum" sz="quarter" idx="11"/>
          </p:nvPr>
        </p:nvSpPr>
        <p:spPr/>
        <p:txBody>
          <a:bodyPr/>
          <a:lstStyle/>
          <a:p>
            <a:pPr>
              <a:defRPr/>
            </a:pPr>
            <a:fld id="{D5EE1E99-A213-44F4-BB38-2AE742957139}" type="slidenum">
              <a:rPr lang="zh-CN" altLang="en-US" smtClean="0"/>
              <a:pPr>
                <a:defRPr/>
              </a:pPr>
              <a:t>309</a:t>
            </a:fld>
            <a:endParaRPr lang="en-US" altLang="zh-CN"/>
          </a:p>
        </p:txBody>
      </p:sp>
      <p:sp>
        <p:nvSpPr>
          <p:cNvPr id="7" name="Content Placeholder 6">
            <a:extLst>
              <a:ext uri="{FF2B5EF4-FFF2-40B4-BE49-F238E27FC236}">
                <a16:creationId xmlns:a16="http://schemas.microsoft.com/office/drawing/2014/main" id="{362D4854-F174-47B3-A423-2EB51179F486}"/>
              </a:ext>
            </a:extLst>
          </p:cNvPr>
          <p:cNvSpPr>
            <a:spLocks noGrp="1"/>
          </p:cNvSpPr>
          <p:nvPr>
            <p:ph idx="1"/>
          </p:nvPr>
        </p:nvSpPr>
        <p:spPr>
          <a:xfrm>
            <a:off x="1066800" y="1676400"/>
            <a:ext cx="7505700" cy="4114800"/>
          </a:xfrm>
        </p:spPr>
        <p:txBody>
          <a:bodyPr/>
          <a:lstStyle/>
          <a:p>
            <a:r>
              <a:rPr lang="en-US"/>
              <a:t>He is the author of “</a:t>
            </a:r>
            <a:r>
              <a:rPr lang="en-US" i="1">
                <a:hlinkClick r:id="rId2" tooltip="On the Origin of Species"/>
              </a:rPr>
              <a:t>On the Origin of Species</a:t>
            </a:r>
            <a:r>
              <a:rPr lang="en-US" i="1"/>
              <a:t>”</a:t>
            </a:r>
            <a:r>
              <a:rPr lang="en-US"/>
              <a:t> (1859).</a:t>
            </a:r>
          </a:p>
          <a:p>
            <a:r>
              <a:rPr lang="en-US"/>
              <a:t>His discovery is the unifying theory of the life sciences, explaining the unity and diversity of life.</a:t>
            </a:r>
          </a:p>
          <a:p>
            <a:r>
              <a:rPr lang="en-US"/>
              <a:t>The Roman Catholic Church has come to accept his theory of evolution, viewing it as compatible with faith, since 1950. </a:t>
            </a:r>
            <a:endParaRPr lang="en-HK"/>
          </a:p>
        </p:txBody>
      </p:sp>
      <p:sp>
        <p:nvSpPr>
          <p:cNvPr id="3" name="Footer Placeholder 4">
            <a:extLst>
              <a:ext uri="{FF2B5EF4-FFF2-40B4-BE49-F238E27FC236}">
                <a16:creationId xmlns:a16="http://schemas.microsoft.com/office/drawing/2014/main" id="{A6E33AAD-6864-869E-17F1-44073DD1535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64876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标题 1"/>
          <p:cNvSpPr>
            <a:spLocks noGrp="1"/>
          </p:cNvSpPr>
          <p:nvPr>
            <p:ph type="title"/>
          </p:nvPr>
        </p:nvSpPr>
        <p:spPr/>
        <p:txBody>
          <a:bodyPr/>
          <a:lstStyle/>
          <a:p>
            <a:pPr algn="ctr"/>
            <a:r>
              <a:rPr lang="en-US" altLang="en-US"/>
              <a:t>Evolutionary Computation</a:t>
            </a:r>
          </a:p>
        </p:txBody>
      </p:sp>
      <p:sp>
        <p:nvSpPr>
          <p:cNvPr id="443395" name="内容占位符 2"/>
          <p:cNvSpPr>
            <a:spLocks noGrp="1"/>
          </p:cNvSpPr>
          <p:nvPr>
            <p:ph idx="1"/>
          </p:nvPr>
        </p:nvSpPr>
        <p:spPr>
          <a:xfrm>
            <a:off x="990600" y="1828800"/>
            <a:ext cx="7620000" cy="4114800"/>
          </a:xfrm>
        </p:spPr>
        <p:txBody>
          <a:bodyPr/>
          <a:lstStyle/>
          <a:p>
            <a:pPr>
              <a:buFont typeface="Wingdings" panose="05000000000000000000" pitchFamily="2" charset="2"/>
              <a:buChar char="Ø"/>
            </a:pPr>
            <a:r>
              <a:rPr lang="en-US" altLang="en-US" dirty="0"/>
              <a:t>Population-based stochastic and meta-heuristic search algorithms for global or multi-objective optimization</a:t>
            </a:r>
          </a:p>
          <a:p>
            <a:pPr>
              <a:buFont typeface="Wingdings" panose="05000000000000000000" pitchFamily="2" charset="2"/>
              <a:buChar char="Ø"/>
            </a:pPr>
            <a:r>
              <a:rPr lang="en-US" altLang="en-US" dirty="0"/>
              <a:t>Motivated by the natural evolution based on Darwinist or other principles</a:t>
            </a:r>
          </a:p>
          <a:p>
            <a:pPr>
              <a:buFont typeface="Wingdings" panose="05000000000000000000" pitchFamily="2" charset="2"/>
              <a:buChar char="Ø"/>
            </a:pPr>
            <a:r>
              <a:rPr lang="en-US" altLang="en-US" dirty="0"/>
              <a:t>Use collective wisdom to accomplish given tasks via efforts of many generations. </a:t>
            </a:r>
          </a:p>
          <a:p>
            <a:pPr>
              <a:buFont typeface="Wingdings" panose="05000000000000000000" pitchFamily="2" charset="2"/>
              <a:buChar char="Ø"/>
            </a:pPr>
            <a:endParaRPr lang="en-US" altLang="en-US" dirty="0"/>
          </a:p>
          <a:p>
            <a:endParaRPr lang="en-US" altLang="en-US" dirty="0"/>
          </a:p>
        </p:txBody>
      </p:sp>
      <p:sp>
        <p:nvSpPr>
          <p:cNvPr id="44339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3AD0CF1-B653-4E50-A459-EF6DD2DD0899}" type="slidenum">
              <a:rPr lang="zh-CN" altLang="en-US" sz="1400" smtClean="0">
                <a:solidFill>
                  <a:schemeClr val="bg2"/>
                </a:solidFill>
                <a:latin typeface="Arial" panose="020B0604020202020204" pitchFamily="34" charset="0"/>
              </a:rPr>
              <a:pPr>
                <a:spcBef>
                  <a:spcPct val="50000"/>
                </a:spcBef>
                <a:buClrTx/>
                <a:buSzTx/>
                <a:buFontTx/>
                <a:buNone/>
              </a:pPr>
              <a:t>310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1F86E77-8663-9278-E373-EE43ABF790C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标题 1"/>
          <p:cNvSpPr>
            <a:spLocks noGrp="1"/>
          </p:cNvSpPr>
          <p:nvPr>
            <p:ph type="title"/>
          </p:nvPr>
        </p:nvSpPr>
        <p:spPr/>
        <p:txBody>
          <a:bodyPr/>
          <a:lstStyle/>
          <a:p>
            <a:pPr algn="ctr"/>
            <a:r>
              <a:rPr lang="en-US" altLang="en-US"/>
              <a:t>Evolutionary Algorithms</a:t>
            </a:r>
          </a:p>
        </p:txBody>
      </p:sp>
      <p:sp>
        <p:nvSpPr>
          <p:cNvPr id="445443" name="内容占位符 2"/>
          <p:cNvSpPr>
            <a:spLocks noGrp="1"/>
          </p:cNvSpPr>
          <p:nvPr>
            <p:ph idx="1"/>
          </p:nvPr>
        </p:nvSpPr>
        <p:spPr>
          <a:xfrm>
            <a:off x="990600" y="1828800"/>
            <a:ext cx="7620000" cy="4114800"/>
          </a:xfrm>
        </p:spPr>
        <p:txBody>
          <a:bodyPr/>
          <a:lstStyle/>
          <a:p>
            <a:pPr>
              <a:buFont typeface="Wingdings" panose="05000000000000000000" pitchFamily="2" charset="2"/>
              <a:buChar char="Ø"/>
            </a:pPr>
            <a:r>
              <a:rPr lang="en-US" altLang="en-US"/>
              <a:t>Evolutionary programming (Lawrence Fogel, 1960’s)</a:t>
            </a:r>
          </a:p>
          <a:p>
            <a:pPr>
              <a:buFont typeface="Wingdings" panose="05000000000000000000" pitchFamily="2" charset="2"/>
              <a:buChar char="Ø"/>
            </a:pPr>
            <a:r>
              <a:rPr lang="en-US" altLang="en-US"/>
              <a:t>Evolutionary strategies (Ingo Rechenberg and Hans-Paul Schiwefel, 1960’s)</a:t>
            </a:r>
          </a:p>
          <a:p>
            <a:pPr>
              <a:buFont typeface="Wingdings" panose="05000000000000000000" pitchFamily="2" charset="2"/>
              <a:buChar char="Ø"/>
            </a:pPr>
            <a:r>
              <a:rPr lang="en-US" altLang="en-US"/>
              <a:t>Genetic algorithms (John Holland, 1970’s)</a:t>
            </a:r>
          </a:p>
          <a:p>
            <a:pPr>
              <a:buFont typeface="Wingdings" panose="05000000000000000000" pitchFamily="2" charset="2"/>
              <a:buChar char="Ø"/>
            </a:pPr>
            <a:r>
              <a:rPr lang="en-US" altLang="en-US"/>
              <a:t>Genetic programming (John Koza,</a:t>
            </a:r>
            <a:endParaRPr lang="en-US" altLang="en-US" b="1"/>
          </a:p>
          <a:p>
            <a:pPr>
              <a:buFont typeface="Wingdings" panose="05000000000000000000" pitchFamily="2" charset="2"/>
              <a:buChar char="Ø"/>
            </a:pPr>
            <a:r>
              <a:rPr lang="en-US" altLang="en-US"/>
              <a:t>1990’s)</a:t>
            </a:r>
          </a:p>
          <a:p>
            <a:pPr>
              <a:buFont typeface="Wingdings" panose="05000000000000000000" pitchFamily="2" charset="2"/>
              <a:buChar char="Ø"/>
            </a:pPr>
            <a:endParaRPr lang="en-US" altLang="en-US"/>
          </a:p>
          <a:p>
            <a:endParaRPr lang="en-US" altLang="en-US"/>
          </a:p>
        </p:txBody>
      </p:sp>
      <p:sp>
        <p:nvSpPr>
          <p:cNvPr id="44544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824129E-FB4C-4A47-B695-C2F1000E7B77}" type="slidenum">
              <a:rPr lang="zh-CN" altLang="en-US" sz="1400" smtClean="0">
                <a:solidFill>
                  <a:schemeClr val="bg2"/>
                </a:solidFill>
                <a:latin typeface="Arial" panose="020B0604020202020204" pitchFamily="34" charset="0"/>
              </a:rPr>
              <a:pPr>
                <a:spcBef>
                  <a:spcPct val="50000"/>
                </a:spcBef>
                <a:buClrTx/>
                <a:buSzTx/>
                <a:buFontTx/>
                <a:buNone/>
              </a:pPr>
              <a:t>311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A54F18D-F21E-93B7-00A8-54DD4B57E5A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7" name="Rectangle 2"/>
          <p:cNvSpPr>
            <a:spLocks noGrp="1" noChangeArrowheads="1"/>
          </p:cNvSpPr>
          <p:nvPr>
            <p:ph type="title"/>
          </p:nvPr>
        </p:nvSpPr>
        <p:spPr/>
        <p:txBody>
          <a:bodyPr/>
          <a:lstStyle/>
          <a:p>
            <a:pPr algn="ctr"/>
            <a:r>
              <a:rPr lang="en-US" altLang="zh-CN">
                <a:ea typeface="SimSun" panose="02010600030101010101" pitchFamily="2" charset="-122"/>
              </a:rPr>
              <a:t>Genetic Algorithms</a:t>
            </a:r>
          </a:p>
        </p:txBody>
      </p:sp>
      <p:sp>
        <p:nvSpPr>
          <p:cNvPr id="446468" name="Rectangle 3"/>
          <p:cNvSpPr>
            <a:spLocks noGrp="1" noChangeArrowheads="1"/>
          </p:cNvSpPr>
          <p:nvPr>
            <p:ph type="body" idx="1"/>
          </p:nvPr>
        </p:nvSpPr>
        <p:spPr>
          <a:xfrm>
            <a:off x="990600" y="1676400"/>
            <a:ext cx="7772400" cy="4267200"/>
          </a:xfrm>
        </p:spPr>
        <p:txBody>
          <a:bodyPr/>
          <a:lstStyle/>
          <a:p>
            <a:pPr>
              <a:lnSpc>
                <a:spcPct val="95000"/>
              </a:lnSpc>
              <a:spcBef>
                <a:spcPct val="5000"/>
              </a:spcBef>
              <a:buSzPct val="65000"/>
              <a:buFont typeface="Monotype Sorts" pitchFamily="2" charset="2"/>
              <a:buChar char="l"/>
            </a:pPr>
            <a:r>
              <a:rPr lang="en-US" altLang="zh-CN">
                <a:ea typeface="SimSun" panose="02010600030101010101" pitchFamily="2" charset="-122"/>
              </a:rPr>
              <a:t>A stochastic search method simulating the evolution of population of living species.</a:t>
            </a:r>
          </a:p>
          <a:p>
            <a:pPr>
              <a:lnSpc>
                <a:spcPct val="95000"/>
              </a:lnSpc>
              <a:spcBef>
                <a:spcPct val="5000"/>
              </a:spcBef>
              <a:buSzPct val="65000"/>
              <a:buFont typeface="Monotype Sorts" pitchFamily="2" charset="2"/>
              <a:buChar char="l"/>
            </a:pPr>
            <a:r>
              <a:rPr lang="en-US" altLang="zh-CN">
                <a:ea typeface="SimSun" panose="02010600030101010101" pitchFamily="2" charset="-122"/>
              </a:rPr>
              <a:t>Optimize a fitness function which is not necessarily continuous or differentiable.</a:t>
            </a:r>
          </a:p>
          <a:p>
            <a:pPr>
              <a:lnSpc>
                <a:spcPct val="95000"/>
              </a:lnSpc>
              <a:spcBef>
                <a:spcPct val="5000"/>
              </a:spcBef>
              <a:buSzPct val="65000"/>
              <a:buFont typeface="Monotype Sorts" pitchFamily="2" charset="2"/>
              <a:buChar char="l"/>
            </a:pPr>
            <a:r>
              <a:rPr lang="en-US" altLang="zh-CN">
                <a:ea typeface="SimSun" panose="02010600030101010101" pitchFamily="2" charset="-122"/>
              </a:rPr>
              <a:t>A genetic algorithm generates a population of seeds instead of one in traditional algorithms.</a:t>
            </a:r>
          </a:p>
          <a:p>
            <a:pPr>
              <a:lnSpc>
                <a:spcPct val="95000"/>
              </a:lnSpc>
              <a:spcBef>
                <a:spcPct val="5000"/>
              </a:spcBef>
              <a:buSzPct val="65000"/>
              <a:buFont typeface="Monotype Sorts" pitchFamily="2" charset="2"/>
              <a:buChar char="l"/>
            </a:pPr>
            <a:r>
              <a:rPr lang="en-US" altLang="zh-CN">
                <a:ea typeface="SimSun" panose="02010600030101010101" pitchFamily="2" charset="-122"/>
              </a:rPr>
              <a:t>The computation of the population can be carried out in parallel. </a:t>
            </a:r>
          </a:p>
        </p:txBody>
      </p:sp>
      <p:sp>
        <p:nvSpPr>
          <p:cNvPr id="4464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CFAC6589-0FE5-4B54-8BE7-3B56DEC94656}" type="slidenum">
              <a:rPr lang="zh-CN" altLang="en-US" sz="1400" smtClean="0">
                <a:solidFill>
                  <a:schemeClr val="bg2"/>
                </a:solidFill>
                <a:latin typeface="Arial" panose="020B0604020202020204" pitchFamily="34" charset="0"/>
              </a:rPr>
              <a:pPr>
                <a:spcBef>
                  <a:spcPct val="50000"/>
                </a:spcBef>
                <a:buClrTx/>
                <a:buSzTx/>
                <a:buFontTx/>
                <a:buNone/>
              </a:pPr>
              <a:t>312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012A1A9-B1B1-2516-239A-E5FFB018B2E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5" name="Rectangle 2"/>
          <p:cNvSpPr>
            <a:spLocks noGrp="1" noChangeArrowheads="1"/>
          </p:cNvSpPr>
          <p:nvPr>
            <p:ph type="title"/>
          </p:nvPr>
        </p:nvSpPr>
        <p:spPr/>
        <p:txBody>
          <a:bodyPr/>
          <a:lstStyle/>
          <a:p>
            <a:pPr algn="ctr"/>
            <a:r>
              <a:rPr lang="en-US" altLang="zh-CN">
                <a:ea typeface="SimSun" panose="02010600030101010101" pitchFamily="2" charset="-122"/>
              </a:rPr>
              <a:t>Elements in Genetic Algorithms</a:t>
            </a:r>
          </a:p>
        </p:txBody>
      </p:sp>
      <p:sp>
        <p:nvSpPr>
          <p:cNvPr id="448516" name="Rectangle 3"/>
          <p:cNvSpPr>
            <a:spLocks noGrp="1" noChangeArrowheads="1"/>
          </p:cNvSpPr>
          <p:nvPr>
            <p:ph type="body" idx="1"/>
          </p:nvPr>
        </p:nvSpPr>
        <p:spPr/>
        <p:txBody>
          <a:bodyPr/>
          <a:lstStyle/>
          <a:p>
            <a:pPr>
              <a:lnSpc>
                <a:spcPct val="90000"/>
              </a:lnSpc>
              <a:buFont typeface="Monotype Sorts" pitchFamily="2" charset="2"/>
              <a:buChar char="¬"/>
            </a:pPr>
            <a:r>
              <a:rPr lang="en-US" altLang="zh-CN" sz="2800">
                <a:ea typeface="SimSun" panose="02010600030101010101" pitchFamily="2" charset="-122"/>
              </a:rPr>
              <a:t>A coding of the optimization problem to produce the required discretization of decision variables in terms of strings.</a:t>
            </a:r>
          </a:p>
          <a:p>
            <a:pPr>
              <a:lnSpc>
                <a:spcPct val="90000"/>
              </a:lnSpc>
              <a:buFont typeface="Monotype Sorts" pitchFamily="2" charset="2"/>
              <a:buChar char="¬"/>
            </a:pPr>
            <a:r>
              <a:rPr lang="en-US" altLang="zh-CN" sz="2800">
                <a:ea typeface="SimSun" panose="02010600030101010101" pitchFamily="2" charset="-122"/>
              </a:rPr>
              <a:t>A reproduction operator to copy individual strings according to their fitness.</a:t>
            </a:r>
          </a:p>
          <a:p>
            <a:pPr>
              <a:lnSpc>
                <a:spcPct val="90000"/>
              </a:lnSpc>
              <a:buFont typeface="Monotype Sorts" pitchFamily="2" charset="2"/>
              <a:buChar char="¬"/>
            </a:pPr>
            <a:r>
              <a:rPr lang="en-US" altLang="zh-CN" sz="2800">
                <a:ea typeface="SimSun" panose="02010600030101010101" pitchFamily="2" charset="-122"/>
              </a:rPr>
              <a:t>A set of information-exchange operators; e.g., crossover, for recombination of search points to generate new and better population of points.</a:t>
            </a:r>
          </a:p>
          <a:p>
            <a:pPr>
              <a:lnSpc>
                <a:spcPct val="90000"/>
              </a:lnSpc>
              <a:buFont typeface="Monotype Sorts" pitchFamily="2" charset="2"/>
              <a:buChar char="¬"/>
            </a:pPr>
            <a:r>
              <a:rPr lang="en-US" altLang="zh-CN" sz="2800">
                <a:ea typeface="SimSun" panose="02010600030101010101" pitchFamily="2" charset="-122"/>
              </a:rPr>
              <a:t>A mutation operator for modifying data.</a:t>
            </a:r>
          </a:p>
          <a:p>
            <a:pPr>
              <a:lnSpc>
                <a:spcPct val="90000"/>
              </a:lnSpc>
              <a:buFont typeface="Monotype Sorts" pitchFamily="2" charset="2"/>
              <a:buChar char="­"/>
            </a:pPr>
            <a:endParaRPr lang="en-US" altLang="zh-CN" sz="2800">
              <a:ea typeface="SimSun" panose="02010600030101010101" pitchFamily="2" charset="-122"/>
            </a:endParaRPr>
          </a:p>
        </p:txBody>
      </p:sp>
      <p:sp>
        <p:nvSpPr>
          <p:cNvPr id="4485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4A05023-30A4-4A9B-A4E7-6DE21C1407C7}" type="slidenum">
              <a:rPr lang="zh-CN" altLang="en-US" sz="1400" smtClean="0">
                <a:solidFill>
                  <a:schemeClr val="bg2"/>
                </a:solidFill>
                <a:latin typeface="Arial" panose="020B0604020202020204" pitchFamily="34" charset="0"/>
              </a:rPr>
              <a:pPr>
                <a:spcBef>
                  <a:spcPct val="50000"/>
                </a:spcBef>
                <a:buClrTx/>
                <a:buSzTx/>
                <a:buFontTx/>
                <a:buNone/>
              </a:pPr>
              <a:t>313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397E8DE-C445-4274-E30E-0E956B310BA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3" name="Rectangle 2"/>
          <p:cNvSpPr>
            <a:spLocks noGrp="1" noChangeArrowheads="1"/>
          </p:cNvSpPr>
          <p:nvPr>
            <p:ph type="title"/>
          </p:nvPr>
        </p:nvSpPr>
        <p:spPr/>
        <p:txBody>
          <a:bodyPr/>
          <a:lstStyle/>
          <a:p>
            <a:pPr algn="ctr"/>
            <a:r>
              <a:rPr lang="en-US" altLang="zh-CN">
                <a:ea typeface="SimSun" panose="02010600030101010101" pitchFamily="2" charset="-122"/>
              </a:rPr>
              <a:t>Reproduction Operator</a:t>
            </a:r>
          </a:p>
        </p:txBody>
      </p:sp>
      <p:sp>
        <p:nvSpPr>
          <p:cNvPr id="450564" name="Rectangle 3"/>
          <p:cNvSpPr>
            <a:spLocks noGrp="1" noChangeArrowheads="1"/>
          </p:cNvSpPr>
          <p:nvPr>
            <p:ph type="body" idx="1"/>
          </p:nvPr>
        </p:nvSpPr>
        <p:spPr/>
        <p:txBody>
          <a:bodyPr/>
          <a:lstStyle/>
          <a:p>
            <a:pPr marL="609600" indent="-609600">
              <a:buFont typeface="Monotype Sorts" pitchFamily="2" charset="2"/>
              <a:buAutoNum type="arabicPeriod"/>
            </a:pPr>
            <a:r>
              <a:rPr lang="en-US" altLang="zh-CN" sz="2800">
                <a:ea typeface="SimSun" panose="02010600030101010101" pitchFamily="2" charset="-122"/>
              </a:rPr>
              <a:t>Sum the fitness of all the production members and call the result total fitness.</a:t>
            </a:r>
          </a:p>
          <a:p>
            <a:pPr marL="609600" indent="-609600">
              <a:buFont typeface="Monotype Sorts" pitchFamily="2" charset="2"/>
              <a:buAutoNum type="arabicPeriod"/>
            </a:pPr>
            <a:r>
              <a:rPr lang="en-US" altLang="zh-CN" sz="2800">
                <a:ea typeface="SimSun" panose="02010600030101010101" pitchFamily="2" charset="-122"/>
              </a:rPr>
              <a:t>Generate a random number </a:t>
            </a:r>
            <a:r>
              <a:rPr lang="en-US" altLang="zh-CN" sz="2800" i="1">
                <a:ea typeface="SimSun" panose="02010600030101010101" pitchFamily="2" charset="-122"/>
              </a:rPr>
              <a:t>n</a:t>
            </a:r>
            <a:r>
              <a:rPr lang="en-US" altLang="zh-CN" sz="2800">
                <a:ea typeface="SimSun" panose="02010600030101010101" pitchFamily="2" charset="-122"/>
              </a:rPr>
              <a:t> between 0 and total fitness under uniform distribution.</a:t>
            </a:r>
          </a:p>
          <a:p>
            <a:pPr marL="609600" indent="-609600">
              <a:buFont typeface="Monotype Sorts" pitchFamily="2" charset="2"/>
              <a:buAutoNum type="arabicPeriod"/>
            </a:pPr>
            <a:r>
              <a:rPr lang="en-US" altLang="zh-CN" sz="2800">
                <a:ea typeface="SimSun" panose="02010600030101010101" pitchFamily="2" charset="-122"/>
              </a:rPr>
              <a:t>Return the first population member whose fitness, added to the fitnesses of the preceding population members (running total), is greater than or equal to </a:t>
            </a:r>
            <a:r>
              <a:rPr lang="en-US" altLang="zh-CN" sz="2800" i="1">
                <a:ea typeface="SimSun" panose="02010600030101010101" pitchFamily="2" charset="-122"/>
              </a:rPr>
              <a:t>n</a:t>
            </a:r>
            <a:r>
              <a:rPr lang="en-US" altLang="zh-CN" sz="2800">
                <a:ea typeface="SimSun" panose="02010600030101010101" pitchFamily="2" charset="-122"/>
              </a:rPr>
              <a:t>. </a:t>
            </a:r>
          </a:p>
        </p:txBody>
      </p:sp>
      <p:sp>
        <p:nvSpPr>
          <p:cNvPr id="4505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1745655-1822-48EB-84AD-6E5A10B1B735}" type="slidenum">
              <a:rPr lang="zh-CN" altLang="en-US" sz="1400" smtClean="0">
                <a:solidFill>
                  <a:schemeClr val="bg2"/>
                </a:solidFill>
                <a:latin typeface="Arial" panose="020B0604020202020204" pitchFamily="34" charset="0"/>
              </a:rPr>
              <a:pPr>
                <a:spcBef>
                  <a:spcPct val="50000"/>
                </a:spcBef>
                <a:buClrTx/>
                <a:buSzTx/>
                <a:buFontTx/>
                <a:buNone/>
              </a:pPr>
              <a:t>314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544296A-1755-FF51-C399-EFA2B615967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1" name="Rectangle 6146"/>
          <p:cNvSpPr>
            <a:spLocks noGrp="1" noChangeArrowheads="1"/>
          </p:cNvSpPr>
          <p:nvPr>
            <p:ph type="title"/>
          </p:nvPr>
        </p:nvSpPr>
        <p:spPr/>
        <p:txBody>
          <a:bodyPr/>
          <a:lstStyle/>
          <a:p>
            <a:pPr algn="ctr"/>
            <a:r>
              <a:rPr lang="en-US" altLang="zh-CN">
                <a:ea typeface="SimSun" panose="02010600030101010101" pitchFamily="2" charset="-122"/>
              </a:rPr>
              <a:t>Crossover Operator</a:t>
            </a:r>
          </a:p>
        </p:txBody>
      </p:sp>
      <p:sp>
        <p:nvSpPr>
          <p:cNvPr id="452612" name="Rectangle 6147"/>
          <p:cNvSpPr>
            <a:spLocks noGrp="1" noChangeArrowheads="1"/>
          </p:cNvSpPr>
          <p:nvPr>
            <p:ph type="body" idx="1"/>
          </p:nvPr>
        </p:nvSpPr>
        <p:spPr/>
        <p:txBody>
          <a:bodyPr/>
          <a:lstStyle/>
          <a:p>
            <a:pPr>
              <a:lnSpc>
                <a:spcPct val="90000"/>
              </a:lnSpc>
              <a:buFont typeface="Wingdings" panose="05000000000000000000" pitchFamily="2" charset="2"/>
              <a:buChar char="§"/>
            </a:pPr>
            <a:r>
              <a:rPr lang="en-US" altLang="zh-CN" sz="3600">
                <a:ea typeface="SimSun" panose="02010600030101010101" pitchFamily="2" charset="-122"/>
              </a:rPr>
              <a:t>Select offspring from the population after reproduction.</a:t>
            </a:r>
          </a:p>
          <a:p>
            <a:pPr>
              <a:lnSpc>
                <a:spcPct val="90000"/>
              </a:lnSpc>
              <a:buFont typeface="Wingdings" panose="05000000000000000000" pitchFamily="2" charset="2"/>
              <a:buChar char="§"/>
            </a:pPr>
            <a:r>
              <a:rPr lang="en-US" altLang="zh-CN" sz="3600">
                <a:ea typeface="SimSun" panose="02010600030101010101" pitchFamily="2" charset="-122"/>
              </a:rPr>
              <a:t> Two strings (parents) from the reproduced population are paired with probability </a:t>
            </a:r>
            <a:r>
              <a:rPr lang="en-US" altLang="zh-CN" sz="3600" i="1">
                <a:ea typeface="SimSun" panose="02010600030101010101" pitchFamily="2" charset="-122"/>
              </a:rPr>
              <a:t>P</a:t>
            </a:r>
            <a:r>
              <a:rPr lang="en-US" altLang="zh-CN" sz="4400" baseline="-20000">
                <a:ea typeface="SimSun" panose="02010600030101010101" pitchFamily="2" charset="-122"/>
              </a:rPr>
              <a:t>c</a:t>
            </a:r>
            <a:r>
              <a:rPr lang="en-US" altLang="zh-CN" sz="3600">
                <a:ea typeface="SimSun" panose="02010600030101010101" pitchFamily="2" charset="-122"/>
              </a:rPr>
              <a:t>.</a:t>
            </a:r>
          </a:p>
          <a:p>
            <a:pPr>
              <a:lnSpc>
                <a:spcPct val="90000"/>
              </a:lnSpc>
              <a:buFont typeface="Wingdings" panose="05000000000000000000" pitchFamily="2" charset="2"/>
              <a:buChar char="§"/>
            </a:pPr>
            <a:r>
              <a:rPr lang="en-US" altLang="zh-CN" sz="3600">
                <a:ea typeface="SimSun" panose="02010600030101010101" pitchFamily="2" charset="-122"/>
              </a:rPr>
              <a:t>Two new strings (offspring) are created by exchanging bits at a crossover site.</a:t>
            </a:r>
            <a:r>
              <a:rPr lang="en-US" altLang="zh-CN">
                <a:ea typeface="SimSun" panose="02010600030101010101" pitchFamily="2" charset="-122"/>
              </a:rPr>
              <a:t> </a:t>
            </a:r>
          </a:p>
        </p:txBody>
      </p:sp>
      <p:sp>
        <p:nvSpPr>
          <p:cNvPr id="45261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BD9D141-BA3D-436A-93AD-1E54C15E9088}" type="slidenum">
              <a:rPr lang="zh-CN" altLang="en-US" sz="1400" smtClean="0">
                <a:solidFill>
                  <a:schemeClr val="bg2"/>
                </a:solidFill>
                <a:latin typeface="Arial" panose="020B0604020202020204" pitchFamily="34" charset="0"/>
              </a:rPr>
              <a:pPr>
                <a:spcBef>
                  <a:spcPct val="50000"/>
                </a:spcBef>
                <a:buClrTx/>
                <a:buSzTx/>
                <a:buFontTx/>
                <a:buNone/>
              </a:pPr>
              <a:t>315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A501820-0C35-07D4-6478-C68BFE799C3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9" name="Rectangle 2"/>
          <p:cNvSpPr>
            <a:spLocks noGrp="1" noChangeArrowheads="1"/>
          </p:cNvSpPr>
          <p:nvPr>
            <p:ph type="title"/>
          </p:nvPr>
        </p:nvSpPr>
        <p:spPr/>
        <p:txBody>
          <a:bodyPr/>
          <a:lstStyle/>
          <a:p>
            <a:pPr algn="ctr"/>
            <a:r>
              <a:rPr lang="en-US" altLang="zh-CN">
                <a:ea typeface="SimSun" panose="02010600030101010101" pitchFamily="2" charset="-122"/>
              </a:rPr>
              <a:t>Crossover Operation</a:t>
            </a:r>
          </a:p>
        </p:txBody>
      </p:sp>
      <p:pic>
        <p:nvPicPr>
          <p:cNvPr id="45466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76400"/>
            <a:ext cx="7391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466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886BEB0-ED13-4503-9A4A-9E41F49AC4DB}" type="slidenum">
              <a:rPr lang="zh-CN" altLang="en-US" sz="1400" smtClean="0">
                <a:solidFill>
                  <a:schemeClr val="bg2"/>
                </a:solidFill>
                <a:latin typeface="Arial" panose="020B0604020202020204" pitchFamily="34" charset="0"/>
              </a:rPr>
              <a:pPr>
                <a:spcBef>
                  <a:spcPct val="50000"/>
                </a:spcBef>
                <a:buClrTx/>
                <a:buSzTx/>
                <a:buFontTx/>
                <a:buNone/>
              </a:pPr>
              <a:t>316</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4626533-7D7D-9816-651B-4E3E58C4B0F9}"/>
              </a:ext>
            </a:extLst>
          </p:cNvPr>
          <p:cNvSpPr txBox="1"/>
          <p:nvPr/>
        </p:nvSpPr>
        <p:spPr>
          <a:xfrm>
            <a:off x="2293125" y="6018312"/>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48B8E442-AC61-0382-587A-F48260F2FC8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Title 1"/>
          <p:cNvSpPr>
            <a:spLocks noGrp="1"/>
          </p:cNvSpPr>
          <p:nvPr>
            <p:ph type="title"/>
          </p:nvPr>
        </p:nvSpPr>
        <p:spPr/>
        <p:txBody>
          <a:bodyPr/>
          <a:lstStyle/>
          <a:p>
            <a:pPr algn="ctr"/>
            <a:r>
              <a:rPr lang="en-US" altLang="zh-CN">
                <a:ea typeface="SimSun" panose="02010600030101010101" pitchFamily="2" charset="-122"/>
              </a:rPr>
              <a:t>Crossover Operation</a:t>
            </a:r>
          </a:p>
        </p:txBody>
      </p:sp>
      <p:pic>
        <p:nvPicPr>
          <p:cNvPr id="456707" name="Content Placeholder 5" descr="figure7.9.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1878013"/>
            <a:ext cx="7848600" cy="3544887"/>
          </a:xfrm>
        </p:spPr>
      </p:pic>
      <p:sp>
        <p:nvSpPr>
          <p:cNvPr id="45670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4B342C-A59A-4117-A403-D1B6978C081B}" type="slidenum">
              <a:rPr lang="zh-CN" altLang="en-US" sz="1400" smtClean="0">
                <a:solidFill>
                  <a:schemeClr val="bg2"/>
                </a:solidFill>
                <a:latin typeface="Arial" panose="020B0604020202020204" pitchFamily="34" charset="0"/>
              </a:rPr>
              <a:pPr>
                <a:spcBef>
                  <a:spcPct val="50000"/>
                </a:spcBef>
                <a:buClrTx/>
                <a:buSzTx/>
                <a:buFontTx/>
                <a:buNone/>
              </a:pPr>
              <a:t>317</a:t>
            </a:fld>
            <a:endParaRPr lang="en-US" altLang="zh-CN" sz="1400">
              <a:solidFill>
                <a:schemeClr val="bg2"/>
              </a:solidFill>
              <a:latin typeface="Arial" panose="020B0604020202020204" pitchFamily="34" charset="0"/>
            </a:endParaRPr>
          </a:p>
        </p:txBody>
      </p:sp>
      <p:sp>
        <p:nvSpPr>
          <p:cNvPr id="3" name="Footer Placeholder 4">
            <a:extLst>
              <a:ext uri="{FF2B5EF4-FFF2-40B4-BE49-F238E27FC236}">
                <a16:creationId xmlns:a16="http://schemas.microsoft.com/office/drawing/2014/main" id="{4B1D4E9B-EB23-C72E-8C60-25D8D8B94FB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1" name="Rectangle 2"/>
          <p:cNvSpPr>
            <a:spLocks noGrp="1" noChangeArrowheads="1"/>
          </p:cNvSpPr>
          <p:nvPr>
            <p:ph type="title"/>
          </p:nvPr>
        </p:nvSpPr>
        <p:spPr/>
        <p:txBody>
          <a:bodyPr/>
          <a:lstStyle/>
          <a:p>
            <a:pPr algn="ctr"/>
            <a:r>
              <a:rPr lang="en-US" altLang="zh-CN">
                <a:ea typeface="SimSun" panose="02010600030101010101" pitchFamily="2" charset="-122"/>
              </a:rPr>
              <a:t>Mutation Operator</a:t>
            </a:r>
          </a:p>
        </p:txBody>
      </p:sp>
      <p:sp>
        <p:nvSpPr>
          <p:cNvPr id="457732" name="Rectangle 3"/>
          <p:cNvSpPr>
            <a:spLocks noGrp="1" noChangeArrowheads="1"/>
          </p:cNvSpPr>
          <p:nvPr>
            <p:ph type="body" idx="1"/>
          </p:nvPr>
        </p:nvSpPr>
        <p:spPr/>
        <p:txBody>
          <a:bodyPr/>
          <a:lstStyle/>
          <a:p>
            <a:pPr>
              <a:lnSpc>
                <a:spcPct val="90000"/>
              </a:lnSpc>
              <a:buFont typeface="Wingdings" panose="05000000000000000000" pitchFamily="2" charset="2"/>
              <a:buChar char="§"/>
            </a:pPr>
            <a:r>
              <a:rPr lang="en-US" altLang="zh-CN" sz="3600">
                <a:ea typeface="SimSun" panose="02010600030101010101" pitchFamily="2" charset="-122"/>
              </a:rPr>
              <a:t>Reproduction and crossover produce new string without introducing new information into the population at bit level.</a:t>
            </a:r>
          </a:p>
          <a:p>
            <a:pPr>
              <a:lnSpc>
                <a:spcPct val="90000"/>
              </a:lnSpc>
              <a:buFont typeface="Wingdings" panose="05000000000000000000" pitchFamily="2" charset="2"/>
              <a:buChar char="§"/>
            </a:pPr>
            <a:r>
              <a:rPr lang="en-US" altLang="zh-CN" sz="3600">
                <a:ea typeface="SimSun" panose="02010600030101010101" pitchFamily="2" charset="-122"/>
              </a:rPr>
              <a:t>To inject new information into offspring.</a:t>
            </a:r>
          </a:p>
          <a:p>
            <a:pPr>
              <a:lnSpc>
                <a:spcPct val="90000"/>
              </a:lnSpc>
              <a:buFont typeface="Wingdings" panose="05000000000000000000" pitchFamily="2" charset="2"/>
              <a:buChar char="§"/>
            </a:pPr>
            <a:r>
              <a:rPr lang="en-US" altLang="zh-CN" sz="3600">
                <a:ea typeface="SimSun" panose="02010600030101010101" pitchFamily="2" charset="-122"/>
              </a:rPr>
              <a:t>Invert chosen bits randomly with a lower probability </a:t>
            </a:r>
            <a:r>
              <a:rPr lang="en-US" altLang="zh-CN" sz="3600" i="1">
                <a:ea typeface="SimSun" panose="02010600030101010101" pitchFamily="2" charset="-122"/>
              </a:rPr>
              <a:t>P</a:t>
            </a:r>
            <a:r>
              <a:rPr lang="en-US" altLang="zh-CN" sz="3600" baseline="-25000">
                <a:ea typeface="SimSun" panose="02010600030101010101" pitchFamily="2" charset="-122"/>
              </a:rPr>
              <a:t>m</a:t>
            </a:r>
            <a:r>
              <a:rPr lang="en-US" altLang="zh-CN" baseline="-25000">
                <a:ea typeface="SimSun" panose="02010600030101010101" pitchFamily="2" charset="-122"/>
              </a:rPr>
              <a:t> </a:t>
            </a:r>
          </a:p>
        </p:txBody>
      </p:sp>
      <p:sp>
        <p:nvSpPr>
          <p:cNvPr id="45773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EB5BF76-5527-4F00-9779-D51C0E8F2BA3}" type="slidenum">
              <a:rPr lang="zh-CN" altLang="en-US" sz="1400" smtClean="0">
                <a:solidFill>
                  <a:schemeClr val="bg2"/>
                </a:solidFill>
                <a:latin typeface="Arial" panose="020B0604020202020204" pitchFamily="34" charset="0"/>
              </a:rPr>
              <a:pPr>
                <a:spcBef>
                  <a:spcPct val="50000"/>
                </a:spcBef>
                <a:buClrTx/>
                <a:buSzTx/>
                <a:buFontTx/>
                <a:buNone/>
              </a:pPr>
              <a:t>318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C6BE01A-C984-0F2F-8D07-8180DAC4E39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Title 1"/>
          <p:cNvSpPr>
            <a:spLocks noGrp="1"/>
          </p:cNvSpPr>
          <p:nvPr>
            <p:ph type="title"/>
          </p:nvPr>
        </p:nvSpPr>
        <p:spPr/>
        <p:txBody>
          <a:bodyPr/>
          <a:lstStyle/>
          <a:p>
            <a:pPr algn="ctr"/>
            <a:r>
              <a:rPr lang="en-US" altLang="zh-CN">
                <a:ea typeface="SimSun" panose="02010600030101010101" pitchFamily="2" charset="-122"/>
              </a:rPr>
              <a:t>Mutation Operation</a:t>
            </a:r>
          </a:p>
        </p:txBody>
      </p:sp>
      <p:pic>
        <p:nvPicPr>
          <p:cNvPr id="459779" name="Content Placeholder 5" descr="figure7.10.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2590800"/>
            <a:ext cx="7772400" cy="3060700"/>
          </a:xfrm>
        </p:spPr>
      </p:pic>
      <p:sp>
        <p:nvSpPr>
          <p:cNvPr id="45978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EC0D362-4368-4721-9248-3EC9E7EFA8A5}" type="slidenum">
              <a:rPr lang="zh-CN" altLang="en-US" sz="1400" smtClean="0">
                <a:solidFill>
                  <a:schemeClr val="bg2"/>
                </a:solidFill>
                <a:latin typeface="Arial" panose="020B0604020202020204" pitchFamily="34" charset="0"/>
              </a:rPr>
              <a:pPr>
                <a:spcBef>
                  <a:spcPct val="50000"/>
                </a:spcBef>
                <a:buClrTx/>
                <a:buSzTx/>
                <a:buFontTx/>
                <a:buNone/>
              </a:pPr>
              <a:t>319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7488D35-B81F-85C5-4696-D88DEFCDA32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Title 1"/>
          <p:cNvSpPr>
            <a:spLocks noGrp="1"/>
          </p:cNvSpPr>
          <p:nvPr>
            <p:ph type="title"/>
          </p:nvPr>
        </p:nvSpPr>
        <p:spPr/>
        <p:txBody>
          <a:bodyPr/>
          <a:lstStyle/>
          <a:p>
            <a:pPr algn="ctr"/>
            <a:r>
              <a:rPr lang="en-US" altLang="zh-CN">
                <a:ea typeface="SimSun" panose="02010600030101010101" pitchFamily="2" charset="-122"/>
              </a:rPr>
              <a:t>Towers of Hanoi</a:t>
            </a:r>
          </a:p>
        </p:txBody>
      </p:sp>
      <p:sp>
        <p:nvSpPr>
          <p:cNvPr id="460803" name="Content Placeholder 2"/>
          <p:cNvSpPr>
            <a:spLocks noGrp="1"/>
          </p:cNvSpPr>
          <p:nvPr>
            <p:ph idx="1"/>
          </p:nvPr>
        </p:nvSpPr>
        <p:spPr>
          <a:xfrm>
            <a:off x="1066800" y="1828800"/>
            <a:ext cx="7239000" cy="4114800"/>
          </a:xfrm>
        </p:spPr>
        <p:txBody>
          <a:bodyPr/>
          <a:lstStyle/>
          <a:p>
            <a:r>
              <a:rPr lang="en-US" altLang="zh-CN">
                <a:ea typeface="SimSun" panose="02010600030101010101" pitchFamily="2" charset="-122"/>
              </a:rPr>
              <a:t>Towers of Hanoi puzzle: move a number of disks from one peg to another among three pegs, to restore the original piling order.</a:t>
            </a:r>
          </a:p>
          <a:p>
            <a:r>
              <a:rPr lang="en-US" altLang="zh-CN">
                <a:ea typeface="SimSun" panose="02010600030101010101" pitchFamily="2" charset="-122"/>
              </a:rPr>
              <a:t>Any move must satisfy constraints: e.g., we can only move a disk that has no disk above it. </a:t>
            </a:r>
          </a:p>
        </p:txBody>
      </p:sp>
      <p:sp>
        <p:nvSpPr>
          <p:cNvPr id="460805" name="Rectangle 5"/>
          <p:cNvSpPr>
            <a:spLocks noChangeArrowheads="1"/>
          </p:cNvSpPr>
          <p:nvPr/>
        </p:nvSpPr>
        <p:spPr bwMode="auto">
          <a:xfrm>
            <a:off x="3375025" y="3198813"/>
            <a:ext cx="1857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zh-CN" altLang="zh-CN" sz="2400">
              <a:latin typeface="Arial" panose="020B0604020202020204" pitchFamily="34" charset="0"/>
              <a:ea typeface="SimSun" panose="02010600030101010101" pitchFamily="2" charset="-122"/>
            </a:endParaRPr>
          </a:p>
        </p:txBody>
      </p:sp>
      <p:sp>
        <p:nvSpPr>
          <p:cNvPr id="46080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5815577-735A-4B64-ADDE-D28E1E5BA2A9}" type="slidenum">
              <a:rPr lang="zh-CN" altLang="en-US" sz="1400" smtClean="0">
                <a:solidFill>
                  <a:schemeClr val="bg2"/>
                </a:solidFill>
                <a:latin typeface="Arial" panose="020B0604020202020204" pitchFamily="34" charset="0"/>
              </a:rPr>
              <a:pPr>
                <a:spcBef>
                  <a:spcPct val="50000"/>
                </a:spcBef>
                <a:buClrTx/>
                <a:buSzTx/>
                <a:buFontTx/>
                <a:buNone/>
              </a:pPr>
              <a:t>320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FF9CD94-F393-D44D-FDFE-9E42933DAAC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Title 1"/>
          <p:cNvSpPr>
            <a:spLocks noGrp="1"/>
          </p:cNvSpPr>
          <p:nvPr>
            <p:ph type="title"/>
          </p:nvPr>
        </p:nvSpPr>
        <p:spPr/>
        <p:txBody>
          <a:bodyPr/>
          <a:lstStyle/>
          <a:p>
            <a:pPr algn="ctr"/>
            <a:r>
              <a:rPr lang="en-US" altLang="zh-CN">
                <a:ea typeface="SimSun" panose="02010600030101010101" pitchFamily="2" charset="-122"/>
              </a:rPr>
              <a:t>Towers of Hanoi</a:t>
            </a:r>
          </a:p>
        </p:txBody>
      </p:sp>
      <p:pic>
        <p:nvPicPr>
          <p:cNvPr id="46182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52525" y="1843088"/>
            <a:ext cx="7534275" cy="4133850"/>
          </a:xfrm>
          <a:noFill/>
        </p:spPr>
      </p:pic>
      <p:sp>
        <p:nvSpPr>
          <p:cNvPr id="4618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86B93F2-94CC-4E0E-8754-1CBD95F2D765}" type="slidenum">
              <a:rPr lang="zh-CN" altLang="en-US" sz="1400" smtClean="0">
                <a:solidFill>
                  <a:schemeClr val="bg2"/>
                </a:solidFill>
                <a:latin typeface="Arial" panose="020B0604020202020204" pitchFamily="34" charset="0"/>
              </a:rPr>
              <a:pPr>
                <a:spcBef>
                  <a:spcPct val="50000"/>
                </a:spcBef>
                <a:buClrTx/>
                <a:buSzTx/>
                <a:buFontTx/>
                <a:buNone/>
              </a:pPr>
              <a:t>321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4A74E2A4-4868-C02D-8874-EE07A40EC60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Title 1"/>
          <p:cNvSpPr>
            <a:spLocks noGrp="1"/>
          </p:cNvSpPr>
          <p:nvPr>
            <p:ph type="title"/>
          </p:nvPr>
        </p:nvSpPr>
        <p:spPr/>
        <p:txBody>
          <a:bodyPr/>
          <a:lstStyle/>
          <a:p>
            <a:pPr algn="ctr"/>
            <a:r>
              <a:rPr lang="en-US" altLang="zh-CN">
                <a:ea typeface="SimSun" panose="02010600030101010101" pitchFamily="2" charset="-122"/>
              </a:rPr>
              <a:t>Legal Moves</a:t>
            </a:r>
          </a:p>
        </p:txBody>
      </p:sp>
      <p:pic>
        <p:nvPicPr>
          <p:cNvPr id="462851" name="Content Placeholder 5" descr="figure7.11.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2257425"/>
            <a:ext cx="7772400" cy="3257550"/>
          </a:xfrm>
        </p:spPr>
      </p:pic>
      <p:sp>
        <p:nvSpPr>
          <p:cNvPr id="46285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EEB40F2-C620-42AB-8621-901DA907714B}" type="slidenum">
              <a:rPr lang="zh-CN" altLang="en-US" sz="1400" smtClean="0">
                <a:solidFill>
                  <a:schemeClr val="bg2"/>
                </a:solidFill>
                <a:latin typeface="Arial" panose="020B0604020202020204" pitchFamily="34" charset="0"/>
              </a:rPr>
              <a:pPr>
                <a:spcBef>
                  <a:spcPct val="50000"/>
                </a:spcBef>
                <a:buClrTx/>
                <a:buSzTx/>
                <a:buFontTx/>
                <a:buNone/>
              </a:pPr>
              <a:t>322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2B60B6E-7FF5-4BB3-05BC-844043C5A2B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itle 1"/>
          <p:cNvSpPr>
            <a:spLocks noGrp="1"/>
          </p:cNvSpPr>
          <p:nvPr>
            <p:ph type="title"/>
          </p:nvPr>
        </p:nvSpPr>
        <p:spPr/>
        <p:txBody>
          <a:bodyPr/>
          <a:lstStyle/>
          <a:p>
            <a:pPr algn="ctr"/>
            <a:r>
              <a:rPr lang="en-US" altLang="zh-CN">
                <a:ea typeface="SimSun" panose="02010600030101010101" pitchFamily="2" charset="-122"/>
              </a:rPr>
              <a:t>Towers of Hanoi</a:t>
            </a:r>
          </a:p>
        </p:txBody>
      </p:sp>
      <p:pic>
        <p:nvPicPr>
          <p:cNvPr id="463875" name="Content Placeholder 5" descr="figure2.3.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0" y="1676400"/>
            <a:ext cx="5105400" cy="4343400"/>
          </a:xfrm>
        </p:spPr>
      </p:pic>
      <p:sp>
        <p:nvSpPr>
          <p:cNvPr id="46387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7EF9A34-83D0-4BB2-B121-0B48CF1E42A1}" type="slidenum">
              <a:rPr lang="zh-CN" altLang="en-US" sz="1400" smtClean="0">
                <a:solidFill>
                  <a:schemeClr val="bg2"/>
                </a:solidFill>
                <a:latin typeface="Arial" panose="020B0604020202020204" pitchFamily="34" charset="0"/>
              </a:rPr>
              <a:pPr>
                <a:spcBef>
                  <a:spcPct val="50000"/>
                </a:spcBef>
                <a:buClrTx/>
                <a:buSzTx/>
                <a:buFontTx/>
                <a:buNone/>
              </a:pPr>
              <a:t>323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B9882C2-D3A3-D6CD-D32B-9F51014F13D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itle 1"/>
          <p:cNvSpPr>
            <a:spLocks noGrp="1"/>
          </p:cNvSpPr>
          <p:nvPr>
            <p:ph type="title"/>
          </p:nvPr>
        </p:nvSpPr>
        <p:spPr/>
        <p:txBody>
          <a:bodyPr/>
          <a:lstStyle/>
          <a:p>
            <a:pPr algn="ctr"/>
            <a:r>
              <a:rPr lang="en-US" altLang="zh-CN">
                <a:ea typeface="SimSun" panose="02010600030101010101" pitchFamily="2" charset="-122"/>
              </a:rPr>
              <a:t>Move Represenation</a:t>
            </a:r>
          </a:p>
        </p:txBody>
      </p:sp>
      <p:pic>
        <p:nvPicPr>
          <p:cNvPr id="464899" name="Content Placeholder 5" descr="figure7.12.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2060575"/>
            <a:ext cx="7772400" cy="3651250"/>
          </a:xfrm>
        </p:spPr>
      </p:pic>
      <p:sp>
        <p:nvSpPr>
          <p:cNvPr id="46490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0828029-0095-44F7-8DCB-88104CE3214E}" type="slidenum">
              <a:rPr lang="zh-CN" altLang="en-US" sz="1400" smtClean="0">
                <a:solidFill>
                  <a:schemeClr val="bg2"/>
                </a:solidFill>
                <a:latin typeface="Arial" panose="020B0604020202020204" pitchFamily="34" charset="0"/>
              </a:rPr>
              <a:pPr>
                <a:spcBef>
                  <a:spcPct val="50000"/>
                </a:spcBef>
                <a:buClrTx/>
                <a:buSzTx/>
                <a:buFontTx/>
                <a:buNone/>
              </a:pPr>
              <a:t>324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BEA30F6-8B39-4993-4B12-89878D7D02C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Title 1"/>
          <p:cNvSpPr>
            <a:spLocks noGrp="1"/>
          </p:cNvSpPr>
          <p:nvPr>
            <p:ph type="title"/>
          </p:nvPr>
        </p:nvSpPr>
        <p:spPr/>
        <p:txBody>
          <a:bodyPr/>
          <a:lstStyle/>
          <a:p>
            <a:pPr algn="ctr"/>
            <a:r>
              <a:rPr lang="en-US" altLang="zh-CN">
                <a:ea typeface="SimSun" panose="02010600030101010101" pitchFamily="2" charset="-122"/>
              </a:rPr>
              <a:t>Corresponding Moves</a:t>
            </a:r>
          </a:p>
        </p:txBody>
      </p:sp>
      <p:pic>
        <p:nvPicPr>
          <p:cNvPr id="465923" name="Content Placeholder 5" descr="figure7.13.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429000" y="1676400"/>
            <a:ext cx="2743200" cy="4308475"/>
          </a:xfrm>
        </p:spPr>
      </p:pic>
      <p:sp>
        <p:nvSpPr>
          <p:cNvPr id="46592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E99C1E4-51D8-4D45-96EF-DA04F628DCBC}" type="slidenum">
              <a:rPr lang="zh-CN" altLang="en-US" sz="1400" smtClean="0">
                <a:solidFill>
                  <a:schemeClr val="bg2"/>
                </a:solidFill>
                <a:latin typeface="Arial" panose="020B0604020202020204" pitchFamily="34" charset="0"/>
              </a:rPr>
              <a:pPr>
                <a:spcBef>
                  <a:spcPct val="50000"/>
                </a:spcBef>
                <a:buClrTx/>
                <a:buSzTx/>
                <a:buFontTx/>
                <a:buNone/>
              </a:pPr>
              <a:t>325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EAB213C-4AA9-19F1-0292-CE505655CE6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Title 1"/>
          <p:cNvSpPr>
            <a:spLocks noGrp="1"/>
          </p:cNvSpPr>
          <p:nvPr>
            <p:ph type="title"/>
          </p:nvPr>
        </p:nvSpPr>
        <p:spPr/>
        <p:txBody>
          <a:bodyPr/>
          <a:lstStyle/>
          <a:p>
            <a:pPr algn="ctr"/>
            <a:r>
              <a:rPr lang="en-US" altLang="zh-CN">
                <a:ea typeface="SimSun" panose="02010600030101010101" pitchFamily="2" charset="-122"/>
              </a:rPr>
              <a:t>GA Operations</a:t>
            </a:r>
          </a:p>
        </p:txBody>
      </p:sp>
      <p:pic>
        <p:nvPicPr>
          <p:cNvPr id="466947" name="Content Placeholder 5" descr="figure7.3.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522538" y="1828800"/>
            <a:ext cx="4708525" cy="4114800"/>
          </a:xfrm>
        </p:spPr>
      </p:pic>
      <p:sp>
        <p:nvSpPr>
          <p:cNvPr id="46694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618E691A-B0C3-40EB-9CB6-4966FF5EB29E}" type="slidenum">
              <a:rPr lang="zh-CN" altLang="en-US" sz="1400" smtClean="0">
                <a:solidFill>
                  <a:schemeClr val="bg2"/>
                </a:solidFill>
                <a:latin typeface="Arial" panose="020B0604020202020204" pitchFamily="34" charset="0"/>
              </a:rPr>
              <a:pPr>
                <a:spcBef>
                  <a:spcPct val="50000"/>
                </a:spcBef>
                <a:buClrTx/>
                <a:buSzTx/>
                <a:buFontTx/>
                <a:buNone/>
              </a:pPr>
              <a:t>326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67E33BB-A8E4-834E-28BF-9E3AC7DC2843}"/>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Title 1"/>
          <p:cNvSpPr>
            <a:spLocks noGrp="1"/>
          </p:cNvSpPr>
          <p:nvPr>
            <p:ph type="title"/>
          </p:nvPr>
        </p:nvSpPr>
        <p:spPr/>
        <p:txBody>
          <a:bodyPr/>
          <a:lstStyle/>
          <a:p>
            <a:pPr algn="ctr"/>
            <a:r>
              <a:rPr lang="en-US" altLang="zh-CN">
                <a:ea typeface="SimSun" panose="02010600030101010101" pitchFamily="2" charset="-122"/>
              </a:rPr>
              <a:t>GA Flow Chart</a:t>
            </a:r>
          </a:p>
        </p:txBody>
      </p:sp>
      <p:pic>
        <p:nvPicPr>
          <p:cNvPr id="467971" name="Content Placeholder 5" descr="figure7.7.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624263" y="1828800"/>
            <a:ext cx="2505075" cy="4114800"/>
          </a:xfrm>
        </p:spPr>
      </p:pic>
      <p:sp>
        <p:nvSpPr>
          <p:cNvPr id="467973"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568A5C4-F98C-49E8-AAF9-EB1A9F498B28}" type="slidenum">
              <a:rPr lang="zh-CN" altLang="en-US" sz="1400" smtClean="0">
                <a:solidFill>
                  <a:schemeClr val="bg2"/>
                </a:solidFill>
                <a:latin typeface="Arial" panose="020B0604020202020204" pitchFamily="34" charset="0"/>
              </a:rPr>
              <a:pPr>
                <a:spcBef>
                  <a:spcPct val="50000"/>
                </a:spcBef>
                <a:buClrTx/>
                <a:buSzTx/>
                <a:buFontTx/>
                <a:buNone/>
              </a:pPr>
              <a:t>327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6C132C0-D1DF-E7BC-7B9C-C4DF448E0E7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Title 1"/>
          <p:cNvSpPr>
            <a:spLocks noGrp="1"/>
          </p:cNvSpPr>
          <p:nvPr>
            <p:ph type="title"/>
          </p:nvPr>
        </p:nvSpPr>
        <p:spPr/>
        <p:txBody>
          <a:bodyPr/>
          <a:lstStyle/>
          <a:p>
            <a:pPr algn="ctr"/>
            <a:r>
              <a:rPr lang="en-US" altLang="zh-CN">
                <a:ea typeface="SimSun" panose="02010600030101010101" pitchFamily="2" charset="-122"/>
              </a:rPr>
              <a:t>Optimization Process</a:t>
            </a:r>
            <a:endParaRPr lang="zh-CN" altLang="zh-CN">
              <a:ea typeface="SimSun" panose="02010600030101010101" pitchFamily="2" charset="-122"/>
            </a:endParaRPr>
          </a:p>
        </p:txBody>
      </p:sp>
      <p:pic>
        <p:nvPicPr>
          <p:cNvPr id="468995" name="Content Placeholder 5" descr="figure7.14.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971800" y="1676400"/>
            <a:ext cx="3200400" cy="4419600"/>
          </a:xfrm>
        </p:spPr>
      </p:pic>
      <p:sp>
        <p:nvSpPr>
          <p:cNvPr id="46899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8645F11-C5A7-4C66-908C-4E633D76061F}" type="slidenum">
              <a:rPr lang="zh-CN" altLang="en-US" sz="1400" smtClean="0">
                <a:solidFill>
                  <a:schemeClr val="bg2"/>
                </a:solidFill>
                <a:latin typeface="Arial" panose="020B0604020202020204" pitchFamily="34" charset="0"/>
              </a:rPr>
              <a:pPr>
                <a:spcBef>
                  <a:spcPct val="50000"/>
                </a:spcBef>
                <a:buClrTx/>
                <a:buSzTx/>
                <a:buFontTx/>
                <a:buNone/>
              </a:pPr>
              <a:t>328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3E29C55-6CEF-F5EC-DD59-EDC33738E95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9" name="Rectangle 2"/>
          <p:cNvSpPr>
            <a:spLocks noGrp="1" noChangeArrowheads="1"/>
          </p:cNvSpPr>
          <p:nvPr>
            <p:ph type="title"/>
          </p:nvPr>
        </p:nvSpPr>
        <p:spPr/>
        <p:txBody>
          <a:bodyPr/>
          <a:lstStyle/>
          <a:p>
            <a:pPr algn="ctr"/>
            <a:r>
              <a:rPr lang="en-US" altLang="zh-CN">
                <a:ea typeface="SimSun" panose="02010600030101010101" pitchFamily="2" charset="-122"/>
              </a:rPr>
              <a:t>Encoder-Decoder Design</a:t>
            </a:r>
          </a:p>
        </p:txBody>
      </p:sp>
      <p:pic>
        <p:nvPicPr>
          <p:cNvPr id="47002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025" y="1676400"/>
            <a:ext cx="659606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002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70DAC12-A956-433F-A39D-7809904AFF43}" type="slidenum">
              <a:rPr lang="zh-CN" altLang="en-US" sz="1400" smtClean="0">
                <a:solidFill>
                  <a:schemeClr val="bg2"/>
                </a:solidFill>
                <a:latin typeface="Arial" panose="020B0604020202020204" pitchFamily="34" charset="0"/>
              </a:rPr>
              <a:pPr>
                <a:spcBef>
                  <a:spcPct val="50000"/>
                </a:spcBef>
                <a:buClrTx/>
                <a:buSzTx/>
                <a:buFontTx/>
                <a:buNone/>
              </a:pPr>
              <a:t>329</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BC2696B8-BBCA-F72F-372A-4FFE7F5395E9}"/>
              </a:ext>
            </a:extLst>
          </p:cNvPr>
          <p:cNvSpPr txBox="1"/>
          <p:nvPr/>
        </p:nvSpPr>
        <p:spPr>
          <a:xfrm>
            <a:off x="2311381" y="6093023"/>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F686A4DC-23B4-1FAA-1C99-1E9A952BF8B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7" name="Rectangle 2"/>
          <p:cNvSpPr>
            <a:spLocks noGrp="1" noChangeArrowheads="1"/>
          </p:cNvSpPr>
          <p:nvPr>
            <p:ph type="title"/>
          </p:nvPr>
        </p:nvSpPr>
        <p:spPr/>
        <p:txBody>
          <a:bodyPr/>
          <a:lstStyle/>
          <a:p>
            <a:pPr algn="ctr"/>
            <a:r>
              <a:rPr lang="en-US" altLang="zh-CN">
                <a:ea typeface="SimSun" panose="02010600030101010101" pitchFamily="2" charset="-122"/>
              </a:rPr>
              <a:t>Encoder-Decoder Design</a:t>
            </a:r>
          </a:p>
        </p:txBody>
      </p:sp>
      <p:pic>
        <p:nvPicPr>
          <p:cNvPr id="472068"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706563"/>
            <a:ext cx="64008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206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8661985-F166-4C18-B081-411C1CAF3C5A}" type="slidenum">
              <a:rPr lang="zh-CN" altLang="en-US" sz="1400" smtClean="0">
                <a:solidFill>
                  <a:schemeClr val="bg2"/>
                </a:solidFill>
                <a:latin typeface="Arial" panose="020B0604020202020204" pitchFamily="34" charset="0"/>
              </a:rPr>
              <a:pPr>
                <a:spcBef>
                  <a:spcPct val="50000"/>
                </a:spcBef>
                <a:buClrTx/>
                <a:buSzTx/>
                <a:buFontTx/>
                <a:buNone/>
              </a:pPr>
              <a:t>330</a:t>
            </a:fld>
            <a:endParaRPr lang="en-US" altLang="zh-CN" sz="1400">
              <a:solidFill>
                <a:schemeClr val="bg2"/>
              </a:solidFill>
              <a:latin typeface="Arial" panose="020B0604020202020204" pitchFamily="34" charset="0"/>
            </a:endParaRPr>
          </a:p>
        </p:txBody>
      </p:sp>
      <p:sp>
        <p:nvSpPr>
          <p:cNvPr id="2" name="文本框 1">
            <a:extLst>
              <a:ext uri="{FF2B5EF4-FFF2-40B4-BE49-F238E27FC236}">
                <a16:creationId xmlns:a16="http://schemas.microsoft.com/office/drawing/2014/main" id="{ABA56CC1-9B6B-C68C-BCCC-77CFDD4C79AD}"/>
              </a:ext>
            </a:extLst>
          </p:cNvPr>
          <p:cNvSpPr txBox="1"/>
          <p:nvPr/>
        </p:nvSpPr>
        <p:spPr>
          <a:xfrm>
            <a:off x="2369325" y="6050127"/>
            <a:ext cx="5167350" cy="307777"/>
          </a:xfrm>
          <a:prstGeom prst="rect">
            <a:avLst/>
          </a:prstGeom>
          <a:noFill/>
        </p:spPr>
        <p:txBody>
          <a:bodyPr wrap="square">
            <a:spAutoFit/>
          </a:bodyPr>
          <a:lstStyle/>
          <a:p>
            <a:pPr marL="0" marR="0">
              <a:buNone/>
            </a:pPr>
            <a:r>
              <a:rPr lang="en-US" altLang="zh-CN" sz="1400" dirty="0">
                <a:effectLst/>
                <a:latin typeface="+mn-ea"/>
              </a:rPr>
              <a:t>©</a:t>
            </a:r>
            <a:r>
              <a:rPr lang="zh-CN" altLang="en-US" sz="1400" dirty="0">
                <a:effectLst/>
                <a:latin typeface="+mn-ea"/>
              </a:rPr>
              <a:t> </a:t>
            </a:r>
            <a:r>
              <a:rPr lang="en-US" altLang="zh-CN" sz="1400" i="1" dirty="0">
                <a:effectLst/>
                <a:latin typeface="+mn-ea"/>
              </a:rPr>
              <a:t>Neural Networks: A Systematic Introduction</a:t>
            </a:r>
            <a:r>
              <a:rPr lang="en-US" altLang="zh-CN" sz="1400" dirty="0">
                <a:effectLst/>
                <a:latin typeface="+mn-ea"/>
              </a:rPr>
              <a:t>, Springer</a:t>
            </a:r>
            <a:r>
              <a:rPr lang="en-US" altLang="zh-CN" sz="1400" dirty="0">
                <a:latin typeface="+mn-ea"/>
              </a:rPr>
              <a:t>,</a:t>
            </a:r>
            <a:r>
              <a:rPr lang="zh-CN" altLang="en-US" sz="1400" dirty="0">
                <a:latin typeface="+mn-ea"/>
              </a:rPr>
              <a:t> </a:t>
            </a:r>
            <a:r>
              <a:rPr lang="en-US" altLang="zh-CN" sz="1400" dirty="0">
                <a:latin typeface="+mn-ea"/>
              </a:rPr>
              <a:t>1996</a:t>
            </a:r>
            <a:r>
              <a:rPr lang="en-US" altLang="zh-CN" sz="1400" dirty="0">
                <a:effectLst/>
                <a:latin typeface="+mn-ea"/>
              </a:rPr>
              <a:t>.</a:t>
            </a:r>
            <a:endParaRPr lang="zh-CN" altLang="zh-CN" sz="300" dirty="0">
              <a:effectLst/>
              <a:latin typeface="+mn-ea"/>
            </a:endParaRPr>
          </a:p>
        </p:txBody>
      </p:sp>
      <p:sp>
        <p:nvSpPr>
          <p:cNvPr id="3" name="Footer Placeholder 4">
            <a:extLst>
              <a:ext uri="{FF2B5EF4-FFF2-40B4-BE49-F238E27FC236}">
                <a16:creationId xmlns:a16="http://schemas.microsoft.com/office/drawing/2014/main" id="{98874AE7-69F2-EC1F-3059-258F1004EB9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pPr algn="ctr" eaLnBrk="1" hangingPunct="1"/>
            <a:r>
              <a:rPr lang="en-US" altLang="zh-CN" sz="4000">
                <a:ea typeface="SimSun" panose="02010600030101010101" pitchFamily="2" charset="-122"/>
              </a:rPr>
              <a:t>Swarm-Based Search</a:t>
            </a:r>
          </a:p>
        </p:txBody>
      </p:sp>
      <p:sp>
        <p:nvSpPr>
          <p:cNvPr id="444419" name="Rectangle 3"/>
          <p:cNvSpPr>
            <a:spLocks noGrp="1" noChangeArrowheads="1"/>
          </p:cNvSpPr>
          <p:nvPr>
            <p:ph type="body" idx="1"/>
          </p:nvPr>
        </p:nvSpPr>
        <p:spPr>
          <a:xfrm>
            <a:off x="990600" y="1676400"/>
            <a:ext cx="7696200" cy="4267200"/>
          </a:xfrm>
        </p:spPr>
        <p:txBody>
          <a:bodyPr/>
          <a:lstStyle/>
          <a:p>
            <a:pPr marL="0" indent="0" eaLnBrk="1" hangingPunct="1">
              <a:buFont typeface="Monotype Sorts" pitchFamily="2" charset="2"/>
              <a:buNone/>
            </a:pPr>
            <a:r>
              <a:rPr lang="en-US" altLang="zh-CN">
                <a:ea typeface="SimSun" panose="02010600030101010101" pitchFamily="2" charset="-122"/>
              </a:rPr>
              <a:t>Swarm is better than individual</a:t>
            </a:r>
          </a:p>
        </p:txBody>
      </p:sp>
      <p:sp>
        <p:nvSpPr>
          <p:cNvPr id="444420" name="Rectangle 4"/>
          <p:cNvSpPr>
            <a:spLocks noChangeArrowheads="1"/>
          </p:cNvSpPr>
          <p:nvPr/>
        </p:nvSpPr>
        <p:spPr bwMode="auto">
          <a:xfrm>
            <a:off x="3836988" y="2955925"/>
            <a:ext cx="74612" cy="74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44421" name="Rectangle 5"/>
          <p:cNvSpPr>
            <a:spLocks noChangeArrowheads="1"/>
          </p:cNvSpPr>
          <p:nvPr/>
        </p:nvSpPr>
        <p:spPr bwMode="auto">
          <a:xfrm>
            <a:off x="4370388" y="4251325"/>
            <a:ext cx="74612" cy="74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44422" name="Rectangle 6"/>
          <p:cNvSpPr>
            <a:spLocks noChangeArrowheads="1"/>
          </p:cNvSpPr>
          <p:nvPr/>
        </p:nvSpPr>
        <p:spPr bwMode="auto">
          <a:xfrm>
            <a:off x="6656388" y="3260725"/>
            <a:ext cx="74612" cy="74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pic>
        <p:nvPicPr>
          <p:cNvPr id="44442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4770438"/>
            <a:ext cx="1014412"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4424" name="Rectangle 8"/>
          <p:cNvSpPr>
            <a:spLocks noChangeArrowheads="1"/>
          </p:cNvSpPr>
          <p:nvPr/>
        </p:nvSpPr>
        <p:spPr bwMode="auto">
          <a:xfrm>
            <a:off x="3836988" y="3278188"/>
            <a:ext cx="74612" cy="746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44425" name="Rectangle 9"/>
          <p:cNvSpPr>
            <a:spLocks noChangeArrowheads="1"/>
          </p:cNvSpPr>
          <p:nvPr/>
        </p:nvSpPr>
        <p:spPr bwMode="auto">
          <a:xfrm>
            <a:off x="4370388" y="4573588"/>
            <a:ext cx="74612" cy="746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44426" name="Rectangle 10"/>
          <p:cNvSpPr>
            <a:spLocks noChangeArrowheads="1"/>
          </p:cNvSpPr>
          <p:nvPr/>
        </p:nvSpPr>
        <p:spPr bwMode="auto">
          <a:xfrm>
            <a:off x="6656388" y="3582988"/>
            <a:ext cx="74612" cy="746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aphicFrame>
        <p:nvGraphicFramePr>
          <p:cNvPr id="9227" name="Object 11"/>
          <p:cNvGraphicFramePr>
            <a:graphicFrameLocks noChangeAspect="1"/>
          </p:cNvGraphicFramePr>
          <p:nvPr/>
        </p:nvGraphicFramePr>
        <p:xfrm>
          <a:off x="2665413" y="4513263"/>
          <a:ext cx="428625" cy="549275"/>
        </p:xfrm>
        <a:graphic>
          <a:graphicData uri="http://schemas.openxmlformats.org/presentationml/2006/ole">
            <mc:AlternateContent xmlns:mc="http://schemas.openxmlformats.org/markup-compatibility/2006">
              <mc:Choice xmlns:v="urn:schemas-microsoft-com:vml" Requires="v">
                <p:oleObj name="Clip" r:id="rId3" imgW="1052474" imgH="1345082" progId="MS_ClipArt_Gallery.2">
                  <p:embed/>
                </p:oleObj>
              </mc:Choice>
              <mc:Fallback>
                <p:oleObj name="Clip" r:id="rId3" imgW="1052474" imgH="1345082" progId="MS_ClipArt_Gallery.2">
                  <p:embed/>
                  <p:pic>
                    <p:nvPicPr>
                      <p:cNvPr id="9227"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413" y="4513263"/>
                        <a:ext cx="42862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8" name="Object 12"/>
          <p:cNvGraphicFramePr>
            <a:graphicFrameLocks noChangeAspect="1"/>
          </p:cNvGraphicFramePr>
          <p:nvPr/>
        </p:nvGraphicFramePr>
        <p:xfrm>
          <a:off x="4114800" y="2438400"/>
          <a:ext cx="3765550" cy="3106738"/>
        </p:xfrm>
        <a:graphic>
          <a:graphicData uri="http://schemas.openxmlformats.org/presentationml/2006/ole">
            <mc:AlternateContent xmlns:mc="http://schemas.openxmlformats.org/markup-compatibility/2006">
              <mc:Choice xmlns:v="urn:schemas-microsoft-com:vml" Requires="v">
                <p:oleObj name="Clip" r:id="rId5" imgW="2140610" imgH="1766621" progId="MS_ClipArt_Gallery.2">
                  <p:embed/>
                </p:oleObj>
              </mc:Choice>
              <mc:Fallback>
                <p:oleObj name="Clip" r:id="rId5" imgW="2140610" imgH="1766621" progId="MS_ClipArt_Gallery.2">
                  <p:embed/>
                  <p:pic>
                    <p:nvPicPr>
                      <p:cNvPr id="9228"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2438400"/>
                        <a:ext cx="3765550" cy="3106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9" name="Object 13"/>
          <p:cNvGraphicFramePr>
            <a:graphicFrameLocks noChangeAspect="1"/>
          </p:cNvGraphicFramePr>
          <p:nvPr/>
        </p:nvGraphicFramePr>
        <p:xfrm>
          <a:off x="7086600" y="6172200"/>
          <a:ext cx="592138" cy="498475"/>
        </p:xfrm>
        <a:graphic>
          <a:graphicData uri="http://schemas.openxmlformats.org/presentationml/2006/ole">
            <mc:AlternateContent xmlns:mc="http://schemas.openxmlformats.org/markup-compatibility/2006">
              <mc:Choice xmlns:v="urn:schemas-microsoft-com:vml" Requires="v">
                <p:oleObj name="Clip" r:id="rId7" imgW="643095" imgH="541698" progId="MS_ClipArt_Gallery.2">
                  <p:embed/>
                </p:oleObj>
              </mc:Choice>
              <mc:Fallback>
                <p:oleObj name="Clip" r:id="rId7" imgW="643095" imgH="541698" progId="MS_ClipArt_Gallery.2">
                  <p:embed/>
                  <p:pic>
                    <p:nvPicPr>
                      <p:cNvPr id="9229"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6600" y="6172200"/>
                        <a:ext cx="592138"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0" name="Object 14"/>
          <p:cNvGraphicFramePr>
            <a:graphicFrameLocks noChangeAspect="1"/>
          </p:cNvGraphicFramePr>
          <p:nvPr/>
        </p:nvGraphicFramePr>
        <p:xfrm>
          <a:off x="6388100" y="6248400"/>
          <a:ext cx="538163" cy="452438"/>
        </p:xfrm>
        <a:graphic>
          <a:graphicData uri="http://schemas.openxmlformats.org/presentationml/2006/ole">
            <mc:AlternateContent xmlns:mc="http://schemas.openxmlformats.org/markup-compatibility/2006">
              <mc:Choice xmlns:v="urn:schemas-microsoft-com:vml" Requires="v">
                <p:oleObj name="Clip" r:id="rId9" imgW="643095" imgH="541698" progId="MS_ClipArt_Gallery.2">
                  <p:embed/>
                </p:oleObj>
              </mc:Choice>
              <mc:Fallback>
                <p:oleObj name="Clip" r:id="rId9" imgW="643095" imgH="541698" progId="MS_ClipArt_Gallery.2">
                  <p:embed/>
                  <p:pic>
                    <p:nvPicPr>
                      <p:cNvPr id="923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88100" y="6248400"/>
                        <a:ext cx="538163"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1" name="Object 15"/>
          <p:cNvGraphicFramePr>
            <a:graphicFrameLocks noChangeAspect="1"/>
          </p:cNvGraphicFramePr>
          <p:nvPr/>
        </p:nvGraphicFramePr>
        <p:xfrm>
          <a:off x="5926138" y="5995988"/>
          <a:ext cx="525462" cy="442912"/>
        </p:xfrm>
        <a:graphic>
          <a:graphicData uri="http://schemas.openxmlformats.org/presentationml/2006/ole">
            <mc:AlternateContent xmlns:mc="http://schemas.openxmlformats.org/markup-compatibility/2006">
              <mc:Choice xmlns:v="urn:schemas-microsoft-com:vml" Requires="v">
                <p:oleObj name="Clip" r:id="rId10" imgW="643095" imgH="541698" progId="MS_ClipArt_Gallery.2">
                  <p:embed/>
                </p:oleObj>
              </mc:Choice>
              <mc:Fallback>
                <p:oleObj name="Clip" r:id="rId10" imgW="643095" imgH="541698" progId="MS_ClipArt_Gallery.2">
                  <p:embed/>
                  <p:pic>
                    <p:nvPicPr>
                      <p:cNvPr id="9231"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6138" y="5995988"/>
                        <a:ext cx="52546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2" name="Object 16"/>
          <p:cNvGraphicFramePr>
            <a:graphicFrameLocks noChangeAspect="1"/>
          </p:cNvGraphicFramePr>
          <p:nvPr/>
        </p:nvGraphicFramePr>
        <p:xfrm>
          <a:off x="5278438" y="6115050"/>
          <a:ext cx="444500" cy="374650"/>
        </p:xfrm>
        <a:graphic>
          <a:graphicData uri="http://schemas.openxmlformats.org/presentationml/2006/ole">
            <mc:AlternateContent xmlns:mc="http://schemas.openxmlformats.org/markup-compatibility/2006">
              <mc:Choice xmlns:v="urn:schemas-microsoft-com:vml" Requires="v">
                <p:oleObj name="Clip" r:id="rId9" imgW="643095" imgH="541698" progId="MS_ClipArt_Gallery.2">
                  <p:embed/>
                </p:oleObj>
              </mc:Choice>
              <mc:Fallback>
                <p:oleObj name="Clip" r:id="rId9" imgW="643095" imgH="541698" progId="MS_ClipArt_Gallery.2">
                  <p:embed/>
                  <p:pic>
                    <p:nvPicPr>
                      <p:cNvPr id="9232"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78438" y="6115050"/>
                        <a:ext cx="444500"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3" name="Object 17"/>
          <p:cNvGraphicFramePr>
            <a:graphicFrameLocks noChangeAspect="1"/>
          </p:cNvGraphicFramePr>
          <p:nvPr/>
        </p:nvGraphicFramePr>
        <p:xfrm>
          <a:off x="4765675" y="5945188"/>
          <a:ext cx="434975" cy="366712"/>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33"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65675" y="5945188"/>
                        <a:ext cx="43497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4" name="Object 18"/>
          <p:cNvGraphicFramePr>
            <a:graphicFrameLocks noChangeAspect="1"/>
          </p:cNvGraphicFramePr>
          <p:nvPr/>
        </p:nvGraphicFramePr>
        <p:xfrm>
          <a:off x="4203700" y="6070600"/>
          <a:ext cx="422275" cy="355600"/>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34"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3700" y="6070600"/>
                        <a:ext cx="422275"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5" name="Object 19"/>
          <p:cNvGraphicFramePr>
            <a:graphicFrameLocks noChangeAspect="1"/>
          </p:cNvGraphicFramePr>
          <p:nvPr/>
        </p:nvGraphicFramePr>
        <p:xfrm>
          <a:off x="3875088" y="5727700"/>
          <a:ext cx="433387" cy="365125"/>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35"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5088" y="5727700"/>
                        <a:ext cx="43338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6" name="Object 20"/>
          <p:cNvGraphicFramePr>
            <a:graphicFrameLocks noChangeAspect="1"/>
          </p:cNvGraphicFramePr>
          <p:nvPr/>
        </p:nvGraphicFramePr>
        <p:xfrm>
          <a:off x="3476625" y="5440363"/>
          <a:ext cx="434975" cy="365125"/>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36"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76625" y="5440363"/>
                        <a:ext cx="43497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7" name="Object 21"/>
          <p:cNvGraphicFramePr>
            <a:graphicFrameLocks noChangeAspect="1"/>
          </p:cNvGraphicFramePr>
          <p:nvPr/>
        </p:nvGraphicFramePr>
        <p:xfrm>
          <a:off x="2984500" y="5410200"/>
          <a:ext cx="422275" cy="355600"/>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37"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4500" y="5410200"/>
                        <a:ext cx="422275"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8" name="Object 22"/>
          <p:cNvGraphicFramePr>
            <a:graphicFrameLocks noChangeAspect="1"/>
          </p:cNvGraphicFramePr>
          <p:nvPr/>
        </p:nvGraphicFramePr>
        <p:xfrm>
          <a:off x="2533650" y="5610225"/>
          <a:ext cx="366713" cy="307975"/>
        </p:xfrm>
        <a:graphic>
          <a:graphicData uri="http://schemas.openxmlformats.org/presentationml/2006/ole">
            <mc:AlternateContent xmlns:mc="http://schemas.openxmlformats.org/markup-compatibility/2006">
              <mc:Choice xmlns:v="urn:schemas-microsoft-com:vml" Requires="v">
                <p:oleObj name="Clip" r:id="rId12" imgW="643095" imgH="541698" progId="MS_ClipArt_Gallery.2">
                  <p:embed/>
                </p:oleObj>
              </mc:Choice>
              <mc:Fallback>
                <p:oleObj name="Clip" r:id="rId12" imgW="643095" imgH="541698" progId="MS_ClipArt_Gallery.2">
                  <p:embed/>
                  <p:pic>
                    <p:nvPicPr>
                      <p:cNvPr id="9238"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33650" y="5610225"/>
                        <a:ext cx="366713"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9" name="Object 23"/>
          <p:cNvGraphicFramePr>
            <a:graphicFrameLocks noChangeAspect="1"/>
          </p:cNvGraphicFramePr>
          <p:nvPr/>
        </p:nvGraphicFramePr>
        <p:xfrm>
          <a:off x="2103438" y="5767388"/>
          <a:ext cx="295275" cy="247650"/>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39"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3438" y="5767388"/>
                        <a:ext cx="295275"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0" name="Object 24"/>
          <p:cNvGraphicFramePr>
            <a:graphicFrameLocks noChangeAspect="1"/>
          </p:cNvGraphicFramePr>
          <p:nvPr/>
        </p:nvGraphicFramePr>
        <p:xfrm>
          <a:off x="1744663" y="5673725"/>
          <a:ext cx="328612" cy="276225"/>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4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4663" y="5673725"/>
                        <a:ext cx="3286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1" name="Object 25"/>
          <p:cNvGraphicFramePr>
            <a:graphicFrameLocks noChangeAspect="1"/>
          </p:cNvGraphicFramePr>
          <p:nvPr/>
        </p:nvGraphicFramePr>
        <p:xfrm>
          <a:off x="1535113" y="5545138"/>
          <a:ext cx="231775" cy="195262"/>
        </p:xfrm>
        <a:graphic>
          <a:graphicData uri="http://schemas.openxmlformats.org/presentationml/2006/ole">
            <mc:AlternateContent xmlns:mc="http://schemas.openxmlformats.org/markup-compatibility/2006">
              <mc:Choice xmlns:v="urn:schemas-microsoft-com:vml" Requires="v">
                <p:oleObj name="Clip" r:id="rId11" imgW="643095" imgH="541698" progId="MS_ClipArt_Gallery.2">
                  <p:embed/>
                </p:oleObj>
              </mc:Choice>
              <mc:Fallback>
                <p:oleObj name="Clip" r:id="rId11" imgW="643095" imgH="541698" progId="MS_ClipArt_Gallery.2">
                  <p:embed/>
                  <p:pic>
                    <p:nvPicPr>
                      <p:cNvPr id="9241"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5113" y="5545138"/>
                        <a:ext cx="231775" cy="195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2" name="Object 26"/>
          <p:cNvGraphicFramePr>
            <a:graphicFrameLocks noChangeAspect="1"/>
          </p:cNvGraphicFramePr>
          <p:nvPr/>
        </p:nvGraphicFramePr>
        <p:xfrm>
          <a:off x="2052638" y="3757613"/>
          <a:ext cx="428625" cy="549275"/>
        </p:xfrm>
        <a:graphic>
          <a:graphicData uri="http://schemas.openxmlformats.org/presentationml/2006/ole">
            <mc:AlternateContent xmlns:mc="http://schemas.openxmlformats.org/markup-compatibility/2006">
              <mc:Choice xmlns:v="urn:schemas-microsoft-com:vml" Requires="v">
                <p:oleObj name="Clip" r:id="rId13" imgW="1052474" imgH="1345082" progId="MS_ClipArt_Gallery.2">
                  <p:embed/>
                </p:oleObj>
              </mc:Choice>
              <mc:Fallback>
                <p:oleObj name="Clip" r:id="rId13" imgW="1052474" imgH="1345082" progId="MS_ClipArt_Gallery.2">
                  <p:embed/>
                  <p:pic>
                    <p:nvPicPr>
                      <p:cNvPr id="9242"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638" y="3757613"/>
                        <a:ext cx="42862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3" name="Object 27"/>
          <p:cNvGraphicFramePr>
            <a:graphicFrameLocks noChangeAspect="1"/>
          </p:cNvGraphicFramePr>
          <p:nvPr/>
        </p:nvGraphicFramePr>
        <p:xfrm>
          <a:off x="3241675" y="3430588"/>
          <a:ext cx="428625" cy="549275"/>
        </p:xfrm>
        <a:graphic>
          <a:graphicData uri="http://schemas.openxmlformats.org/presentationml/2006/ole">
            <mc:AlternateContent xmlns:mc="http://schemas.openxmlformats.org/markup-compatibility/2006">
              <mc:Choice xmlns:v="urn:schemas-microsoft-com:vml" Requires="v">
                <p:oleObj name="Clip" r:id="rId14" imgW="1052474" imgH="1345082" progId="MS_ClipArt_Gallery.2">
                  <p:embed/>
                </p:oleObj>
              </mc:Choice>
              <mc:Fallback>
                <p:oleObj name="Clip" r:id="rId14" imgW="1052474" imgH="1345082" progId="MS_ClipArt_Gallery.2">
                  <p:embed/>
                  <p:pic>
                    <p:nvPicPr>
                      <p:cNvPr id="9243"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1675" y="3430588"/>
                        <a:ext cx="42862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4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13FD0D8-141D-4BFB-8383-8B87AD62F201}" type="slidenum">
              <a:rPr lang="zh-CN" altLang="en-US" sz="1400" smtClean="0">
                <a:solidFill>
                  <a:schemeClr val="bg2"/>
                </a:solidFill>
                <a:latin typeface="Arial" panose="020B0604020202020204" pitchFamily="34" charset="0"/>
              </a:rPr>
              <a:pPr>
                <a:spcBef>
                  <a:spcPct val="50000"/>
                </a:spcBef>
                <a:buClrTx/>
                <a:buSzTx/>
                <a:buFontTx/>
                <a:buNone/>
              </a:pPr>
              <a:t>331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84AAB68-4C7B-A3D7-795A-6E1FDE13DC3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9229"/>
                                        </p:tgtEl>
                                        <p:attrNameLst>
                                          <p:attrName>style.visibility</p:attrName>
                                        </p:attrNameLst>
                                      </p:cBhvr>
                                      <p:to>
                                        <p:strVal val="visible"/>
                                      </p:to>
                                    </p:set>
                                    <p:anim calcmode="lin" valueType="num">
                                      <p:cBhvr>
                                        <p:cTn id="7" dur="500" fill="hold"/>
                                        <p:tgtEl>
                                          <p:spTgt spid="9229"/>
                                        </p:tgtEl>
                                        <p:attrNameLst>
                                          <p:attrName>ppt_w</p:attrName>
                                        </p:attrNameLst>
                                      </p:cBhvr>
                                      <p:tavLst>
                                        <p:tav tm="0">
                                          <p:val>
                                            <p:fltVal val="0"/>
                                          </p:val>
                                        </p:tav>
                                        <p:tav tm="100000">
                                          <p:val>
                                            <p:strVal val="#ppt_w"/>
                                          </p:val>
                                        </p:tav>
                                      </p:tavLst>
                                    </p:anim>
                                    <p:anim calcmode="lin" valueType="num">
                                      <p:cBhvr>
                                        <p:cTn id="8" dur="500" fill="hold"/>
                                        <p:tgtEl>
                                          <p:spTgt spid="9229"/>
                                        </p:tgtEl>
                                        <p:attrNameLst>
                                          <p:attrName>ppt_h</p:attrName>
                                        </p:attrNameLst>
                                      </p:cBhvr>
                                      <p:tavLst>
                                        <p:tav tm="0">
                                          <p:val>
                                            <p:fltVal val="0"/>
                                          </p:val>
                                        </p:tav>
                                        <p:tav tm="100000">
                                          <p:val>
                                            <p:strVal val="#ppt_h"/>
                                          </p:val>
                                        </p:tav>
                                      </p:tavLst>
                                    </p:anim>
                                    <p:animEffect transition="in" filter="fade">
                                      <p:cBhvr>
                                        <p:cTn id="9" dur="500"/>
                                        <p:tgtEl>
                                          <p:spTgt spid="9229"/>
                                        </p:tgtEl>
                                      </p:cBhvr>
                                    </p:animEffect>
                                  </p:childTnLst>
                                  <p:subTnLst>
                                    <p:set>
                                      <p:cBhvr override="childStyle">
                                        <p:cTn dur="1" fill="hold" display="0" masterRel="sameClick" afterEffect="1">
                                          <p:stCondLst>
                                            <p:cond evt="end" delay="0">
                                              <p:tn val="5"/>
                                            </p:cond>
                                          </p:stCondLst>
                                        </p:cTn>
                                        <p:tgtEl>
                                          <p:spTgt spid="9229"/>
                                        </p:tgtEl>
                                        <p:attrNameLst>
                                          <p:attrName>style.visibility</p:attrName>
                                        </p:attrNameLst>
                                      </p:cBhvr>
                                      <p:to>
                                        <p:strVal val="hidden"/>
                                      </p:to>
                                    </p:set>
                                  </p:sub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9230"/>
                                        </p:tgtEl>
                                        <p:attrNameLst>
                                          <p:attrName>style.visibility</p:attrName>
                                        </p:attrNameLst>
                                      </p:cBhvr>
                                      <p:to>
                                        <p:strVal val="visible"/>
                                      </p:to>
                                    </p:set>
                                    <p:anim calcmode="lin" valueType="num">
                                      <p:cBhvr>
                                        <p:cTn id="13" dur="500" fill="hold"/>
                                        <p:tgtEl>
                                          <p:spTgt spid="9230"/>
                                        </p:tgtEl>
                                        <p:attrNameLst>
                                          <p:attrName>ppt_w</p:attrName>
                                        </p:attrNameLst>
                                      </p:cBhvr>
                                      <p:tavLst>
                                        <p:tav tm="0">
                                          <p:val>
                                            <p:fltVal val="0"/>
                                          </p:val>
                                        </p:tav>
                                        <p:tav tm="100000">
                                          <p:val>
                                            <p:strVal val="#ppt_w"/>
                                          </p:val>
                                        </p:tav>
                                      </p:tavLst>
                                    </p:anim>
                                    <p:anim calcmode="lin" valueType="num">
                                      <p:cBhvr>
                                        <p:cTn id="14" dur="500" fill="hold"/>
                                        <p:tgtEl>
                                          <p:spTgt spid="9230"/>
                                        </p:tgtEl>
                                        <p:attrNameLst>
                                          <p:attrName>ppt_h</p:attrName>
                                        </p:attrNameLst>
                                      </p:cBhvr>
                                      <p:tavLst>
                                        <p:tav tm="0">
                                          <p:val>
                                            <p:fltVal val="0"/>
                                          </p:val>
                                        </p:tav>
                                        <p:tav tm="100000">
                                          <p:val>
                                            <p:strVal val="#ppt_h"/>
                                          </p:val>
                                        </p:tav>
                                      </p:tavLst>
                                    </p:anim>
                                    <p:animEffect transition="in" filter="fade">
                                      <p:cBhvr>
                                        <p:cTn id="15" dur="500"/>
                                        <p:tgtEl>
                                          <p:spTgt spid="9230"/>
                                        </p:tgtEl>
                                      </p:cBhvr>
                                    </p:animEffect>
                                  </p:childTnLst>
                                  <p:subTnLst>
                                    <p:set>
                                      <p:cBhvr override="childStyle">
                                        <p:cTn dur="1" fill="hold" display="0" masterRel="sameClick" afterEffect="1">
                                          <p:stCondLst>
                                            <p:cond evt="end" delay="0">
                                              <p:tn val="11"/>
                                            </p:cond>
                                          </p:stCondLst>
                                        </p:cTn>
                                        <p:tgtEl>
                                          <p:spTgt spid="9230"/>
                                        </p:tgtEl>
                                        <p:attrNameLst>
                                          <p:attrName>style.visibility</p:attrName>
                                        </p:attrNameLst>
                                      </p:cBhvr>
                                      <p:to>
                                        <p:strVal val="hidden"/>
                                      </p:to>
                                    </p:set>
                                  </p:subTnLst>
                                </p:cTn>
                              </p:par>
                            </p:childTnLst>
                          </p:cTn>
                        </p:par>
                        <p:par>
                          <p:cTn id="16" fill="hold" nodeType="afterGroup">
                            <p:stCondLst>
                              <p:cond delay="1000"/>
                            </p:stCondLst>
                            <p:childTnLst>
                              <p:par>
                                <p:cTn id="17" presetID="53" presetClass="entr" presetSubtype="0" fill="hold" nodeType="afterEffect">
                                  <p:stCondLst>
                                    <p:cond delay="0"/>
                                  </p:stCondLst>
                                  <p:childTnLst>
                                    <p:set>
                                      <p:cBhvr>
                                        <p:cTn id="18" dur="1" fill="hold">
                                          <p:stCondLst>
                                            <p:cond delay="0"/>
                                          </p:stCondLst>
                                        </p:cTn>
                                        <p:tgtEl>
                                          <p:spTgt spid="9231"/>
                                        </p:tgtEl>
                                        <p:attrNameLst>
                                          <p:attrName>style.visibility</p:attrName>
                                        </p:attrNameLst>
                                      </p:cBhvr>
                                      <p:to>
                                        <p:strVal val="visible"/>
                                      </p:to>
                                    </p:set>
                                    <p:anim calcmode="lin" valueType="num">
                                      <p:cBhvr>
                                        <p:cTn id="19" dur="500" fill="hold"/>
                                        <p:tgtEl>
                                          <p:spTgt spid="9231"/>
                                        </p:tgtEl>
                                        <p:attrNameLst>
                                          <p:attrName>ppt_w</p:attrName>
                                        </p:attrNameLst>
                                      </p:cBhvr>
                                      <p:tavLst>
                                        <p:tav tm="0">
                                          <p:val>
                                            <p:fltVal val="0"/>
                                          </p:val>
                                        </p:tav>
                                        <p:tav tm="100000">
                                          <p:val>
                                            <p:strVal val="#ppt_w"/>
                                          </p:val>
                                        </p:tav>
                                      </p:tavLst>
                                    </p:anim>
                                    <p:anim calcmode="lin" valueType="num">
                                      <p:cBhvr>
                                        <p:cTn id="20" dur="500" fill="hold"/>
                                        <p:tgtEl>
                                          <p:spTgt spid="9231"/>
                                        </p:tgtEl>
                                        <p:attrNameLst>
                                          <p:attrName>ppt_h</p:attrName>
                                        </p:attrNameLst>
                                      </p:cBhvr>
                                      <p:tavLst>
                                        <p:tav tm="0">
                                          <p:val>
                                            <p:fltVal val="0"/>
                                          </p:val>
                                        </p:tav>
                                        <p:tav tm="100000">
                                          <p:val>
                                            <p:strVal val="#ppt_h"/>
                                          </p:val>
                                        </p:tav>
                                      </p:tavLst>
                                    </p:anim>
                                    <p:animEffect transition="in" filter="fade">
                                      <p:cBhvr>
                                        <p:cTn id="21" dur="500"/>
                                        <p:tgtEl>
                                          <p:spTgt spid="9231"/>
                                        </p:tgtEl>
                                      </p:cBhvr>
                                    </p:animEffect>
                                  </p:childTnLst>
                                  <p:subTnLst>
                                    <p:set>
                                      <p:cBhvr override="childStyle">
                                        <p:cTn dur="1" fill="hold" display="0" masterRel="sameClick" afterEffect="1">
                                          <p:stCondLst>
                                            <p:cond evt="end" delay="0">
                                              <p:tn val="17"/>
                                            </p:cond>
                                          </p:stCondLst>
                                        </p:cTn>
                                        <p:tgtEl>
                                          <p:spTgt spid="9231"/>
                                        </p:tgtEl>
                                        <p:attrNameLst>
                                          <p:attrName>style.visibility</p:attrName>
                                        </p:attrNameLst>
                                      </p:cBhvr>
                                      <p:to>
                                        <p:strVal val="hidden"/>
                                      </p:to>
                                    </p:set>
                                  </p:subTnLst>
                                </p:cTn>
                              </p:par>
                            </p:childTnLst>
                          </p:cTn>
                        </p:par>
                        <p:par>
                          <p:cTn id="22" fill="hold" nodeType="afterGroup">
                            <p:stCondLst>
                              <p:cond delay="1500"/>
                            </p:stCondLst>
                            <p:childTnLst>
                              <p:par>
                                <p:cTn id="23" presetID="53" presetClass="entr" presetSubtype="0" fill="hold" nodeType="afterEffect">
                                  <p:stCondLst>
                                    <p:cond delay="0"/>
                                  </p:stCondLst>
                                  <p:childTnLst>
                                    <p:set>
                                      <p:cBhvr>
                                        <p:cTn id="24" dur="1" fill="hold">
                                          <p:stCondLst>
                                            <p:cond delay="0"/>
                                          </p:stCondLst>
                                        </p:cTn>
                                        <p:tgtEl>
                                          <p:spTgt spid="9232"/>
                                        </p:tgtEl>
                                        <p:attrNameLst>
                                          <p:attrName>style.visibility</p:attrName>
                                        </p:attrNameLst>
                                      </p:cBhvr>
                                      <p:to>
                                        <p:strVal val="visible"/>
                                      </p:to>
                                    </p:set>
                                    <p:anim calcmode="lin" valueType="num">
                                      <p:cBhvr>
                                        <p:cTn id="25" dur="500" fill="hold"/>
                                        <p:tgtEl>
                                          <p:spTgt spid="9232"/>
                                        </p:tgtEl>
                                        <p:attrNameLst>
                                          <p:attrName>ppt_w</p:attrName>
                                        </p:attrNameLst>
                                      </p:cBhvr>
                                      <p:tavLst>
                                        <p:tav tm="0">
                                          <p:val>
                                            <p:fltVal val="0"/>
                                          </p:val>
                                        </p:tav>
                                        <p:tav tm="100000">
                                          <p:val>
                                            <p:strVal val="#ppt_w"/>
                                          </p:val>
                                        </p:tav>
                                      </p:tavLst>
                                    </p:anim>
                                    <p:anim calcmode="lin" valueType="num">
                                      <p:cBhvr>
                                        <p:cTn id="26" dur="500" fill="hold"/>
                                        <p:tgtEl>
                                          <p:spTgt spid="9232"/>
                                        </p:tgtEl>
                                        <p:attrNameLst>
                                          <p:attrName>ppt_h</p:attrName>
                                        </p:attrNameLst>
                                      </p:cBhvr>
                                      <p:tavLst>
                                        <p:tav tm="0">
                                          <p:val>
                                            <p:fltVal val="0"/>
                                          </p:val>
                                        </p:tav>
                                        <p:tav tm="100000">
                                          <p:val>
                                            <p:strVal val="#ppt_h"/>
                                          </p:val>
                                        </p:tav>
                                      </p:tavLst>
                                    </p:anim>
                                    <p:animEffect transition="in" filter="fade">
                                      <p:cBhvr>
                                        <p:cTn id="27" dur="500"/>
                                        <p:tgtEl>
                                          <p:spTgt spid="9232"/>
                                        </p:tgtEl>
                                      </p:cBhvr>
                                    </p:animEffect>
                                  </p:childTnLst>
                                  <p:subTnLst>
                                    <p:set>
                                      <p:cBhvr override="childStyle">
                                        <p:cTn dur="1" fill="hold" display="0" masterRel="sameClick" afterEffect="1">
                                          <p:stCondLst>
                                            <p:cond evt="end" delay="0">
                                              <p:tn val="23"/>
                                            </p:cond>
                                          </p:stCondLst>
                                        </p:cTn>
                                        <p:tgtEl>
                                          <p:spTgt spid="9232"/>
                                        </p:tgtEl>
                                        <p:attrNameLst>
                                          <p:attrName>style.visibility</p:attrName>
                                        </p:attrNameLst>
                                      </p:cBhvr>
                                      <p:to>
                                        <p:strVal val="hidden"/>
                                      </p:to>
                                    </p:set>
                                  </p:subTnLst>
                                </p:cTn>
                              </p:par>
                            </p:childTnLst>
                          </p:cTn>
                        </p:par>
                        <p:par>
                          <p:cTn id="28" fill="hold" nodeType="afterGroup">
                            <p:stCondLst>
                              <p:cond delay="2000"/>
                            </p:stCondLst>
                            <p:childTnLst>
                              <p:par>
                                <p:cTn id="29" presetID="53" presetClass="entr" presetSubtype="0" fill="hold" nodeType="afterEffect">
                                  <p:stCondLst>
                                    <p:cond delay="0"/>
                                  </p:stCondLst>
                                  <p:childTnLst>
                                    <p:set>
                                      <p:cBhvr>
                                        <p:cTn id="30" dur="1" fill="hold">
                                          <p:stCondLst>
                                            <p:cond delay="0"/>
                                          </p:stCondLst>
                                        </p:cTn>
                                        <p:tgtEl>
                                          <p:spTgt spid="9233"/>
                                        </p:tgtEl>
                                        <p:attrNameLst>
                                          <p:attrName>style.visibility</p:attrName>
                                        </p:attrNameLst>
                                      </p:cBhvr>
                                      <p:to>
                                        <p:strVal val="visible"/>
                                      </p:to>
                                    </p:set>
                                    <p:anim calcmode="lin" valueType="num">
                                      <p:cBhvr>
                                        <p:cTn id="31" dur="500" fill="hold"/>
                                        <p:tgtEl>
                                          <p:spTgt spid="9233"/>
                                        </p:tgtEl>
                                        <p:attrNameLst>
                                          <p:attrName>ppt_w</p:attrName>
                                        </p:attrNameLst>
                                      </p:cBhvr>
                                      <p:tavLst>
                                        <p:tav tm="0">
                                          <p:val>
                                            <p:fltVal val="0"/>
                                          </p:val>
                                        </p:tav>
                                        <p:tav tm="100000">
                                          <p:val>
                                            <p:strVal val="#ppt_w"/>
                                          </p:val>
                                        </p:tav>
                                      </p:tavLst>
                                    </p:anim>
                                    <p:anim calcmode="lin" valueType="num">
                                      <p:cBhvr>
                                        <p:cTn id="32" dur="500" fill="hold"/>
                                        <p:tgtEl>
                                          <p:spTgt spid="9233"/>
                                        </p:tgtEl>
                                        <p:attrNameLst>
                                          <p:attrName>ppt_h</p:attrName>
                                        </p:attrNameLst>
                                      </p:cBhvr>
                                      <p:tavLst>
                                        <p:tav tm="0">
                                          <p:val>
                                            <p:fltVal val="0"/>
                                          </p:val>
                                        </p:tav>
                                        <p:tav tm="100000">
                                          <p:val>
                                            <p:strVal val="#ppt_h"/>
                                          </p:val>
                                        </p:tav>
                                      </p:tavLst>
                                    </p:anim>
                                    <p:animEffect transition="in" filter="fade">
                                      <p:cBhvr>
                                        <p:cTn id="33" dur="500"/>
                                        <p:tgtEl>
                                          <p:spTgt spid="9233"/>
                                        </p:tgtEl>
                                      </p:cBhvr>
                                    </p:animEffect>
                                  </p:childTnLst>
                                  <p:subTnLst>
                                    <p:set>
                                      <p:cBhvr override="childStyle">
                                        <p:cTn dur="1" fill="hold" display="0" masterRel="sameClick" afterEffect="1">
                                          <p:stCondLst>
                                            <p:cond evt="end" delay="0">
                                              <p:tn val="29"/>
                                            </p:cond>
                                          </p:stCondLst>
                                        </p:cTn>
                                        <p:tgtEl>
                                          <p:spTgt spid="9233"/>
                                        </p:tgtEl>
                                        <p:attrNameLst>
                                          <p:attrName>style.visibility</p:attrName>
                                        </p:attrNameLst>
                                      </p:cBhvr>
                                      <p:to>
                                        <p:strVal val="hidden"/>
                                      </p:to>
                                    </p:set>
                                  </p:subTnLst>
                                </p:cTn>
                              </p:par>
                            </p:childTnLst>
                          </p:cTn>
                        </p:par>
                        <p:par>
                          <p:cTn id="34" fill="hold" nodeType="afterGroup">
                            <p:stCondLst>
                              <p:cond delay="2500"/>
                            </p:stCondLst>
                            <p:childTnLst>
                              <p:par>
                                <p:cTn id="35" presetID="53" presetClass="entr" presetSubtype="0" fill="hold" nodeType="afterEffect">
                                  <p:stCondLst>
                                    <p:cond delay="0"/>
                                  </p:stCondLst>
                                  <p:childTnLst>
                                    <p:set>
                                      <p:cBhvr>
                                        <p:cTn id="36" dur="1" fill="hold">
                                          <p:stCondLst>
                                            <p:cond delay="0"/>
                                          </p:stCondLst>
                                        </p:cTn>
                                        <p:tgtEl>
                                          <p:spTgt spid="9234"/>
                                        </p:tgtEl>
                                        <p:attrNameLst>
                                          <p:attrName>style.visibility</p:attrName>
                                        </p:attrNameLst>
                                      </p:cBhvr>
                                      <p:to>
                                        <p:strVal val="visible"/>
                                      </p:to>
                                    </p:set>
                                    <p:anim calcmode="lin" valueType="num">
                                      <p:cBhvr>
                                        <p:cTn id="37" dur="500" fill="hold"/>
                                        <p:tgtEl>
                                          <p:spTgt spid="9234"/>
                                        </p:tgtEl>
                                        <p:attrNameLst>
                                          <p:attrName>ppt_w</p:attrName>
                                        </p:attrNameLst>
                                      </p:cBhvr>
                                      <p:tavLst>
                                        <p:tav tm="0">
                                          <p:val>
                                            <p:fltVal val="0"/>
                                          </p:val>
                                        </p:tav>
                                        <p:tav tm="100000">
                                          <p:val>
                                            <p:strVal val="#ppt_w"/>
                                          </p:val>
                                        </p:tav>
                                      </p:tavLst>
                                    </p:anim>
                                    <p:anim calcmode="lin" valueType="num">
                                      <p:cBhvr>
                                        <p:cTn id="38" dur="500" fill="hold"/>
                                        <p:tgtEl>
                                          <p:spTgt spid="9234"/>
                                        </p:tgtEl>
                                        <p:attrNameLst>
                                          <p:attrName>ppt_h</p:attrName>
                                        </p:attrNameLst>
                                      </p:cBhvr>
                                      <p:tavLst>
                                        <p:tav tm="0">
                                          <p:val>
                                            <p:fltVal val="0"/>
                                          </p:val>
                                        </p:tav>
                                        <p:tav tm="100000">
                                          <p:val>
                                            <p:strVal val="#ppt_h"/>
                                          </p:val>
                                        </p:tav>
                                      </p:tavLst>
                                    </p:anim>
                                    <p:animEffect transition="in" filter="fade">
                                      <p:cBhvr>
                                        <p:cTn id="39" dur="500"/>
                                        <p:tgtEl>
                                          <p:spTgt spid="9234"/>
                                        </p:tgtEl>
                                      </p:cBhvr>
                                    </p:animEffect>
                                  </p:childTnLst>
                                  <p:subTnLst>
                                    <p:set>
                                      <p:cBhvr override="childStyle">
                                        <p:cTn dur="1" fill="hold" display="0" masterRel="sameClick" afterEffect="1">
                                          <p:stCondLst>
                                            <p:cond evt="end" delay="0">
                                              <p:tn val="35"/>
                                            </p:cond>
                                          </p:stCondLst>
                                        </p:cTn>
                                        <p:tgtEl>
                                          <p:spTgt spid="9234"/>
                                        </p:tgtEl>
                                        <p:attrNameLst>
                                          <p:attrName>style.visibility</p:attrName>
                                        </p:attrNameLst>
                                      </p:cBhvr>
                                      <p:to>
                                        <p:strVal val="hidden"/>
                                      </p:to>
                                    </p:set>
                                  </p:subTnLst>
                                </p:cTn>
                              </p:par>
                            </p:childTnLst>
                          </p:cTn>
                        </p:par>
                        <p:par>
                          <p:cTn id="40" fill="hold" nodeType="afterGroup">
                            <p:stCondLst>
                              <p:cond delay="3000"/>
                            </p:stCondLst>
                            <p:childTnLst>
                              <p:par>
                                <p:cTn id="41" presetID="53" presetClass="entr" presetSubtype="0" fill="hold" nodeType="afterEffect">
                                  <p:stCondLst>
                                    <p:cond delay="0"/>
                                  </p:stCondLst>
                                  <p:childTnLst>
                                    <p:set>
                                      <p:cBhvr>
                                        <p:cTn id="42" dur="1" fill="hold">
                                          <p:stCondLst>
                                            <p:cond delay="0"/>
                                          </p:stCondLst>
                                        </p:cTn>
                                        <p:tgtEl>
                                          <p:spTgt spid="9235"/>
                                        </p:tgtEl>
                                        <p:attrNameLst>
                                          <p:attrName>style.visibility</p:attrName>
                                        </p:attrNameLst>
                                      </p:cBhvr>
                                      <p:to>
                                        <p:strVal val="visible"/>
                                      </p:to>
                                    </p:set>
                                    <p:anim calcmode="lin" valueType="num">
                                      <p:cBhvr>
                                        <p:cTn id="43" dur="500" fill="hold"/>
                                        <p:tgtEl>
                                          <p:spTgt spid="9235"/>
                                        </p:tgtEl>
                                        <p:attrNameLst>
                                          <p:attrName>ppt_w</p:attrName>
                                        </p:attrNameLst>
                                      </p:cBhvr>
                                      <p:tavLst>
                                        <p:tav tm="0">
                                          <p:val>
                                            <p:fltVal val="0"/>
                                          </p:val>
                                        </p:tav>
                                        <p:tav tm="100000">
                                          <p:val>
                                            <p:strVal val="#ppt_w"/>
                                          </p:val>
                                        </p:tav>
                                      </p:tavLst>
                                    </p:anim>
                                    <p:anim calcmode="lin" valueType="num">
                                      <p:cBhvr>
                                        <p:cTn id="44" dur="500" fill="hold"/>
                                        <p:tgtEl>
                                          <p:spTgt spid="9235"/>
                                        </p:tgtEl>
                                        <p:attrNameLst>
                                          <p:attrName>ppt_h</p:attrName>
                                        </p:attrNameLst>
                                      </p:cBhvr>
                                      <p:tavLst>
                                        <p:tav tm="0">
                                          <p:val>
                                            <p:fltVal val="0"/>
                                          </p:val>
                                        </p:tav>
                                        <p:tav tm="100000">
                                          <p:val>
                                            <p:strVal val="#ppt_h"/>
                                          </p:val>
                                        </p:tav>
                                      </p:tavLst>
                                    </p:anim>
                                    <p:animEffect transition="in" filter="fade">
                                      <p:cBhvr>
                                        <p:cTn id="45" dur="500"/>
                                        <p:tgtEl>
                                          <p:spTgt spid="9235"/>
                                        </p:tgtEl>
                                      </p:cBhvr>
                                    </p:animEffect>
                                  </p:childTnLst>
                                  <p:subTnLst>
                                    <p:set>
                                      <p:cBhvr override="childStyle">
                                        <p:cTn dur="1" fill="hold" display="0" masterRel="sameClick" afterEffect="1">
                                          <p:stCondLst>
                                            <p:cond evt="end" delay="0">
                                              <p:tn val="41"/>
                                            </p:cond>
                                          </p:stCondLst>
                                        </p:cTn>
                                        <p:tgtEl>
                                          <p:spTgt spid="9235"/>
                                        </p:tgtEl>
                                        <p:attrNameLst>
                                          <p:attrName>style.visibility</p:attrName>
                                        </p:attrNameLst>
                                      </p:cBhvr>
                                      <p:to>
                                        <p:strVal val="hidden"/>
                                      </p:to>
                                    </p:set>
                                  </p:subTnLst>
                                </p:cTn>
                              </p:par>
                            </p:childTnLst>
                          </p:cTn>
                        </p:par>
                        <p:par>
                          <p:cTn id="46" fill="hold" nodeType="afterGroup">
                            <p:stCondLst>
                              <p:cond delay="3500"/>
                            </p:stCondLst>
                            <p:childTnLst>
                              <p:par>
                                <p:cTn id="47" presetID="53" presetClass="entr" presetSubtype="0" fill="hold" nodeType="afterEffect">
                                  <p:stCondLst>
                                    <p:cond delay="0"/>
                                  </p:stCondLst>
                                  <p:childTnLst>
                                    <p:set>
                                      <p:cBhvr>
                                        <p:cTn id="48" dur="1" fill="hold">
                                          <p:stCondLst>
                                            <p:cond delay="0"/>
                                          </p:stCondLst>
                                        </p:cTn>
                                        <p:tgtEl>
                                          <p:spTgt spid="9236"/>
                                        </p:tgtEl>
                                        <p:attrNameLst>
                                          <p:attrName>style.visibility</p:attrName>
                                        </p:attrNameLst>
                                      </p:cBhvr>
                                      <p:to>
                                        <p:strVal val="visible"/>
                                      </p:to>
                                    </p:set>
                                    <p:anim calcmode="lin" valueType="num">
                                      <p:cBhvr>
                                        <p:cTn id="49" dur="500" fill="hold"/>
                                        <p:tgtEl>
                                          <p:spTgt spid="9236"/>
                                        </p:tgtEl>
                                        <p:attrNameLst>
                                          <p:attrName>ppt_w</p:attrName>
                                        </p:attrNameLst>
                                      </p:cBhvr>
                                      <p:tavLst>
                                        <p:tav tm="0">
                                          <p:val>
                                            <p:fltVal val="0"/>
                                          </p:val>
                                        </p:tav>
                                        <p:tav tm="100000">
                                          <p:val>
                                            <p:strVal val="#ppt_w"/>
                                          </p:val>
                                        </p:tav>
                                      </p:tavLst>
                                    </p:anim>
                                    <p:anim calcmode="lin" valueType="num">
                                      <p:cBhvr>
                                        <p:cTn id="50" dur="500" fill="hold"/>
                                        <p:tgtEl>
                                          <p:spTgt spid="9236"/>
                                        </p:tgtEl>
                                        <p:attrNameLst>
                                          <p:attrName>ppt_h</p:attrName>
                                        </p:attrNameLst>
                                      </p:cBhvr>
                                      <p:tavLst>
                                        <p:tav tm="0">
                                          <p:val>
                                            <p:fltVal val="0"/>
                                          </p:val>
                                        </p:tav>
                                        <p:tav tm="100000">
                                          <p:val>
                                            <p:strVal val="#ppt_h"/>
                                          </p:val>
                                        </p:tav>
                                      </p:tavLst>
                                    </p:anim>
                                    <p:animEffect transition="in" filter="fade">
                                      <p:cBhvr>
                                        <p:cTn id="51" dur="500"/>
                                        <p:tgtEl>
                                          <p:spTgt spid="9236"/>
                                        </p:tgtEl>
                                      </p:cBhvr>
                                    </p:animEffect>
                                  </p:childTnLst>
                                  <p:subTnLst>
                                    <p:set>
                                      <p:cBhvr override="childStyle">
                                        <p:cTn dur="1" fill="hold" display="0" masterRel="sameClick" afterEffect="1">
                                          <p:stCondLst>
                                            <p:cond evt="end" delay="0">
                                              <p:tn val="47"/>
                                            </p:cond>
                                          </p:stCondLst>
                                        </p:cTn>
                                        <p:tgtEl>
                                          <p:spTgt spid="9236"/>
                                        </p:tgtEl>
                                        <p:attrNameLst>
                                          <p:attrName>style.visibility</p:attrName>
                                        </p:attrNameLst>
                                      </p:cBhvr>
                                      <p:to>
                                        <p:strVal val="hidden"/>
                                      </p:to>
                                    </p:set>
                                  </p:subTnLst>
                                </p:cTn>
                              </p:par>
                            </p:childTnLst>
                          </p:cTn>
                        </p:par>
                        <p:par>
                          <p:cTn id="52" fill="hold" nodeType="afterGroup">
                            <p:stCondLst>
                              <p:cond delay="4000"/>
                            </p:stCondLst>
                            <p:childTnLst>
                              <p:par>
                                <p:cTn id="53" presetID="53" presetClass="entr" presetSubtype="0" fill="hold" nodeType="afterEffect">
                                  <p:stCondLst>
                                    <p:cond delay="0"/>
                                  </p:stCondLst>
                                  <p:childTnLst>
                                    <p:set>
                                      <p:cBhvr>
                                        <p:cTn id="54" dur="1" fill="hold">
                                          <p:stCondLst>
                                            <p:cond delay="0"/>
                                          </p:stCondLst>
                                        </p:cTn>
                                        <p:tgtEl>
                                          <p:spTgt spid="9237"/>
                                        </p:tgtEl>
                                        <p:attrNameLst>
                                          <p:attrName>style.visibility</p:attrName>
                                        </p:attrNameLst>
                                      </p:cBhvr>
                                      <p:to>
                                        <p:strVal val="visible"/>
                                      </p:to>
                                    </p:set>
                                    <p:anim calcmode="lin" valueType="num">
                                      <p:cBhvr>
                                        <p:cTn id="55" dur="500" fill="hold"/>
                                        <p:tgtEl>
                                          <p:spTgt spid="9237"/>
                                        </p:tgtEl>
                                        <p:attrNameLst>
                                          <p:attrName>ppt_w</p:attrName>
                                        </p:attrNameLst>
                                      </p:cBhvr>
                                      <p:tavLst>
                                        <p:tav tm="0">
                                          <p:val>
                                            <p:fltVal val="0"/>
                                          </p:val>
                                        </p:tav>
                                        <p:tav tm="100000">
                                          <p:val>
                                            <p:strVal val="#ppt_w"/>
                                          </p:val>
                                        </p:tav>
                                      </p:tavLst>
                                    </p:anim>
                                    <p:anim calcmode="lin" valueType="num">
                                      <p:cBhvr>
                                        <p:cTn id="56" dur="500" fill="hold"/>
                                        <p:tgtEl>
                                          <p:spTgt spid="9237"/>
                                        </p:tgtEl>
                                        <p:attrNameLst>
                                          <p:attrName>ppt_h</p:attrName>
                                        </p:attrNameLst>
                                      </p:cBhvr>
                                      <p:tavLst>
                                        <p:tav tm="0">
                                          <p:val>
                                            <p:fltVal val="0"/>
                                          </p:val>
                                        </p:tav>
                                        <p:tav tm="100000">
                                          <p:val>
                                            <p:strVal val="#ppt_h"/>
                                          </p:val>
                                        </p:tav>
                                      </p:tavLst>
                                    </p:anim>
                                    <p:animEffect transition="in" filter="fade">
                                      <p:cBhvr>
                                        <p:cTn id="57" dur="500"/>
                                        <p:tgtEl>
                                          <p:spTgt spid="9237"/>
                                        </p:tgtEl>
                                      </p:cBhvr>
                                    </p:animEffect>
                                  </p:childTnLst>
                                  <p:subTnLst>
                                    <p:set>
                                      <p:cBhvr override="childStyle">
                                        <p:cTn dur="1" fill="hold" display="0" masterRel="sameClick" afterEffect="1">
                                          <p:stCondLst>
                                            <p:cond evt="end" delay="0">
                                              <p:tn val="53"/>
                                            </p:cond>
                                          </p:stCondLst>
                                        </p:cTn>
                                        <p:tgtEl>
                                          <p:spTgt spid="9237"/>
                                        </p:tgtEl>
                                        <p:attrNameLst>
                                          <p:attrName>style.visibility</p:attrName>
                                        </p:attrNameLst>
                                      </p:cBhvr>
                                      <p:to>
                                        <p:strVal val="hidden"/>
                                      </p:to>
                                    </p:set>
                                  </p:subTnLst>
                                </p:cTn>
                              </p:par>
                            </p:childTnLst>
                          </p:cTn>
                        </p:par>
                        <p:par>
                          <p:cTn id="58" fill="hold" nodeType="afterGroup">
                            <p:stCondLst>
                              <p:cond delay="4500"/>
                            </p:stCondLst>
                            <p:childTnLst>
                              <p:par>
                                <p:cTn id="59" presetID="53" presetClass="entr" presetSubtype="0" fill="hold" nodeType="afterEffect">
                                  <p:stCondLst>
                                    <p:cond delay="0"/>
                                  </p:stCondLst>
                                  <p:childTnLst>
                                    <p:set>
                                      <p:cBhvr>
                                        <p:cTn id="60" dur="1" fill="hold">
                                          <p:stCondLst>
                                            <p:cond delay="0"/>
                                          </p:stCondLst>
                                        </p:cTn>
                                        <p:tgtEl>
                                          <p:spTgt spid="9238"/>
                                        </p:tgtEl>
                                        <p:attrNameLst>
                                          <p:attrName>style.visibility</p:attrName>
                                        </p:attrNameLst>
                                      </p:cBhvr>
                                      <p:to>
                                        <p:strVal val="visible"/>
                                      </p:to>
                                    </p:set>
                                    <p:anim calcmode="lin" valueType="num">
                                      <p:cBhvr>
                                        <p:cTn id="61" dur="500" fill="hold"/>
                                        <p:tgtEl>
                                          <p:spTgt spid="9238"/>
                                        </p:tgtEl>
                                        <p:attrNameLst>
                                          <p:attrName>ppt_w</p:attrName>
                                        </p:attrNameLst>
                                      </p:cBhvr>
                                      <p:tavLst>
                                        <p:tav tm="0">
                                          <p:val>
                                            <p:fltVal val="0"/>
                                          </p:val>
                                        </p:tav>
                                        <p:tav tm="100000">
                                          <p:val>
                                            <p:strVal val="#ppt_w"/>
                                          </p:val>
                                        </p:tav>
                                      </p:tavLst>
                                    </p:anim>
                                    <p:anim calcmode="lin" valueType="num">
                                      <p:cBhvr>
                                        <p:cTn id="62" dur="500" fill="hold"/>
                                        <p:tgtEl>
                                          <p:spTgt spid="9238"/>
                                        </p:tgtEl>
                                        <p:attrNameLst>
                                          <p:attrName>ppt_h</p:attrName>
                                        </p:attrNameLst>
                                      </p:cBhvr>
                                      <p:tavLst>
                                        <p:tav tm="0">
                                          <p:val>
                                            <p:fltVal val="0"/>
                                          </p:val>
                                        </p:tav>
                                        <p:tav tm="100000">
                                          <p:val>
                                            <p:strVal val="#ppt_h"/>
                                          </p:val>
                                        </p:tav>
                                      </p:tavLst>
                                    </p:anim>
                                    <p:animEffect transition="in" filter="fade">
                                      <p:cBhvr>
                                        <p:cTn id="63" dur="500"/>
                                        <p:tgtEl>
                                          <p:spTgt spid="9238"/>
                                        </p:tgtEl>
                                      </p:cBhvr>
                                    </p:animEffect>
                                  </p:childTnLst>
                                  <p:subTnLst>
                                    <p:set>
                                      <p:cBhvr override="childStyle">
                                        <p:cTn dur="1" fill="hold" display="0" masterRel="sameClick" afterEffect="1">
                                          <p:stCondLst>
                                            <p:cond evt="end" delay="0">
                                              <p:tn val="59"/>
                                            </p:cond>
                                          </p:stCondLst>
                                        </p:cTn>
                                        <p:tgtEl>
                                          <p:spTgt spid="9238"/>
                                        </p:tgtEl>
                                        <p:attrNameLst>
                                          <p:attrName>style.visibility</p:attrName>
                                        </p:attrNameLst>
                                      </p:cBhvr>
                                      <p:to>
                                        <p:strVal val="hidden"/>
                                      </p:to>
                                    </p:set>
                                  </p:subTnLst>
                                </p:cTn>
                              </p:par>
                            </p:childTnLst>
                          </p:cTn>
                        </p:par>
                        <p:par>
                          <p:cTn id="64" fill="hold" nodeType="afterGroup">
                            <p:stCondLst>
                              <p:cond delay="5000"/>
                            </p:stCondLst>
                            <p:childTnLst>
                              <p:par>
                                <p:cTn id="65" presetID="53" presetClass="entr" presetSubtype="0" fill="hold" nodeType="afterEffect">
                                  <p:stCondLst>
                                    <p:cond delay="0"/>
                                  </p:stCondLst>
                                  <p:childTnLst>
                                    <p:set>
                                      <p:cBhvr>
                                        <p:cTn id="66" dur="1" fill="hold">
                                          <p:stCondLst>
                                            <p:cond delay="0"/>
                                          </p:stCondLst>
                                        </p:cTn>
                                        <p:tgtEl>
                                          <p:spTgt spid="9239"/>
                                        </p:tgtEl>
                                        <p:attrNameLst>
                                          <p:attrName>style.visibility</p:attrName>
                                        </p:attrNameLst>
                                      </p:cBhvr>
                                      <p:to>
                                        <p:strVal val="visible"/>
                                      </p:to>
                                    </p:set>
                                    <p:anim calcmode="lin" valueType="num">
                                      <p:cBhvr>
                                        <p:cTn id="67" dur="500" fill="hold"/>
                                        <p:tgtEl>
                                          <p:spTgt spid="9239"/>
                                        </p:tgtEl>
                                        <p:attrNameLst>
                                          <p:attrName>ppt_w</p:attrName>
                                        </p:attrNameLst>
                                      </p:cBhvr>
                                      <p:tavLst>
                                        <p:tav tm="0">
                                          <p:val>
                                            <p:fltVal val="0"/>
                                          </p:val>
                                        </p:tav>
                                        <p:tav tm="100000">
                                          <p:val>
                                            <p:strVal val="#ppt_w"/>
                                          </p:val>
                                        </p:tav>
                                      </p:tavLst>
                                    </p:anim>
                                    <p:anim calcmode="lin" valueType="num">
                                      <p:cBhvr>
                                        <p:cTn id="68" dur="500" fill="hold"/>
                                        <p:tgtEl>
                                          <p:spTgt spid="9239"/>
                                        </p:tgtEl>
                                        <p:attrNameLst>
                                          <p:attrName>ppt_h</p:attrName>
                                        </p:attrNameLst>
                                      </p:cBhvr>
                                      <p:tavLst>
                                        <p:tav tm="0">
                                          <p:val>
                                            <p:fltVal val="0"/>
                                          </p:val>
                                        </p:tav>
                                        <p:tav tm="100000">
                                          <p:val>
                                            <p:strVal val="#ppt_h"/>
                                          </p:val>
                                        </p:tav>
                                      </p:tavLst>
                                    </p:anim>
                                    <p:animEffect transition="in" filter="fade">
                                      <p:cBhvr>
                                        <p:cTn id="69" dur="500"/>
                                        <p:tgtEl>
                                          <p:spTgt spid="9239"/>
                                        </p:tgtEl>
                                      </p:cBhvr>
                                    </p:animEffect>
                                  </p:childTnLst>
                                  <p:subTnLst>
                                    <p:set>
                                      <p:cBhvr override="childStyle">
                                        <p:cTn dur="1" fill="hold" display="0" masterRel="sameClick" afterEffect="1">
                                          <p:stCondLst>
                                            <p:cond evt="end" delay="0">
                                              <p:tn val="65"/>
                                            </p:cond>
                                          </p:stCondLst>
                                        </p:cTn>
                                        <p:tgtEl>
                                          <p:spTgt spid="9239"/>
                                        </p:tgtEl>
                                        <p:attrNameLst>
                                          <p:attrName>style.visibility</p:attrName>
                                        </p:attrNameLst>
                                      </p:cBhvr>
                                      <p:to>
                                        <p:strVal val="hidden"/>
                                      </p:to>
                                    </p:set>
                                  </p:subTnLst>
                                </p:cTn>
                              </p:par>
                            </p:childTnLst>
                          </p:cTn>
                        </p:par>
                        <p:par>
                          <p:cTn id="70" fill="hold" nodeType="afterGroup">
                            <p:stCondLst>
                              <p:cond delay="5500"/>
                            </p:stCondLst>
                            <p:childTnLst>
                              <p:par>
                                <p:cTn id="71" presetID="53" presetClass="entr" presetSubtype="0" fill="hold" nodeType="afterEffect">
                                  <p:stCondLst>
                                    <p:cond delay="0"/>
                                  </p:stCondLst>
                                  <p:childTnLst>
                                    <p:set>
                                      <p:cBhvr>
                                        <p:cTn id="72" dur="1" fill="hold">
                                          <p:stCondLst>
                                            <p:cond delay="0"/>
                                          </p:stCondLst>
                                        </p:cTn>
                                        <p:tgtEl>
                                          <p:spTgt spid="9240"/>
                                        </p:tgtEl>
                                        <p:attrNameLst>
                                          <p:attrName>style.visibility</p:attrName>
                                        </p:attrNameLst>
                                      </p:cBhvr>
                                      <p:to>
                                        <p:strVal val="visible"/>
                                      </p:to>
                                    </p:set>
                                    <p:anim calcmode="lin" valueType="num">
                                      <p:cBhvr>
                                        <p:cTn id="73" dur="500" fill="hold"/>
                                        <p:tgtEl>
                                          <p:spTgt spid="9240"/>
                                        </p:tgtEl>
                                        <p:attrNameLst>
                                          <p:attrName>ppt_w</p:attrName>
                                        </p:attrNameLst>
                                      </p:cBhvr>
                                      <p:tavLst>
                                        <p:tav tm="0">
                                          <p:val>
                                            <p:fltVal val="0"/>
                                          </p:val>
                                        </p:tav>
                                        <p:tav tm="100000">
                                          <p:val>
                                            <p:strVal val="#ppt_w"/>
                                          </p:val>
                                        </p:tav>
                                      </p:tavLst>
                                    </p:anim>
                                    <p:anim calcmode="lin" valueType="num">
                                      <p:cBhvr>
                                        <p:cTn id="74" dur="500" fill="hold"/>
                                        <p:tgtEl>
                                          <p:spTgt spid="9240"/>
                                        </p:tgtEl>
                                        <p:attrNameLst>
                                          <p:attrName>ppt_h</p:attrName>
                                        </p:attrNameLst>
                                      </p:cBhvr>
                                      <p:tavLst>
                                        <p:tav tm="0">
                                          <p:val>
                                            <p:fltVal val="0"/>
                                          </p:val>
                                        </p:tav>
                                        <p:tav tm="100000">
                                          <p:val>
                                            <p:strVal val="#ppt_h"/>
                                          </p:val>
                                        </p:tav>
                                      </p:tavLst>
                                    </p:anim>
                                    <p:animEffect transition="in" filter="fade">
                                      <p:cBhvr>
                                        <p:cTn id="75" dur="500"/>
                                        <p:tgtEl>
                                          <p:spTgt spid="9240"/>
                                        </p:tgtEl>
                                      </p:cBhvr>
                                    </p:animEffect>
                                  </p:childTnLst>
                                  <p:subTnLst>
                                    <p:set>
                                      <p:cBhvr override="childStyle">
                                        <p:cTn dur="1" fill="hold" display="0" masterRel="sameClick" afterEffect="1">
                                          <p:stCondLst>
                                            <p:cond evt="end" delay="0">
                                              <p:tn val="71"/>
                                            </p:cond>
                                          </p:stCondLst>
                                        </p:cTn>
                                        <p:tgtEl>
                                          <p:spTgt spid="9240"/>
                                        </p:tgtEl>
                                        <p:attrNameLst>
                                          <p:attrName>style.visibility</p:attrName>
                                        </p:attrNameLst>
                                      </p:cBhvr>
                                      <p:to>
                                        <p:strVal val="hidden"/>
                                      </p:to>
                                    </p:set>
                                  </p:subTnLst>
                                </p:cTn>
                              </p:par>
                            </p:childTnLst>
                          </p:cTn>
                        </p:par>
                        <p:par>
                          <p:cTn id="76" fill="hold" nodeType="afterGroup">
                            <p:stCondLst>
                              <p:cond delay="6000"/>
                            </p:stCondLst>
                            <p:childTnLst>
                              <p:par>
                                <p:cTn id="77" presetID="53" presetClass="entr" presetSubtype="0" fill="hold" nodeType="afterEffect">
                                  <p:stCondLst>
                                    <p:cond delay="0"/>
                                  </p:stCondLst>
                                  <p:childTnLst>
                                    <p:set>
                                      <p:cBhvr>
                                        <p:cTn id="78" dur="1" fill="hold">
                                          <p:stCondLst>
                                            <p:cond delay="0"/>
                                          </p:stCondLst>
                                        </p:cTn>
                                        <p:tgtEl>
                                          <p:spTgt spid="9241"/>
                                        </p:tgtEl>
                                        <p:attrNameLst>
                                          <p:attrName>style.visibility</p:attrName>
                                        </p:attrNameLst>
                                      </p:cBhvr>
                                      <p:to>
                                        <p:strVal val="visible"/>
                                      </p:to>
                                    </p:set>
                                    <p:anim calcmode="lin" valueType="num">
                                      <p:cBhvr>
                                        <p:cTn id="79" dur="500" fill="hold"/>
                                        <p:tgtEl>
                                          <p:spTgt spid="9241"/>
                                        </p:tgtEl>
                                        <p:attrNameLst>
                                          <p:attrName>ppt_w</p:attrName>
                                        </p:attrNameLst>
                                      </p:cBhvr>
                                      <p:tavLst>
                                        <p:tav tm="0">
                                          <p:val>
                                            <p:fltVal val="0"/>
                                          </p:val>
                                        </p:tav>
                                        <p:tav tm="100000">
                                          <p:val>
                                            <p:strVal val="#ppt_w"/>
                                          </p:val>
                                        </p:tav>
                                      </p:tavLst>
                                    </p:anim>
                                    <p:anim calcmode="lin" valueType="num">
                                      <p:cBhvr>
                                        <p:cTn id="80" dur="500" fill="hold"/>
                                        <p:tgtEl>
                                          <p:spTgt spid="9241"/>
                                        </p:tgtEl>
                                        <p:attrNameLst>
                                          <p:attrName>ppt_h</p:attrName>
                                        </p:attrNameLst>
                                      </p:cBhvr>
                                      <p:tavLst>
                                        <p:tav tm="0">
                                          <p:val>
                                            <p:fltVal val="0"/>
                                          </p:val>
                                        </p:tav>
                                        <p:tav tm="100000">
                                          <p:val>
                                            <p:strVal val="#ppt_h"/>
                                          </p:val>
                                        </p:tav>
                                      </p:tavLst>
                                    </p:anim>
                                    <p:animEffect transition="in" filter="fade">
                                      <p:cBhvr>
                                        <p:cTn id="81" dur="500"/>
                                        <p:tgtEl>
                                          <p:spTgt spid="9241"/>
                                        </p:tgtEl>
                                      </p:cBhvr>
                                    </p:animEffect>
                                  </p:childTnLst>
                                </p:cTn>
                              </p:par>
                            </p:childTnLst>
                          </p:cTn>
                        </p:par>
                        <p:par>
                          <p:cTn id="82" fill="hold" nodeType="afterGroup">
                            <p:stCondLst>
                              <p:cond delay="6500"/>
                            </p:stCondLst>
                            <p:childTnLst>
                              <p:par>
                                <p:cTn id="83" presetID="2" presetClass="entr" presetSubtype="1" fill="hold" nodeType="afterEffect">
                                  <p:stCondLst>
                                    <p:cond delay="0"/>
                                  </p:stCondLst>
                                  <p:childTnLst>
                                    <p:set>
                                      <p:cBhvr>
                                        <p:cTn id="84" dur="1" fill="hold">
                                          <p:stCondLst>
                                            <p:cond delay="0"/>
                                          </p:stCondLst>
                                        </p:cTn>
                                        <p:tgtEl>
                                          <p:spTgt spid="9242"/>
                                        </p:tgtEl>
                                        <p:attrNameLst>
                                          <p:attrName>style.visibility</p:attrName>
                                        </p:attrNameLst>
                                      </p:cBhvr>
                                      <p:to>
                                        <p:strVal val="visible"/>
                                      </p:to>
                                    </p:set>
                                    <p:anim calcmode="lin" valueType="num">
                                      <p:cBhvr additive="base">
                                        <p:cTn id="85" dur="500" fill="hold"/>
                                        <p:tgtEl>
                                          <p:spTgt spid="9242"/>
                                        </p:tgtEl>
                                        <p:attrNameLst>
                                          <p:attrName>ppt_x</p:attrName>
                                        </p:attrNameLst>
                                      </p:cBhvr>
                                      <p:tavLst>
                                        <p:tav tm="0">
                                          <p:val>
                                            <p:strVal val="#ppt_x"/>
                                          </p:val>
                                        </p:tav>
                                        <p:tav tm="100000">
                                          <p:val>
                                            <p:strVal val="#ppt_x"/>
                                          </p:val>
                                        </p:tav>
                                      </p:tavLst>
                                    </p:anim>
                                    <p:anim calcmode="lin" valueType="num">
                                      <p:cBhvr additive="base">
                                        <p:cTn id="86" dur="500" fill="hold"/>
                                        <p:tgtEl>
                                          <p:spTgt spid="9242"/>
                                        </p:tgtEl>
                                        <p:attrNameLst>
                                          <p:attrName>ppt_y</p:attrName>
                                        </p:attrNameLst>
                                      </p:cBhvr>
                                      <p:tavLst>
                                        <p:tav tm="0">
                                          <p:val>
                                            <p:strVal val="0-#ppt_h/2"/>
                                          </p:val>
                                        </p:tav>
                                        <p:tav tm="100000">
                                          <p:val>
                                            <p:strVal val="#ppt_y"/>
                                          </p:val>
                                        </p:tav>
                                      </p:tavLst>
                                    </p:anim>
                                  </p:childTnLst>
                                </p:cTn>
                              </p:par>
                            </p:childTnLst>
                          </p:cTn>
                        </p:par>
                        <p:par>
                          <p:cTn id="87" fill="hold" nodeType="afterGroup">
                            <p:stCondLst>
                              <p:cond delay="7000"/>
                            </p:stCondLst>
                            <p:childTnLst>
                              <p:par>
                                <p:cTn id="88" presetID="2" presetClass="entr" presetSubtype="2" fill="hold" nodeType="afterEffect">
                                  <p:stCondLst>
                                    <p:cond delay="0"/>
                                  </p:stCondLst>
                                  <p:childTnLst>
                                    <p:set>
                                      <p:cBhvr>
                                        <p:cTn id="89" dur="1" fill="hold">
                                          <p:stCondLst>
                                            <p:cond delay="0"/>
                                          </p:stCondLst>
                                        </p:cTn>
                                        <p:tgtEl>
                                          <p:spTgt spid="9243"/>
                                        </p:tgtEl>
                                        <p:attrNameLst>
                                          <p:attrName>style.visibility</p:attrName>
                                        </p:attrNameLst>
                                      </p:cBhvr>
                                      <p:to>
                                        <p:strVal val="visible"/>
                                      </p:to>
                                    </p:set>
                                    <p:anim calcmode="lin" valueType="num">
                                      <p:cBhvr additive="base">
                                        <p:cTn id="90" dur="500" fill="hold"/>
                                        <p:tgtEl>
                                          <p:spTgt spid="9243"/>
                                        </p:tgtEl>
                                        <p:attrNameLst>
                                          <p:attrName>ppt_x</p:attrName>
                                        </p:attrNameLst>
                                      </p:cBhvr>
                                      <p:tavLst>
                                        <p:tav tm="0">
                                          <p:val>
                                            <p:strVal val="1+#ppt_w/2"/>
                                          </p:val>
                                        </p:tav>
                                        <p:tav tm="100000">
                                          <p:val>
                                            <p:strVal val="#ppt_x"/>
                                          </p:val>
                                        </p:tav>
                                      </p:tavLst>
                                    </p:anim>
                                    <p:anim calcmode="lin" valueType="num">
                                      <p:cBhvr additive="base">
                                        <p:cTn id="91" dur="500" fill="hold"/>
                                        <p:tgtEl>
                                          <p:spTgt spid="9243"/>
                                        </p:tgtEl>
                                        <p:attrNameLst>
                                          <p:attrName>ppt_y</p:attrName>
                                        </p:attrNameLst>
                                      </p:cBhvr>
                                      <p:tavLst>
                                        <p:tav tm="0">
                                          <p:val>
                                            <p:strVal val="#ppt_y"/>
                                          </p:val>
                                        </p:tav>
                                        <p:tav tm="100000">
                                          <p:val>
                                            <p:strVal val="#ppt_y"/>
                                          </p:val>
                                        </p:tav>
                                      </p:tavLst>
                                    </p:anim>
                                  </p:childTnLst>
                                </p:cTn>
                              </p:par>
                            </p:childTnLst>
                          </p:cTn>
                        </p:par>
                        <p:par>
                          <p:cTn id="92" fill="hold" nodeType="afterGroup">
                            <p:stCondLst>
                              <p:cond delay="7500"/>
                            </p:stCondLst>
                            <p:childTnLst>
                              <p:par>
                                <p:cTn id="93" presetID="2" presetClass="entr" presetSubtype="6" fill="hold" nodeType="afterEffect">
                                  <p:stCondLst>
                                    <p:cond delay="0"/>
                                  </p:stCondLst>
                                  <p:childTnLst>
                                    <p:set>
                                      <p:cBhvr>
                                        <p:cTn id="94" dur="1" fill="hold">
                                          <p:stCondLst>
                                            <p:cond delay="0"/>
                                          </p:stCondLst>
                                        </p:cTn>
                                        <p:tgtEl>
                                          <p:spTgt spid="9227"/>
                                        </p:tgtEl>
                                        <p:attrNameLst>
                                          <p:attrName>style.visibility</p:attrName>
                                        </p:attrNameLst>
                                      </p:cBhvr>
                                      <p:to>
                                        <p:strVal val="visible"/>
                                      </p:to>
                                    </p:set>
                                    <p:anim calcmode="lin" valueType="num">
                                      <p:cBhvr additive="base">
                                        <p:cTn id="95" dur="500" fill="hold"/>
                                        <p:tgtEl>
                                          <p:spTgt spid="9227"/>
                                        </p:tgtEl>
                                        <p:attrNameLst>
                                          <p:attrName>ppt_x</p:attrName>
                                        </p:attrNameLst>
                                      </p:cBhvr>
                                      <p:tavLst>
                                        <p:tav tm="0">
                                          <p:val>
                                            <p:strVal val="1+#ppt_w/2"/>
                                          </p:val>
                                        </p:tav>
                                        <p:tav tm="100000">
                                          <p:val>
                                            <p:strVal val="#ppt_x"/>
                                          </p:val>
                                        </p:tav>
                                      </p:tavLst>
                                    </p:anim>
                                    <p:anim calcmode="lin" valueType="num">
                                      <p:cBhvr additive="base">
                                        <p:cTn id="96" dur="500" fill="hold"/>
                                        <p:tgtEl>
                                          <p:spTgt spid="9227"/>
                                        </p:tgtEl>
                                        <p:attrNameLst>
                                          <p:attrName>ppt_y</p:attrName>
                                        </p:attrNameLst>
                                      </p:cBhvr>
                                      <p:tavLst>
                                        <p:tav tm="0">
                                          <p:val>
                                            <p:strVal val="1+#ppt_h/2"/>
                                          </p:val>
                                        </p:tav>
                                        <p:tav tm="100000">
                                          <p:val>
                                            <p:strVal val="#ppt_y"/>
                                          </p:val>
                                        </p:tav>
                                      </p:tavLst>
                                    </p:anim>
                                  </p:childTnLst>
                                </p:cTn>
                              </p:par>
                            </p:childTnLst>
                          </p:cTn>
                        </p:par>
                        <p:par>
                          <p:cTn id="97" fill="hold" nodeType="afterGroup">
                            <p:stCondLst>
                              <p:cond delay="8000"/>
                            </p:stCondLst>
                            <p:childTnLst>
                              <p:par>
                                <p:cTn id="98" presetID="23" presetClass="entr" presetSubtype="16" fill="hold" nodeType="afterEffect">
                                  <p:stCondLst>
                                    <p:cond delay="0"/>
                                  </p:stCondLst>
                                  <p:childTnLst>
                                    <p:set>
                                      <p:cBhvr>
                                        <p:cTn id="99" dur="1" fill="hold">
                                          <p:stCondLst>
                                            <p:cond delay="0"/>
                                          </p:stCondLst>
                                        </p:cTn>
                                        <p:tgtEl>
                                          <p:spTgt spid="9228"/>
                                        </p:tgtEl>
                                        <p:attrNameLst>
                                          <p:attrName>style.visibility</p:attrName>
                                        </p:attrNameLst>
                                      </p:cBhvr>
                                      <p:to>
                                        <p:strVal val="visible"/>
                                      </p:to>
                                    </p:set>
                                    <p:anim calcmode="lin" valueType="num">
                                      <p:cBhvr>
                                        <p:cTn id="100" dur="500" fill="hold"/>
                                        <p:tgtEl>
                                          <p:spTgt spid="9228"/>
                                        </p:tgtEl>
                                        <p:attrNameLst>
                                          <p:attrName>ppt_w</p:attrName>
                                        </p:attrNameLst>
                                      </p:cBhvr>
                                      <p:tavLst>
                                        <p:tav tm="0">
                                          <p:val>
                                            <p:fltVal val="0"/>
                                          </p:val>
                                        </p:tav>
                                        <p:tav tm="100000">
                                          <p:val>
                                            <p:strVal val="#ppt_w"/>
                                          </p:val>
                                        </p:tav>
                                      </p:tavLst>
                                    </p:anim>
                                    <p:anim calcmode="lin" valueType="num">
                                      <p:cBhvr>
                                        <p:cTn id="101" dur="500" fill="hold"/>
                                        <p:tgtEl>
                                          <p:spTgt spid="922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标题 1"/>
          <p:cNvSpPr>
            <a:spLocks noGrp="1"/>
          </p:cNvSpPr>
          <p:nvPr>
            <p:ph type="title"/>
          </p:nvPr>
        </p:nvSpPr>
        <p:spPr/>
        <p:txBody>
          <a:bodyPr/>
          <a:lstStyle/>
          <a:p>
            <a:pPr algn="ctr"/>
            <a:r>
              <a:rPr lang="en-US" altLang="en-US"/>
              <a:t>Swarm Intelligence</a:t>
            </a:r>
          </a:p>
        </p:txBody>
      </p:sp>
      <p:sp>
        <p:nvSpPr>
          <p:cNvPr id="474115" name="内容占位符 2"/>
          <p:cNvSpPr>
            <a:spLocks noGrp="1"/>
          </p:cNvSpPr>
          <p:nvPr>
            <p:ph idx="1"/>
          </p:nvPr>
        </p:nvSpPr>
        <p:spPr>
          <a:xfrm>
            <a:off x="990600" y="1524000"/>
            <a:ext cx="7696200" cy="4419600"/>
          </a:xfrm>
        </p:spPr>
        <p:txBody>
          <a:bodyPr/>
          <a:lstStyle/>
          <a:p>
            <a:pPr>
              <a:buFont typeface="Wingdings" panose="05000000000000000000" pitchFamily="2" charset="2"/>
              <a:buChar char="Ø"/>
            </a:pPr>
            <a:r>
              <a:rPr lang="en-US" altLang="en-US"/>
              <a:t>Initialized by Gerardo Beni and Jing Wang in 1989 in the context of cellular robotic systems</a:t>
            </a:r>
          </a:p>
          <a:p>
            <a:pPr>
              <a:buFont typeface="Wingdings" panose="05000000000000000000" pitchFamily="2" charset="2"/>
              <a:buChar char="Ø"/>
            </a:pPr>
            <a:r>
              <a:rPr lang="en-US" altLang="en-US"/>
              <a:t>Typically made up of a population of simple agents interacting locally with one another and with their environment</a:t>
            </a:r>
          </a:p>
          <a:p>
            <a:pPr>
              <a:buFont typeface="Wingdings" panose="05000000000000000000" pitchFamily="2" charset="2"/>
              <a:buChar char="Ø"/>
            </a:pPr>
            <a:r>
              <a:rPr lang="en-US" altLang="en-US"/>
              <a:t>Typical representatives include particle swarm optimization, ant colony optimization, etc.</a:t>
            </a:r>
          </a:p>
          <a:p>
            <a:pPr>
              <a:buFont typeface="Wingdings" panose="05000000000000000000" pitchFamily="2" charset="2"/>
              <a:buChar char="Ø"/>
            </a:pPr>
            <a:endParaRPr lang="en-US" altLang="en-US"/>
          </a:p>
          <a:p>
            <a:pPr>
              <a:buFont typeface="Wingdings" panose="05000000000000000000" pitchFamily="2" charset="2"/>
              <a:buChar char="Ø"/>
            </a:pPr>
            <a:endParaRPr lang="en-US" altLang="en-US"/>
          </a:p>
          <a:p>
            <a:endParaRPr lang="en-US" altLang="en-US"/>
          </a:p>
        </p:txBody>
      </p:sp>
      <p:sp>
        <p:nvSpPr>
          <p:cNvPr id="474117"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1906E6D0-9CDF-4E4A-935A-63DFB7A348DE}" type="slidenum">
              <a:rPr lang="zh-CN" altLang="en-US" sz="1400" smtClean="0">
                <a:solidFill>
                  <a:schemeClr val="bg2"/>
                </a:solidFill>
                <a:latin typeface="Arial" panose="020B0604020202020204" pitchFamily="34" charset="0"/>
              </a:rPr>
              <a:pPr>
                <a:spcBef>
                  <a:spcPct val="50000"/>
                </a:spcBef>
                <a:buClrTx/>
                <a:buSzTx/>
                <a:buFontTx/>
                <a:buNone/>
              </a:pPr>
              <a:t>332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2BAF7B9-09C8-BCA2-5181-CDC3F43EE0B9}"/>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47A2-4F39-488E-9E9D-892A592B34DB}"/>
              </a:ext>
            </a:extLst>
          </p:cNvPr>
          <p:cNvSpPr>
            <a:spLocks noGrp="1"/>
          </p:cNvSpPr>
          <p:nvPr>
            <p:ph type="title"/>
          </p:nvPr>
        </p:nvSpPr>
        <p:spPr/>
        <p:txBody>
          <a:bodyPr/>
          <a:lstStyle/>
          <a:p>
            <a:pPr algn="ctr"/>
            <a:r>
              <a:rPr lang="en-US"/>
              <a:t>Ant Colony Optimization</a:t>
            </a:r>
            <a:endParaRPr lang="en-HK"/>
          </a:p>
        </p:txBody>
      </p:sp>
      <p:sp>
        <p:nvSpPr>
          <p:cNvPr id="3" name="Content Placeholder 2">
            <a:extLst>
              <a:ext uri="{FF2B5EF4-FFF2-40B4-BE49-F238E27FC236}">
                <a16:creationId xmlns:a16="http://schemas.microsoft.com/office/drawing/2014/main" id="{6910DE5E-68A4-44BD-9165-953E2F636FE8}"/>
              </a:ext>
            </a:extLst>
          </p:cNvPr>
          <p:cNvSpPr>
            <a:spLocks noGrp="1"/>
          </p:cNvSpPr>
          <p:nvPr>
            <p:ph idx="1"/>
          </p:nvPr>
        </p:nvSpPr>
        <p:spPr>
          <a:xfrm>
            <a:off x="990600" y="1828800"/>
            <a:ext cx="7620000" cy="4114800"/>
          </a:xfrm>
        </p:spPr>
        <p:txBody>
          <a:bodyPr/>
          <a:lstStyle/>
          <a:p>
            <a:r>
              <a:rPr lang="en-US"/>
              <a:t> Initially proposed by Marco Dorigo in 1992 in his PhD thesis at the </a:t>
            </a:r>
            <a:r>
              <a:rPr lang="en-HK"/>
              <a:t>Polytechnic University of Milan in Italy.</a:t>
            </a:r>
            <a:endParaRPr lang="en-US"/>
          </a:p>
          <a:p>
            <a:r>
              <a:rPr lang="en-US"/>
              <a:t>The ant colony optimization algorithm (ACO) is a probabilistic technique for solving computational problems that can be reduced to finding good paths through graphs.</a:t>
            </a:r>
            <a:endParaRPr lang="en-HK"/>
          </a:p>
        </p:txBody>
      </p:sp>
      <p:sp>
        <p:nvSpPr>
          <p:cNvPr id="4" name="Slide Number Placeholder 3">
            <a:extLst>
              <a:ext uri="{FF2B5EF4-FFF2-40B4-BE49-F238E27FC236}">
                <a16:creationId xmlns:a16="http://schemas.microsoft.com/office/drawing/2014/main" id="{8322430C-D127-4BBF-B2F5-2770615452AD}"/>
              </a:ext>
            </a:extLst>
          </p:cNvPr>
          <p:cNvSpPr>
            <a:spLocks noGrp="1"/>
          </p:cNvSpPr>
          <p:nvPr>
            <p:ph type="sldNum" sz="quarter" idx="11"/>
          </p:nvPr>
        </p:nvSpPr>
        <p:spPr/>
        <p:txBody>
          <a:bodyPr/>
          <a:lstStyle/>
          <a:p>
            <a:pPr>
              <a:defRPr/>
            </a:pPr>
            <a:fld id="{D5EE1E99-A213-44F4-BB38-2AE742957139}" type="slidenum">
              <a:rPr lang="zh-CN" altLang="en-US" smtClean="0"/>
              <a:pPr>
                <a:defRPr/>
              </a:pPr>
              <a:t>333</a:t>
            </a:fld>
            <a:endParaRPr lang="en-US" altLang="zh-CN"/>
          </a:p>
        </p:txBody>
      </p:sp>
      <p:sp>
        <p:nvSpPr>
          <p:cNvPr id="5" name="Footer Placeholder 4">
            <a:extLst>
              <a:ext uri="{FF2B5EF4-FFF2-40B4-BE49-F238E27FC236}">
                <a16:creationId xmlns:a16="http://schemas.microsoft.com/office/drawing/2014/main" id="{C296D10F-B461-B427-310C-C551B8A5BFA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107740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67F5-9B10-4728-A779-214BAEB6CE42}"/>
              </a:ext>
            </a:extLst>
          </p:cNvPr>
          <p:cNvSpPr>
            <a:spLocks noGrp="1"/>
          </p:cNvSpPr>
          <p:nvPr>
            <p:ph type="title"/>
          </p:nvPr>
        </p:nvSpPr>
        <p:spPr/>
        <p:txBody>
          <a:bodyPr/>
          <a:lstStyle/>
          <a:p>
            <a:pPr algn="ctr"/>
            <a:r>
              <a:rPr lang="en-US"/>
              <a:t>Marco Dorigo</a:t>
            </a:r>
            <a:endParaRPr lang="en-HK"/>
          </a:p>
        </p:txBody>
      </p:sp>
      <p:pic>
        <p:nvPicPr>
          <p:cNvPr id="6" name="Content Placeholder 5">
            <a:extLst>
              <a:ext uri="{FF2B5EF4-FFF2-40B4-BE49-F238E27FC236}">
                <a16:creationId xmlns:a16="http://schemas.microsoft.com/office/drawing/2014/main" id="{C1D3A0A6-5E58-4D61-82D5-88C2C299DA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790700"/>
            <a:ext cx="2743200" cy="4114800"/>
          </a:xfrm>
        </p:spPr>
      </p:pic>
      <p:sp>
        <p:nvSpPr>
          <p:cNvPr id="4" name="Slide Number Placeholder 3">
            <a:extLst>
              <a:ext uri="{FF2B5EF4-FFF2-40B4-BE49-F238E27FC236}">
                <a16:creationId xmlns:a16="http://schemas.microsoft.com/office/drawing/2014/main" id="{A220FF0B-003E-44B1-9A62-1AB6D3793E88}"/>
              </a:ext>
            </a:extLst>
          </p:cNvPr>
          <p:cNvSpPr>
            <a:spLocks noGrp="1"/>
          </p:cNvSpPr>
          <p:nvPr>
            <p:ph type="sldNum" sz="quarter" idx="11"/>
          </p:nvPr>
        </p:nvSpPr>
        <p:spPr/>
        <p:txBody>
          <a:bodyPr/>
          <a:lstStyle/>
          <a:p>
            <a:pPr>
              <a:defRPr/>
            </a:pPr>
            <a:fld id="{D5EE1E99-A213-44F4-BB38-2AE742957139}" type="slidenum">
              <a:rPr lang="zh-CN" altLang="en-US" smtClean="0"/>
              <a:pPr>
                <a:defRPr/>
              </a:pPr>
              <a:t>334</a:t>
            </a:fld>
            <a:endParaRPr lang="en-US" altLang="zh-CN"/>
          </a:p>
        </p:txBody>
      </p:sp>
      <p:sp>
        <p:nvSpPr>
          <p:cNvPr id="7" name="Rectangle 6">
            <a:extLst>
              <a:ext uri="{FF2B5EF4-FFF2-40B4-BE49-F238E27FC236}">
                <a16:creationId xmlns:a16="http://schemas.microsoft.com/office/drawing/2014/main" id="{B3CF8084-AD28-487F-8459-0DC5EB3EE1CA}"/>
              </a:ext>
            </a:extLst>
          </p:cNvPr>
          <p:cNvSpPr/>
          <p:nvPr/>
        </p:nvSpPr>
        <p:spPr>
          <a:xfrm>
            <a:off x="4572000" y="2817167"/>
            <a:ext cx="3863558" cy="461665"/>
          </a:xfrm>
          <a:prstGeom prst="rect">
            <a:avLst/>
          </a:prstGeom>
        </p:spPr>
        <p:txBody>
          <a:bodyPr wrap="none">
            <a:spAutoFit/>
          </a:bodyPr>
          <a:lstStyle/>
          <a:p>
            <a:r>
              <a:rPr lang="en-HK"/>
              <a:t>Free University of Brussels</a:t>
            </a:r>
          </a:p>
        </p:txBody>
      </p:sp>
      <p:pic>
        <p:nvPicPr>
          <p:cNvPr id="10" name="Picture 9">
            <a:extLst>
              <a:ext uri="{FF2B5EF4-FFF2-40B4-BE49-F238E27FC236}">
                <a16:creationId xmlns:a16="http://schemas.microsoft.com/office/drawing/2014/main" id="{B5169882-4405-4A82-B736-069773394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2" y="3429000"/>
            <a:ext cx="2895600" cy="2895600"/>
          </a:xfrm>
          <a:prstGeom prst="rect">
            <a:avLst/>
          </a:prstGeom>
        </p:spPr>
      </p:pic>
      <p:sp>
        <p:nvSpPr>
          <p:cNvPr id="11" name="Rectangle 10">
            <a:extLst>
              <a:ext uri="{FF2B5EF4-FFF2-40B4-BE49-F238E27FC236}">
                <a16:creationId xmlns:a16="http://schemas.microsoft.com/office/drawing/2014/main" id="{A044C0A6-47E6-4F7F-AF52-FDE3589B0F20}"/>
              </a:ext>
            </a:extLst>
          </p:cNvPr>
          <p:cNvSpPr/>
          <p:nvPr/>
        </p:nvSpPr>
        <p:spPr>
          <a:xfrm>
            <a:off x="4572000" y="2084337"/>
            <a:ext cx="3642985" cy="461665"/>
          </a:xfrm>
          <a:prstGeom prst="rect">
            <a:avLst/>
          </a:prstGeom>
        </p:spPr>
        <p:txBody>
          <a:bodyPr wrap="none">
            <a:spAutoFit/>
          </a:bodyPr>
          <a:lstStyle/>
          <a:p>
            <a:r>
              <a:rPr lang="en-HK"/>
              <a:t>Bone on August 26, 1961</a:t>
            </a:r>
          </a:p>
        </p:txBody>
      </p:sp>
      <p:sp>
        <p:nvSpPr>
          <p:cNvPr id="3" name="Footer Placeholder 4">
            <a:extLst>
              <a:ext uri="{FF2B5EF4-FFF2-40B4-BE49-F238E27FC236}">
                <a16:creationId xmlns:a16="http://schemas.microsoft.com/office/drawing/2014/main" id="{0025EC09-D3E5-B32C-60D2-203A8E5F664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1486778267"/>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6F424-0482-45E1-AD75-57DE3B23CD63}"/>
              </a:ext>
            </a:extLst>
          </p:cNvPr>
          <p:cNvSpPr>
            <a:spLocks noGrp="1"/>
          </p:cNvSpPr>
          <p:nvPr>
            <p:ph type="title"/>
          </p:nvPr>
        </p:nvSpPr>
        <p:spPr/>
        <p:txBody>
          <a:bodyPr/>
          <a:lstStyle/>
          <a:p>
            <a:pPr algn="ctr"/>
            <a:r>
              <a:rPr lang="en-US"/>
              <a:t>ACO Motivation</a:t>
            </a:r>
            <a:endParaRPr lang="en-HK"/>
          </a:p>
        </p:txBody>
      </p:sp>
      <p:pic>
        <p:nvPicPr>
          <p:cNvPr id="6" name="Content Placeholder 5">
            <a:extLst>
              <a:ext uri="{FF2B5EF4-FFF2-40B4-BE49-F238E27FC236}">
                <a16:creationId xmlns:a16="http://schemas.microsoft.com/office/drawing/2014/main" id="{ADCF198B-906D-48BB-83E9-EB9E4A46DD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1790700"/>
            <a:ext cx="3086100" cy="4114800"/>
          </a:xfrm>
        </p:spPr>
      </p:pic>
      <p:sp>
        <p:nvSpPr>
          <p:cNvPr id="4" name="Slide Number Placeholder 3">
            <a:extLst>
              <a:ext uri="{FF2B5EF4-FFF2-40B4-BE49-F238E27FC236}">
                <a16:creationId xmlns:a16="http://schemas.microsoft.com/office/drawing/2014/main" id="{70CED54C-4DA0-43D6-85A2-727B510CC8A0}"/>
              </a:ext>
            </a:extLst>
          </p:cNvPr>
          <p:cNvSpPr>
            <a:spLocks noGrp="1"/>
          </p:cNvSpPr>
          <p:nvPr>
            <p:ph type="sldNum" sz="quarter" idx="11"/>
          </p:nvPr>
        </p:nvSpPr>
        <p:spPr/>
        <p:txBody>
          <a:bodyPr/>
          <a:lstStyle/>
          <a:p>
            <a:pPr>
              <a:defRPr/>
            </a:pPr>
            <a:fld id="{D5EE1E99-A213-44F4-BB38-2AE742957139}" type="slidenum">
              <a:rPr lang="zh-CN" altLang="en-US" smtClean="0"/>
              <a:pPr>
                <a:defRPr/>
              </a:pPr>
              <a:t>335</a:t>
            </a:fld>
            <a:endParaRPr lang="en-US" altLang="zh-CN"/>
          </a:p>
        </p:txBody>
      </p:sp>
      <p:sp>
        <p:nvSpPr>
          <p:cNvPr id="7" name="Rectangle 6">
            <a:extLst>
              <a:ext uri="{FF2B5EF4-FFF2-40B4-BE49-F238E27FC236}">
                <a16:creationId xmlns:a16="http://schemas.microsoft.com/office/drawing/2014/main" id="{08F983D8-251F-42B0-BFA2-7DE32E77B1D8}"/>
              </a:ext>
            </a:extLst>
          </p:cNvPr>
          <p:cNvSpPr/>
          <p:nvPr/>
        </p:nvSpPr>
        <p:spPr>
          <a:xfrm>
            <a:off x="4343400" y="1790700"/>
            <a:ext cx="4572000" cy="4154984"/>
          </a:xfrm>
          <a:prstGeom prst="rect">
            <a:avLst/>
          </a:prstGeom>
        </p:spPr>
        <p:txBody>
          <a:bodyPr>
            <a:spAutoFit/>
          </a:bodyPr>
          <a:lstStyle/>
          <a:p>
            <a:r>
              <a:rPr lang="en-US"/>
              <a:t>“When a colony of ants is confronted with the choice of reaching their food via two different routes, one of which is much shorter than the other, their choice is entirely random. However, those who use the shorter route reach the food faster and therefore go back and forth more often between the anthill and the food.”</a:t>
            </a:r>
            <a:endParaRPr lang="en-HK"/>
          </a:p>
        </p:txBody>
      </p:sp>
      <p:sp>
        <p:nvSpPr>
          <p:cNvPr id="3" name="Footer Placeholder 4">
            <a:extLst>
              <a:ext uri="{FF2B5EF4-FFF2-40B4-BE49-F238E27FC236}">
                <a16:creationId xmlns:a16="http://schemas.microsoft.com/office/drawing/2014/main" id="{77259FFD-92DA-049E-F430-B742EADED9F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2248260511"/>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7F230-2ACD-43F2-A7E9-882A1DEF19CF}"/>
              </a:ext>
            </a:extLst>
          </p:cNvPr>
          <p:cNvSpPr>
            <a:spLocks noGrp="1"/>
          </p:cNvSpPr>
          <p:nvPr>
            <p:ph type="title"/>
          </p:nvPr>
        </p:nvSpPr>
        <p:spPr/>
        <p:txBody>
          <a:bodyPr/>
          <a:lstStyle/>
          <a:p>
            <a:pPr algn="ctr"/>
            <a:r>
              <a:rPr lang="en-US"/>
              <a:t>ACO Process</a:t>
            </a:r>
            <a:endParaRPr lang="en-HK"/>
          </a:p>
        </p:txBody>
      </p:sp>
      <p:pic>
        <p:nvPicPr>
          <p:cNvPr id="6" name="Content Placeholder 5">
            <a:extLst>
              <a:ext uri="{FF2B5EF4-FFF2-40B4-BE49-F238E27FC236}">
                <a16:creationId xmlns:a16="http://schemas.microsoft.com/office/drawing/2014/main" id="{02E6055E-37D9-4A7D-8F83-5D93A49F50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1800285"/>
            <a:ext cx="5689600" cy="4267200"/>
          </a:xfrm>
        </p:spPr>
      </p:pic>
      <p:sp>
        <p:nvSpPr>
          <p:cNvPr id="4" name="Slide Number Placeholder 3">
            <a:extLst>
              <a:ext uri="{FF2B5EF4-FFF2-40B4-BE49-F238E27FC236}">
                <a16:creationId xmlns:a16="http://schemas.microsoft.com/office/drawing/2014/main" id="{3D57C4EC-1CAA-4064-8D50-58A2FA4855E2}"/>
              </a:ext>
            </a:extLst>
          </p:cNvPr>
          <p:cNvSpPr>
            <a:spLocks noGrp="1"/>
          </p:cNvSpPr>
          <p:nvPr>
            <p:ph type="sldNum" sz="quarter" idx="11"/>
          </p:nvPr>
        </p:nvSpPr>
        <p:spPr/>
        <p:txBody>
          <a:bodyPr/>
          <a:lstStyle/>
          <a:p>
            <a:pPr>
              <a:defRPr/>
            </a:pPr>
            <a:fld id="{D5EE1E99-A213-44F4-BB38-2AE742957139}" type="slidenum">
              <a:rPr lang="zh-CN" altLang="en-US" smtClean="0"/>
              <a:pPr>
                <a:defRPr/>
              </a:pPr>
              <a:t>336</a:t>
            </a:fld>
            <a:endParaRPr lang="en-US" altLang="zh-CN"/>
          </a:p>
        </p:txBody>
      </p:sp>
      <p:sp>
        <p:nvSpPr>
          <p:cNvPr id="7" name="Rectangle 6">
            <a:extLst>
              <a:ext uri="{FF2B5EF4-FFF2-40B4-BE49-F238E27FC236}">
                <a16:creationId xmlns:a16="http://schemas.microsoft.com/office/drawing/2014/main" id="{52EB966E-FD05-42DC-A300-A8867B311F66}"/>
              </a:ext>
            </a:extLst>
          </p:cNvPr>
          <p:cNvSpPr/>
          <p:nvPr/>
        </p:nvSpPr>
        <p:spPr>
          <a:xfrm>
            <a:off x="6248400" y="1800285"/>
            <a:ext cx="2667000" cy="4524315"/>
          </a:xfrm>
          <a:prstGeom prst="rect">
            <a:avLst/>
          </a:prstGeom>
        </p:spPr>
        <p:txBody>
          <a:bodyPr wrap="square">
            <a:spAutoFit/>
          </a:bodyPr>
          <a:lstStyle/>
          <a:p>
            <a:r>
              <a:rPr lang="en-US"/>
              <a:t>The green lines are the paths chosen by each ant. The blue lines are the paths it may take at each point. When the ant finishes, the pheromone levels are represented in red.</a:t>
            </a:r>
            <a:endParaRPr lang="en-HK"/>
          </a:p>
        </p:txBody>
      </p:sp>
      <p:sp>
        <p:nvSpPr>
          <p:cNvPr id="3" name="Footer Placeholder 4">
            <a:extLst>
              <a:ext uri="{FF2B5EF4-FFF2-40B4-BE49-F238E27FC236}">
                <a16:creationId xmlns:a16="http://schemas.microsoft.com/office/drawing/2014/main" id="{2FAE688A-1346-1018-CD15-888ACE3F739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1311523486"/>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F534-AC1A-4A9A-B4D3-B8CC3E9DC658}"/>
              </a:ext>
            </a:extLst>
          </p:cNvPr>
          <p:cNvSpPr>
            <a:spLocks noGrp="1"/>
          </p:cNvSpPr>
          <p:nvPr>
            <p:ph type="title"/>
          </p:nvPr>
        </p:nvSpPr>
        <p:spPr/>
        <p:txBody>
          <a:bodyPr/>
          <a:lstStyle/>
          <a:p>
            <a:pPr algn="ctr"/>
            <a:r>
              <a:rPr lang="en-US"/>
              <a:t>ACO for TSP</a:t>
            </a:r>
            <a:endParaRPr lang="en-HK"/>
          </a:p>
        </p:txBody>
      </p:sp>
      <p:pic>
        <p:nvPicPr>
          <p:cNvPr id="6" name="Content Placeholder 5">
            <a:extLst>
              <a:ext uri="{FF2B5EF4-FFF2-40B4-BE49-F238E27FC236}">
                <a16:creationId xmlns:a16="http://schemas.microsoft.com/office/drawing/2014/main" id="{A8E2C5D1-33E1-4934-9770-C849A3E468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819400"/>
            <a:ext cx="7924800" cy="2914650"/>
          </a:xfrm>
        </p:spPr>
      </p:pic>
      <p:sp>
        <p:nvSpPr>
          <p:cNvPr id="4" name="Slide Number Placeholder 3">
            <a:extLst>
              <a:ext uri="{FF2B5EF4-FFF2-40B4-BE49-F238E27FC236}">
                <a16:creationId xmlns:a16="http://schemas.microsoft.com/office/drawing/2014/main" id="{F122FBC3-824A-4B5F-A7BE-E2D9EEE8918F}"/>
              </a:ext>
            </a:extLst>
          </p:cNvPr>
          <p:cNvSpPr>
            <a:spLocks noGrp="1"/>
          </p:cNvSpPr>
          <p:nvPr>
            <p:ph type="sldNum" sz="quarter" idx="11"/>
          </p:nvPr>
        </p:nvSpPr>
        <p:spPr/>
        <p:txBody>
          <a:bodyPr/>
          <a:lstStyle/>
          <a:p>
            <a:pPr>
              <a:defRPr/>
            </a:pPr>
            <a:fld id="{D5EE1E99-A213-44F4-BB38-2AE742957139}" type="slidenum">
              <a:rPr lang="zh-CN" altLang="en-US" smtClean="0"/>
              <a:pPr>
                <a:defRPr/>
              </a:pPr>
              <a:t>337</a:t>
            </a:fld>
            <a:endParaRPr lang="en-US" altLang="zh-CN"/>
          </a:p>
        </p:txBody>
      </p:sp>
      <p:sp>
        <p:nvSpPr>
          <p:cNvPr id="3" name="Footer Placeholder 4">
            <a:extLst>
              <a:ext uri="{FF2B5EF4-FFF2-40B4-BE49-F238E27FC236}">
                <a16:creationId xmlns:a16="http://schemas.microsoft.com/office/drawing/2014/main" id="{8E92FD73-7CBC-396B-658B-B074327E8101}"/>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extLst>
      <p:ext uri="{BB962C8B-B14F-4D97-AF65-F5344CB8AC3E}">
        <p14:creationId xmlns:p14="http://schemas.microsoft.com/office/powerpoint/2010/main" val="1604411107"/>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标题 1"/>
          <p:cNvSpPr>
            <a:spLocks noGrp="1"/>
          </p:cNvSpPr>
          <p:nvPr>
            <p:ph type="title"/>
          </p:nvPr>
        </p:nvSpPr>
        <p:spPr/>
        <p:txBody>
          <a:bodyPr/>
          <a:lstStyle/>
          <a:p>
            <a:pPr algn="ctr"/>
            <a:r>
              <a:rPr lang="en-US" altLang="en-US"/>
              <a:t>Particle Swarm Optimization</a:t>
            </a:r>
          </a:p>
        </p:txBody>
      </p:sp>
      <p:sp>
        <p:nvSpPr>
          <p:cNvPr id="475139" name="内容占位符 2"/>
          <p:cNvSpPr>
            <a:spLocks noGrp="1"/>
          </p:cNvSpPr>
          <p:nvPr>
            <p:ph idx="1"/>
          </p:nvPr>
        </p:nvSpPr>
        <p:spPr>
          <a:xfrm>
            <a:off x="990600" y="1524000"/>
            <a:ext cx="7696200" cy="4419600"/>
          </a:xfrm>
        </p:spPr>
        <p:txBody>
          <a:bodyPr/>
          <a:lstStyle/>
          <a:p>
            <a:pPr algn="just">
              <a:spcBef>
                <a:spcPct val="50000"/>
              </a:spcBef>
              <a:buFont typeface="Wingdings" panose="05000000000000000000" pitchFamily="2" charset="2"/>
              <a:buChar char="Ø"/>
            </a:pPr>
            <a:r>
              <a:rPr lang="en-US" altLang="en-US" dirty="0"/>
              <a:t>A robust stochastic optimization technique based on the movement and intelligence of swarms</a:t>
            </a:r>
          </a:p>
          <a:p>
            <a:pPr algn="just">
              <a:spcBef>
                <a:spcPct val="50000"/>
              </a:spcBef>
              <a:buFont typeface="Wingdings" panose="05000000000000000000" pitchFamily="2" charset="2"/>
              <a:buChar char="Ø"/>
            </a:pPr>
            <a:r>
              <a:rPr lang="en-US" altLang="en-US" dirty="0"/>
              <a:t>Applies the concept of social interaction to problem solving</a:t>
            </a:r>
          </a:p>
          <a:p>
            <a:pPr>
              <a:buFont typeface="Wingdings" panose="05000000000000000000" pitchFamily="2" charset="2"/>
              <a:buChar char="Ø"/>
            </a:pPr>
            <a:r>
              <a:rPr lang="en-US" altLang="en-US" dirty="0"/>
              <a:t>It uses a number of agents (particles) that constitute a swarm moving around in the search space looking for the best solution</a:t>
            </a:r>
          </a:p>
          <a:p>
            <a:pPr>
              <a:buFont typeface="Wingdings" panose="05000000000000000000" pitchFamily="2" charset="2"/>
              <a:buChar char="Ø"/>
            </a:pPr>
            <a:endParaRPr lang="en-US" altLang="en-US" dirty="0"/>
          </a:p>
          <a:p>
            <a:endParaRPr lang="en-US" altLang="en-US" dirty="0"/>
          </a:p>
        </p:txBody>
      </p:sp>
      <p:sp>
        <p:nvSpPr>
          <p:cNvPr id="47514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46AC2EB-5F32-40D7-9F77-2E99C8414315}" type="slidenum">
              <a:rPr lang="zh-CN" altLang="en-US" sz="1400" smtClean="0">
                <a:solidFill>
                  <a:schemeClr val="bg2"/>
                </a:solidFill>
                <a:latin typeface="Arial" panose="020B0604020202020204" pitchFamily="34" charset="0"/>
              </a:rPr>
              <a:pPr>
                <a:spcBef>
                  <a:spcPct val="50000"/>
                </a:spcBef>
                <a:buClrTx/>
                <a:buSzTx/>
                <a:buFontTx/>
                <a:buNone/>
              </a:pPr>
              <a:t>338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96BEDB2B-B0B8-3922-C813-1BB77929F31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标题 1"/>
          <p:cNvSpPr>
            <a:spLocks noGrp="1"/>
          </p:cNvSpPr>
          <p:nvPr>
            <p:ph type="title"/>
          </p:nvPr>
        </p:nvSpPr>
        <p:spPr/>
        <p:txBody>
          <a:bodyPr/>
          <a:lstStyle/>
          <a:p>
            <a:pPr algn="ctr"/>
            <a:r>
              <a:rPr lang="en-US" altLang="en-US"/>
              <a:t>Particle Swarm Optimization</a:t>
            </a:r>
          </a:p>
        </p:txBody>
      </p:sp>
      <p:sp>
        <p:nvSpPr>
          <p:cNvPr id="476163" name="内容占位符 2"/>
          <p:cNvSpPr>
            <a:spLocks noGrp="1"/>
          </p:cNvSpPr>
          <p:nvPr>
            <p:ph idx="1"/>
          </p:nvPr>
        </p:nvSpPr>
        <p:spPr>
          <a:xfrm>
            <a:off x="990600" y="1524000"/>
            <a:ext cx="7696200" cy="4419600"/>
          </a:xfrm>
        </p:spPr>
        <p:txBody>
          <a:bodyPr/>
          <a:lstStyle/>
          <a:p>
            <a:pPr algn="just">
              <a:spcBef>
                <a:spcPct val="50000"/>
              </a:spcBef>
              <a:buFont typeface="Wingdings" panose="05000000000000000000" pitchFamily="2" charset="2"/>
              <a:buChar char="Ø"/>
            </a:pPr>
            <a:r>
              <a:rPr lang="en-US" altLang="en-US"/>
              <a:t>Each particle is treated as a point in a multi-dimensional space which adjusts its “flying” according to its own flying experience as well as the flying experience of other particles</a:t>
            </a:r>
          </a:p>
          <a:p>
            <a:pPr algn="just">
              <a:spcBef>
                <a:spcPct val="50000"/>
              </a:spcBef>
              <a:buFontTx/>
              <a:buChar char="•"/>
            </a:pPr>
            <a:r>
              <a:rPr lang="en-US" altLang="en-US"/>
              <a:t>Developed in 1995 by James Kennedy (social-psychologist) and Russell Eberhart (electrical engineering professor). </a:t>
            </a:r>
          </a:p>
          <a:p>
            <a:pPr algn="just">
              <a:spcBef>
                <a:spcPct val="50000"/>
              </a:spcBef>
              <a:buFontTx/>
              <a:buChar char="•"/>
            </a:pPr>
            <a:endParaRPr lang="en-US" altLang="en-US"/>
          </a:p>
          <a:p>
            <a:pPr>
              <a:buFont typeface="Wingdings" panose="05000000000000000000" pitchFamily="2" charset="2"/>
              <a:buChar char="Ø"/>
            </a:pPr>
            <a:endParaRPr lang="en-US" altLang="en-US"/>
          </a:p>
          <a:p>
            <a:endParaRPr lang="en-US" altLang="en-US"/>
          </a:p>
        </p:txBody>
      </p:sp>
      <p:sp>
        <p:nvSpPr>
          <p:cNvPr id="476165"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9C7BF56-6745-4B2B-8C3A-831C96AC97F5}" type="slidenum">
              <a:rPr lang="zh-CN" altLang="en-US" sz="1400" smtClean="0">
                <a:solidFill>
                  <a:schemeClr val="bg2"/>
                </a:solidFill>
                <a:latin typeface="Arial" panose="020B0604020202020204" pitchFamily="34" charset="0"/>
              </a:rPr>
              <a:pPr>
                <a:spcBef>
                  <a:spcPct val="50000"/>
                </a:spcBef>
                <a:buClrTx/>
                <a:buSzTx/>
                <a:buFontTx/>
                <a:buNone/>
              </a:pPr>
              <a:t>339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83521802-3E85-F34B-7B57-4FD4BD6230A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Fathers of PSO</a:t>
            </a:r>
          </a:p>
        </p:txBody>
      </p:sp>
      <p:pic>
        <p:nvPicPr>
          <p:cNvPr id="477187" name="Picture 6" descr="Russ Eber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313" y="2068513"/>
            <a:ext cx="21717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p:cNvSpPr>
            <a:spLocks noChangeArrowheads="1"/>
          </p:cNvSpPr>
          <p:nvPr/>
        </p:nvSpPr>
        <p:spPr bwMode="auto">
          <a:xfrm>
            <a:off x="1676400" y="4953000"/>
            <a:ext cx="2590800" cy="523875"/>
          </a:xfrm>
          <a:prstGeom prst="rect">
            <a:avLst/>
          </a:prstGeom>
          <a:noFill/>
          <a:ln>
            <a:noFill/>
          </a:ln>
          <a:effectLst/>
          <a:extLst>
            <a:ext uri="{909E8E84-426E-40DD-AFC4-6F175D3DCCD1}">
              <a14:hiddenFill xmlns:a14="http://schemas.microsoft.com/office/drawing/2010/main">
                <a:gradFill rotWithShape="1">
                  <a:gsLst>
                    <a:gs pos="0">
                      <a:srgbClr val="336699"/>
                    </a:gs>
                    <a:gs pos="100000">
                      <a:srgbClr val="336699">
                        <a:gamma/>
                        <a:tint val="0"/>
                        <a:invGamma/>
                      </a:srgbClr>
                    </a:gs>
                  </a:gsLst>
                  <a:lin ang="5400000" scaled="1"/>
                </a:gra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TW" sz="2800">
                <a:effectLst>
                  <a:outerShdw blurRad="38100" dist="38100" dir="2700000" algn="tl">
                    <a:srgbClr val="C0C0C0"/>
                  </a:outerShdw>
                </a:effectLst>
                <a:latin typeface="Arial" charset="0"/>
                <a:ea typeface="新細明體" pitchFamily="18" charset="-120"/>
              </a:rPr>
              <a:t>Russ </a:t>
            </a:r>
            <a:r>
              <a:rPr lang="en-US" altLang="zh-TW" sz="2800" err="1">
                <a:effectLst>
                  <a:outerShdw blurRad="38100" dist="38100" dir="2700000" algn="tl">
                    <a:srgbClr val="C0C0C0"/>
                  </a:outerShdw>
                </a:effectLst>
                <a:latin typeface="Arial" charset="0"/>
                <a:ea typeface="新細明體" pitchFamily="18" charset="-120"/>
              </a:rPr>
              <a:t>Eberhart</a:t>
            </a:r>
            <a:endParaRPr lang="en-US" altLang="zh-TW" sz="2800">
              <a:effectLst>
                <a:outerShdw blurRad="38100" dist="38100" dir="2700000" algn="tl">
                  <a:srgbClr val="C0C0C0"/>
                </a:outerShdw>
              </a:effectLst>
              <a:latin typeface="Arial" charset="0"/>
              <a:ea typeface="新細明體" pitchFamily="18" charset="-120"/>
            </a:endParaRPr>
          </a:p>
        </p:txBody>
      </p:sp>
      <p:pic>
        <p:nvPicPr>
          <p:cNvPr id="477189" name="Picture 10" descr="jimk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5888" y="2055813"/>
            <a:ext cx="3887787"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1" name="Rectangle 11"/>
          <p:cNvSpPr>
            <a:spLocks noChangeArrowheads="1"/>
          </p:cNvSpPr>
          <p:nvPr/>
        </p:nvSpPr>
        <p:spPr bwMode="auto">
          <a:xfrm>
            <a:off x="4572000" y="4943475"/>
            <a:ext cx="2819400" cy="522288"/>
          </a:xfrm>
          <a:prstGeom prst="rect">
            <a:avLst/>
          </a:prstGeom>
          <a:noFill/>
          <a:ln>
            <a:noFill/>
          </a:ln>
          <a:effectLst/>
          <a:extLst>
            <a:ext uri="{909E8E84-426E-40DD-AFC4-6F175D3DCCD1}">
              <a14:hiddenFill xmlns:a14="http://schemas.microsoft.com/office/drawing/2010/main">
                <a:gradFill rotWithShape="1">
                  <a:gsLst>
                    <a:gs pos="0">
                      <a:srgbClr val="336699"/>
                    </a:gs>
                    <a:gs pos="100000">
                      <a:srgbClr val="336699">
                        <a:gamma/>
                        <a:tint val="0"/>
                        <a:invGamma/>
                      </a:srgbClr>
                    </a:gs>
                  </a:gsLst>
                  <a:lin ang="5400000" scaled="1"/>
                </a:gra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TW" sz="2800">
                <a:effectLst>
                  <a:outerShdw blurRad="38100" dist="38100" dir="2700000" algn="tl">
                    <a:srgbClr val="C0C0C0"/>
                  </a:outerShdw>
                </a:effectLst>
                <a:latin typeface="Arial" charset="0"/>
                <a:ea typeface="新細明體" pitchFamily="18" charset="-120"/>
              </a:rPr>
              <a:t>James Kennedy</a:t>
            </a:r>
          </a:p>
        </p:txBody>
      </p:sp>
      <p:sp>
        <p:nvSpPr>
          <p:cNvPr id="477191"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2002EDE-D435-47B4-8557-55B73DFB78C7}" type="slidenum">
              <a:rPr lang="zh-CN" altLang="en-US" sz="1400" smtClean="0">
                <a:solidFill>
                  <a:schemeClr val="bg2"/>
                </a:solidFill>
                <a:latin typeface="Arial" panose="020B0604020202020204" pitchFamily="34" charset="0"/>
              </a:rPr>
              <a:pPr>
                <a:spcBef>
                  <a:spcPct val="50000"/>
                </a:spcBef>
                <a:buClrTx/>
                <a:buSzTx/>
                <a:buFontTx/>
                <a:buNone/>
              </a:pPr>
              <a:t>340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061303B-BD4C-6DFD-B79F-D9AFE0EA055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2"/>
          <p:cNvSpPr>
            <a:spLocks noGrp="1" noChangeArrowheads="1"/>
          </p:cNvSpPr>
          <p:nvPr>
            <p:ph type="title"/>
          </p:nvPr>
        </p:nvSpPr>
        <p:spPr/>
        <p:txBody>
          <a:bodyPr/>
          <a:lstStyle/>
          <a:p>
            <a:pPr algn="ctr"/>
            <a:r>
              <a:rPr lang="en-GB" altLang="en-US"/>
              <a:t>Psychosocial Compromise</a:t>
            </a:r>
          </a:p>
        </p:txBody>
      </p:sp>
      <p:sp>
        <p:nvSpPr>
          <p:cNvPr id="115717" name="Oval 5"/>
          <p:cNvSpPr>
            <a:spLocks noChangeArrowheads="1"/>
          </p:cNvSpPr>
          <p:nvPr/>
        </p:nvSpPr>
        <p:spPr bwMode="auto">
          <a:xfrm>
            <a:off x="4767263" y="3124200"/>
            <a:ext cx="2362200" cy="1981200"/>
          </a:xfrm>
          <a:prstGeom prst="ellipse">
            <a:avLst/>
          </a:prstGeom>
          <a:noFill/>
          <a:ln w="25400" cap="rnd">
            <a:solidFill>
              <a:srgbClr val="0BF53D"/>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115718" name="Oval 6"/>
          <p:cNvSpPr>
            <a:spLocks noChangeArrowheads="1"/>
          </p:cNvSpPr>
          <p:nvPr/>
        </p:nvSpPr>
        <p:spPr bwMode="auto">
          <a:xfrm>
            <a:off x="3429000" y="2301875"/>
            <a:ext cx="1676400" cy="1219200"/>
          </a:xfrm>
          <a:prstGeom prst="ellipse">
            <a:avLst/>
          </a:prstGeom>
          <a:noFill/>
          <a:ln w="25400" cap="rnd">
            <a:solidFill>
              <a:srgbClr val="0BF53D"/>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78214" name="Text Box 7"/>
          <p:cNvSpPr txBox="1">
            <a:spLocks noChangeArrowheads="1"/>
          </p:cNvSpPr>
          <p:nvPr/>
        </p:nvSpPr>
        <p:spPr bwMode="auto">
          <a:xfrm>
            <a:off x="1219200" y="3090863"/>
            <a:ext cx="1524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a:latin typeface="KARINE"/>
              </a:rPr>
              <a:t>Here I am!</a:t>
            </a:r>
          </a:p>
        </p:txBody>
      </p:sp>
      <p:sp>
        <p:nvSpPr>
          <p:cNvPr id="478215" name="Text Box 8"/>
          <p:cNvSpPr txBox="1">
            <a:spLocks noChangeArrowheads="1"/>
          </p:cNvSpPr>
          <p:nvPr/>
        </p:nvSpPr>
        <p:spPr bwMode="auto">
          <a:xfrm>
            <a:off x="6096000" y="3048000"/>
            <a:ext cx="2133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a:latin typeface="KARINE"/>
              </a:rPr>
              <a:t>The best perf. of my neighbours</a:t>
            </a:r>
          </a:p>
        </p:txBody>
      </p:sp>
      <p:sp>
        <p:nvSpPr>
          <p:cNvPr id="478216" name="Text Box 9"/>
          <p:cNvSpPr txBox="1">
            <a:spLocks noChangeArrowheads="1"/>
          </p:cNvSpPr>
          <p:nvPr/>
        </p:nvSpPr>
        <p:spPr bwMode="auto">
          <a:xfrm>
            <a:off x="4572000" y="1905000"/>
            <a:ext cx="1524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a:latin typeface="KARINE"/>
              </a:rPr>
              <a:t>My best perf.</a:t>
            </a:r>
          </a:p>
        </p:txBody>
      </p:sp>
      <p:sp>
        <p:nvSpPr>
          <p:cNvPr id="478217" name="Line 10"/>
          <p:cNvSpPr>
            <a:spLocks noChangeShapeType="1"/>
          </p:cNvSpPr>
          <p:nvPr/>
        </p:nvSpPr>
        <p:spPr bwMode="auto">
          <a:xfrm>
            <a:off x="2971800" y="3657600"/>
            <a:ext cx="1600200" cy="1524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18" name="Line 11"/>
          <p:cNvSpPr>
            <a:spLocks noChangeShapeType="1"/>
          </p:cNvSpPr>
          <p:nvPr/>
        </p:nvSpPr>
        <p:spPr bwMode="auto">
          <a:xfrm flipV="1">
            <a:off x="3048000" y="2895600"/>
            <a:ext cx="914400" cy="685800"/>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19" name="Line 12"/>
          <p:cNvSpPr>
            <a:spLocks noChangeShapeType="1"/>
          </p:cNvSpPr>
          <p:nvPr/>
        </p:nvSpPr>
        <p:spPr bwMode="auto">
          <a:xfrm>
            <a:off x="3048000" y="3657600"/>
            <a:ext cx="2819400" cy="685800"/>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5725" name="Line 13"/>
          <p:cNvSpPr>
            <a:spLocks noChangeShapeType="1"/>
          </p:cNvSpPr>
          <p:nvPr/>
        </p:nvSpPr>
        <p:spPr bwMode="auto">
          <a:xfrm>
            <a:off x="2971800" y="3733800"/>
            <a:ext cx="609600" cy="609600"/>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5726" name="Line 14"/>
          <p:cNvSpPr>
            <a:spLocks noChangeShapeType="1"/>
          </p:cNvSpPr>
          <p:nvPr/>
        </p:nvSpPr>
        <p:spPr bwMode="auto">
          <a:xfrm flipV="1">
            <a:off x="3505200" y="3962400"/>
            <a:ext cx="533400" cy="381000"/>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5727" name="Line 15"/>
          <p:cNvSpPr>
            <a:spLocks noChangeShapeType="1"/>
          </p:cNvSpPr>
          <p:nvPr/>
        </p:nvSpPr>
        <p:spPr bwMode="auto">
          <a:xfrm>
            <a:off x="3962400" y="4038600"/>
            <a:ext cx="1295400" cy="304800"/>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8223" name="Text Box 16"/>
          <p:cNvSpPr txBox="1">
            <a:spLocks noChangeArrowheads="1"/>
          </p:cNvSpPr>
          <p:nvPr/>
        </p:nvSpPr>
        <p:spPr bwMode="auto">
          <a:xfrm>
            <a:off x="2343150" y="3349625"/>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i="1">
                <a:latin typeface="Times" panose="02020603050405020304" pitchFamily="18" charset="0"/>
              </a:rPr>
              <a:t>x</a:t>
            </a:r>
          </a:p>
        </p:txBody>
      </p:sp>
      <p:sp>
        <p:nvSpPr>
          <p:cNvPr id="478224" name="Text Box 17"/>
          <p:cNvSpPr txBox="1">
            <a:spLocks noChangeArrowheads="1"/>
          </p:cNvSpPr>
          <p:nvPr/>
        </p:nvSpPr>
        <p:spPr bwMode="auto">
          <a:xfrm>
            <a:off x="5473700" y="3517900"/>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i="1">
                <a:latin typeface="Times" panose="02020603050405020304" pitchFamily="18" charset="0"/>
              </a:rPr>
              <a:t>p</a:t>
            </a:r>
            <a:r>
              <a:rPr lang="fr-FR" altLang="fr-FR" sz="2800" i="1" baseline="-25000">
                <a:latin typeface="Times" panose="02020603050405020304" pitchFamily="18" charset="0"/>
              </a:rPr>
              <a:t>g</a:t>
            </a:r>
            <a:endParaRPr lang="fr-FR" altLang="fr-FR" sz="2800" i="1">
              <a:latin typeface="Times" panose="02020603050405020304" pitchFamily="18" charset="0"/>
            </a:endParaRPr>
          </a:p>
        </p:txBody>
      </p:sp>
      <p:sp>
        <p:nvSpPr>
          <p:cNvPr id="478225" name="Text Box 18"/>
          <p:cNvSpPr txBox="1">
            <a:spLocks noChangeArrowheads="1"/>
          </p:cNvSpPr>
          <p:nvPr/>
        </p:nvSpPr>
        <p:spPr bwMode="auto">
          <a:xfrm>
            <a:off x="3924300" y="2755900"/>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i="1">
                <a:latin typeface="Times" panose="02020603050405020304" pitchFamily="18" charset="0"/>
              </a:rPr>
              <a:t>p</a:t>
            </a:r>
            <a:r>
              <a:rPr lang="fr-FR" altLang="fr-FR" sz="2800" i="1" baseline="-25000">
                <a:latin typeface="Times" panose="02020603050405020304" pitchFamily="18" charset="0"/>
              </a:rPr>
              <a:t>i</a:t>
            </a:r>
            <a:endParaRPr lang="fr-FR" altLang="fr-FR" sz="2800" i="1">
              <a:latin typeface="Times" panose="02020603050405020304" pitchFamily="18" charset="0"/>
            </a:endParaRPr>
          </a:p>
        </p:txBody>
      </p:sp>
      <p:sp>
        <p:nvSpPr>
          <p:cNvPr id="478226" name="Text Box 19"/>
          <p:cNvSpPr txBox="1">
            <a:spLocks noChangeArrowheads="1"/>
          </p:cNvSpPr>
          <p:nvPr/>
        </p:nvSpPr>
        <p:spPr bwMode="auto">
          <a:xfrm>
            <a:off x="3848100" y="4919663"/>
            <a:ext cx="419100" cy="523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i="1"/>
              <a:t>v</a:t>
            </a:r>
          </a:p>
        </p:txBody>
      </p:sp>
      <p:sp>
        <p:nvSpPr>
          <p:cNvPr id="478227" name="Oval 21"/>
          <p:cNvSpPr>
            <a:spLocks noChangeArrowheads="1"/>
          </p:cNvSpPr>
          <p:nvPr/>
        </p:nvSpPr>
        <p:spPr bwMode="auto">
          <a:xfrm>
            <a:off x="2705100" y="3492500"/>
            <a:ext cx="304800" cy="304800"/>
          </a:xfrm>
          <a:prstGeom prst="ellipse">
            <a:avLst/>
          </a:prstGeom>
          <a:solidFill>
            <a:schemeClr val="tx1"/>
          </a:solidFill>
          <a:ln>
            <a:noFill/>
          </a:ln>
          <a:effectLst/>
          <a:extLst>
            <a:ext uri="{91240B29-F687-4F45-9708-019B960494DF}">
              <a14:hiddenLine xmlns:a14="http://schemas.microsoft.com/office/drawing/2010/main" w="9525">
                <a:solidFill>
                  <a:srgbClr val="4E43DB"/>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78228" name="Oval 24"/>
          <p:cNvSpPr>
            <a:spLocks noChangeArrowheads="1"/>
          </p:cNvSpPr>
          <p:nvPr/>
        </p:nvSpPr>
        <p:spPr bwMode="auto">
          <a:xfrm>
            <a:off x="5892800" y="3965575"/>
            <a:ext cx="304800" cy="304800"/>
          </a:xfrm>
          <a:prstGeom prst="ellipse">
            <a:avLst/>
          </a:prstGeom>
          <a:solidFill>
            <a:schemeClr val="tx1"/>
          </a:solidFill>
          <a:ln>
            <a:noFill/>
          </a:ln>
          <a:effectLst/>
          <a:extLst>
            <a:ext uri="{91240B29-F687-4F45-9708-019B960494DF}">
              <a14:hiddenLine xmlns:a14="http://schemas.microsoft.com/office/drawing/2010/main" w="9525">
                <a:solidFill>
                  <a:srgbClr val="4E43DB"/>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78229" name="Oval 25"/>
          <p:cNvSpPr>
            <a:spLocks noChangeArrowheads="1"/>
          </p:cNvSpPr>
          <p:nvPr/>
        </p:nvSpPr>
        <p:spPr bwMode="auto">
          <a:xfrm>
            <a:off x="3962400" y="2698750"/>
            <a:ext cx="304800" cy="304800"/>
          </a:xfrm>
          <a:prstGeom prst="ellipse">
            <a:avLst/>
          </a:prstGeom>
          <a:solidFill>
            <a:schemeClr val="tx1"/>
          </a:solidFill>
          <a:ln>
            <a:noFill/>
          </a:ln>
          <a:effectLst/>
          <a:extLst>
            <a:ext uri="{91240B29-F687-4F45-9708-019B960494DF}">
              <a14:hiddenLine xmlns:a14="http://schemas.microsoft.com/office/drawing/2010/main" w="9525">
                <a:solidFill>
                  <a:srgbClr val="4E43DB"/>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115738" name="Text Box 26"/>
          <p:cNvSpPr txBox="1">
            <a:spLocks noChangeArrowheads="1"/>
          </p:cNvSpPr>
          <p:nvPr/>
        </p:nvSpPr>
        <p:spPr bwMode="auto">
          <a:xfrm rot="-576644">
            <a:off x="2514600" y="2190750"/>
            <a:ext cx="2090738"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3600">
                <a:solidFill>
                  <a:srgbClr val="0BF53D"/>
                </a:solidFill>
                <a:latin typeface="KARINE"/>
              </a:rPr>
              <a:t>i-proximity</a:t>
            </a:r>
          </a:p>
        </p:txBody>
      </p:sp>
      <p:sp>
        <p:nvSpPr>
          <p:cNvPr id="115739" name="Text Box 27"/>
          <p:cNvSpPr txBox="1">
            <a:spLocks noChangeArrowheads="1"/>
          </p:cNvSpPr>
          <p:nvPr/>
        </p:nvSpPr>
        <p:spPr bwMode="auto">
          <a:xfrm rot="-529017">
            <a:off x="5410200" y="4648200"/>
            <a:ext cx="2163763"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3600">
                <a:solidFill>
                  <a:srgbClr val="0BF53D"/>
                </a:solidFill>
                <a:latin typeface="KARINE"/>
              </a:rPr>
              <a:t>g-proximity</a:t>
            </a:r>
          </a:p>
        </p:txBody>
      </p:sp>
      <p:sp>
        <p:nvSpPr>
          <p:cNvPr id="115740" name="Oval 28"/>
          <p:cNvSpPr>
            <a:spLocks noChangeArrowheads="1"/>
          </p:cNvSpPr>
          <p:nvPr/>
        </p:nvSpPr>
        <p:spPr bwMode="auto">
          <a:xfrm>
            <a:off x="5168900" y="4229100"/>
            <a:ext cx="304800" cy="304800"/>
          </a:xfrm>
          <a:prstGeom prst="ellipse">
            <a:avLst/>
          </a:prstGeom>
          <a:solidFill>
            <a:srgbClr val="13D921"/>
          </a:solidFill>
          <a:ln>
            <a:noFill/>
          </a:ln>
          <a:effectLst/>
          <a:extLst>
            <a:ext uri="{91240B29-F687-4F45-9708-019B960494DF}">
              <a14:hiddenLine xmlns:a14="http://schemas.microsoft.com/office/drawing/2010/main" w="9525">
                <a:solidFill>
                  <a:srgbClr val="4E43DB"/>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78233"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F83A58A5-60A4-4552-AD92-C3F3C1F3143E}" type="slidenum">
              <a:rPr lang="zh-CN" altLang="en-US" sz="1400" smtClean="0">
                <a:solidFill>
                  <a:schemeClr val="bg2"/>
                </a:solidFill>
                <a:latin typeface="Arial" panose="020B0604020202020204" pitchFamily="34" charset="0"/>
              </a:rPr>
              <a:pPr>
                <a:spcBef>
                  <a:spcPct val="50000"/>
                </a:spcBef>
                <a:buClrTx/>
                <a:buSzTx/>
                <a:buFontTx/>
                <a:buNone/>
              </a:pPr>
              <a:t>341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8445505-F136-AFCC-3048-86E84D5EB43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grpId="0" nodeType="clickEffect">
                                  <p:stCondLst>
                                    <p:cond delay="0"/>
                                  </p:stCondLst>
                                  <p:childTnLst>
                                    <p:set>
                                      <p:cBhvr>
                                        <p:cTn id="10" dur="1" fill="hold">
                                          <p:stCondLst>
                                            <p:cond delay="0"/>
                                          </p:stCondLst>
                                        </p:cTn>
                                        <p:tgtEl>
                                          <p:spTgt spid="115718"/>
                                        </p:tgtEl>
                                        <p:attrNameLst>
                                          <p:attrName>style.visibility</p:attrName>
                                        </p:attrNameLst>
                                      </p:cBhvr>
                                      <p:to>
                                        <p:strVal val="visible"/>
                                      </p:to>
                                    </p:set>
                                    <p:anim calcmode="lin" valueType="num">
                                      <p:cBhvr>
                                        <p:cTn id="11" dur="500" fill="hold"/>
                                        <p:tgtEl>
                                          <p:spTgt spid="115718"/>
                                        </p:tgtEl>
                                        <p:attrNameLst>
                                          <p:attrName>ppt_w</p:attrName>
                                        </p:attrNameLst>
                                      </p:cBhvr>
                                      <p:tavLst>
                                        <p:tav tm="0">
                                          <p:val>
                                            <p:fltVal val="0"/>
                                          </p:val>
                                        </p:tav>
                                        <p:tav tm="100000">
                                          <p:val>
                                            <p:strVal val="#ppt_w"/>
                                          </p:val>
                                        </p:tav>
                                      </p:tavLst>
                                    </p:anim>
                                    <p:anim calcmode="lin" valueType="num">
                                      <p:cBhvr>
                                        <p:cTn id="12" dur="500" fill="hold"/>
                                        <p:tgtEl>
                                          <p:spTgt spid="115718"/>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38"/>
                                        </p:tgtEl>
                                        <p:attrNameLst>
                                          <p:attrName>style.visibility</p:attrName>
                                        </p:attrNameLst>
                                      </p:cBhvr>
                                      <p:to>
                                        <p:strVal val="visible"/>
                                      </p:to>
                                    </p:set>
                                    <p:animEffect transition="in" filter="wipe(left)">
                                      <p:cBhvr>
                                        <p:cTn id="17" dur="500"/>
                                        <p:tgtEl>
                                          <p:spTgt spid="1157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1572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115717"/>
                                        </p:tgtEl>
                                        <p:attrNameLst>
                                          <p:attrName>style.visibility</p:attrName>
                                        </p:attrNameLst>
                                      </p:cBhvr>
                                      <p:to>
                                        <p:strVal val="visible"/>
                                      </p:to>
                                    </p:set>
                                    <p:anim calcmode="lin" valueType="num">
                                      <p:cBhvr>
                                        <p:cTn id="26" dur="500" fill="hold"/>
                                        <p:tgtEl>
                                          <p:spTgt spid="115717"/>
                                        </p:tgtEl>
                                        <p:attrNameLst>
                                          <p:attrName>ppt_w</p:attrName>
                                        </p:attrNameLst>
                                      </p:cBhvr>
                                      <p:tavLst>
                                        <p:tav tm="0">
                                          <p:val>
                                            <p:fltVal val="0"/>
                                          </p:val>
                                        </p:tav>
                                        <p:tav tm="100000">
                                          <p:val>
                                            <p:strVal val="#ppt_w"/>
                                          </p:val>
                                        </p:tav>
                                      </p:tavLst>
                                    </p:anim>
                                    <p:anim calcmode="lin" valueType="num">
                                      <p:cBhvr>
                                        <p:cTn id="27" dur="500" fill="hold"/>
                                        <p:tgtEl>
                                          <p:spTgt spid="115717"/>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39"/>
                                        </p:tgtEl>
                                        <p:attrNameLst>
                                          <p:attrName>style.visibility</p:attrName>
                                        </p:attrNameLst>
                                      </p:cBhvr>
                                      <p:to>
                                        <p:strVal val="visible"/>
                                      </p:to>
                                    </p:set>
                                    <p:animEffect transition="in" filter="wipe(left)">
                                      <p:cBhvr>
                                        <p:cTn id="32" dur="500"/>
                                        <p:tgtEl>
                                          <p:spTgt spid="1157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15727"/>
                                        </p:tgtEl>
                                        <p:attrNameLst>
                                          <p:attrName>style.visibility</p:attrName>
                                        </p:attrNameLst>
                                      </p:cBhvr>
                                      <p:to>
                                        <p:strVal val="visible"/>
                                      </p:to>
                                    </p:set>
                                  </p:childTnLst>
                                </p:cTn>
                              </p:par>
                            </p:childTnLst>
                          </p:cTn>
                        </p:par>
                        <p:par>
                          <p:cTn id="37" fill="hold" nodeType="afterGroup">
                            <p:stCondLst>
                              <p:cond delay="500"/>
                            </p:stCondLst>
                            <p:childTnLst>
                              <p:par>
                                <p:cTn id="38" presetID="2" presetClass="entr" presetSubtype="1" fill="hold" grpId="0" nodeType="afterEffect">
                                  <p:stCondLst>
                                    <p:cond delay="1000"/>
                                  </p:stCondLst>
                                  <p:childTnLst>
                                    <p:set>
                                      <p:cBhvr>
                                        <p:cTn id="39" dur="1" fill="hold">
                                          <p:stCondLst>
                                            <p:cond delay="0"/>
                                          </p:stCondLst>
                                        </p:cTn>
                                        <p:tgtEl>
                                          <p:spTgt spid="115740"/>
                                        </p:tgtEl>
                                        <p:attrNameLst>
                                          <p:attrName>style.visibility</p:attrName>
                                        </p:attrNameLst>
                                      </p:cBhvr>
                                      <p:to>
                                        <p:strVal val="visible"/>
                                      </p:to>
                                    </p:set>
                                    <p:anim calcmode="lin" valueType="num">
                                      <p:cBhvr additive="base">
                                        <p:cTn id="40" dur="500" fill="hold"/>
                                        <p:tgtEl>
                                          <p:spTgt spid="115740"/>
                                        </p:tgtEl>
                                        <p:attrNameLst>
                                          <p:attrName>ppt_x</p:attrName>
                                        </p:attrNameLst>
                                      </p:cBhvr>
                                      <p:tavLst>
                                        <p:tav tm="0">
                                          <p:val>
                                            <p:strVal val="#ppt_x"/>
                                          </p:val>
                                        </p:tav>
                                        <p:tav tm="100000">
                                          <p:val>
                                            <p:strVal val="#ppt_x"/>
                                          </p:val>
                                        </p:tav>
                                      </p:tavLst>
                                    </p:anim>
                                    <p:anim calcmode="lin" valueType="num">
                                      <p:cBhvr additive="base">
                                        <p:cTn id="41" dur="500" fill="hold"/>
                                        <p:tgtEl>
                                          <p:spTgt spid="1157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7" grpId="0" animBg="1"/>
      <p:bldP spid="115718" grpId="0" animBg="1"/>
      <p:bldP spid="115725" grpId="0" animBg="1"/>
      <p:bldP spid="115726" grpId="0" animBg="1"/>
      <p:bldP spid="115727" grpId="0" animBg="1"/>
      <p:bldP spid="115738" grpId="0" autoUpdateAnimBg="0"/>
      <p:bldP spid="115739" grpId="0" autoUpdateAnimBg="0"/>
      <p:bldP spid="115740" grpId="0" animBg="1"/>
    </p:bld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pPr algn="ctr"/>
            <a:r>
              <a:rPr lang="en-GB" altLang="en-US"/>
              <a:t>Search Direction</a:t>
            </a:r>
          </a:p>
        </p:txBody>
      </p:sp>
      <p:graphicFrame>
        <p:nvGraphicFramePr>
          <p:cNvPr id="480259" name="Object 3"/>
          <p:cNvGraphicFramePr>
            <a:graphicFrameLocks noChangeAspect="1"/>
          </p:cNvGraphicFramePr>
          <p:nvPr/>
        </p:nvGraphicFramePr>
        <p:xfrm>
          <a:off x="4035425" y="2936875"/>
          <a:ext cx="4437063" cy="2592388"/>
        </p:xfrm>
        <a:graphic>
          <a:graphicData uri="http://schemas.openxmlformats.org/presentationml/2006/ole">
            <mc:AlternateContent xmlns:mc="http://schemas.openxmlformats.org/markup-compatibility/2006">
              <mc:Choice xmlns:v="urn:schemas-microsoft-com:vml" Requires="v">
                <p:oleObj name="Equation" r:id="rId3" imgW="1701800" imgH="965200" progId="Equation.3">
                  <p:embed/>
                </p:oleObj>
              </mc:Choice>
              <mc:Fallback>
                <p:oleObj name="Equation" r:id="rId3" imgW="1701800" imgH="965200" progId="Equation.3">
                  <p:embed/>
                  <p:pic>
                    <p:nvPicPr>
                      <p:cNvPr id="4802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5425" y="2936875"/>
                        <a:ext cx="4437063" cy="259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0260" name="Text Box 17"/>
          <p:cNvSpPr txBox="1">
            <a:spLocks noChangeArrowheads="1"/>
          </p:cNvSpPr>
          <p:nvPr/>
        </p:nvSpPr>
        <p:spPr bwMode="auto">
          <a:xfrm>
            <a:off x="1524000" y="2133600"/>
            <a:ext cx="2490788"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a:t>for each particle</a:t>
            </a:r>
          </a:p>
        </p:txBody>
      </p:sp>
      <p:sp>
        <p:nvSpPr>
          <p:cNvPr id="480261" name="Text Box 18"/>
          <p:cNvSpPr txBox="1">
            <a:spLocks noChangeArrowheads="1"/>
          </p:cNvSpPr>
          <p:nvPr/>
        </p:nvSpPr>
        <p:spPr bwMode="auto">
          <a:xfrm>
            <a:off x="2895600" y="3505200"/>
            <a:ext cx="1390650" cy="1373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a:t>update the velocity </a:t>
            </a:r>
          </a:p>
        </p:txBody>
      </p:sp>
      <p:graphicFrame>
        <p:nvGraphicFramePr>
          <p:cNvPr id="480262" name="Object 16"/>
          <p:cNvGraphicFramePr>
            <a:graphicFrameLocks noChangeAspect="1"/>
          </p:cNvGraphicFramePr>
          <p:nvPr/>
        </p:nvGraphicFramePr>
        <p:xfrm>
          <a:off x="4211638" y="5562600"/>
          <a:ext cx="3013075" cy="511175"/>
        </p:xfrm>
        <a:graphic>
          <a:graphicData uri="http://schemas.openxmlformats.org/presentationml/2006/ole">
            <mc:AlternateContent xmlns:mc="http://schemas.openxmlformats.org/markup-compatibility/2006">
              <mc:Choice xmlns:v="urn:schemas-microsoft-com:vml" Requires="v">
                <p:oleObj name="Équation" r:id="rId5" imgW="1155700" imgH="190500" progId="Equation.3">
                  <p:embed/>
                </p:oleObj>
              </mc:Choice>
              <mc:Fallback>
                <p:oleObj name="Équation" r:id="rId5" imgW="1155700" imgH="190500" progId="Equation.3">
                  <p:embed/>
                  <p:pic>
                    <p:nvPicPr>
                      <p:cNvPr id="480262"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638" y="5562600"/>
                        <a:ext cx="301307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0263" name="Text Box 19"/>
          <p:cNvSpPr txBox="1">
            <a:spLocks noChangeArrowheads="1"/>
          </p:cNvSpPr>
          <p:nvPr/>
        </p:nvSpPr>
        <p:spPr bwMode="auto">
          <a:xfrm>
            <a:off x="2362200" y="5524500"/>
            <a:ext cx="1673225"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a:t>then move</a:t>
            </a:r>
          </a:p>
        </p:txBody>
      </p:sp>
      <p:sp>
        <p:nvSpPr>
          <p:cNvPr id="480264" name="Text Box 21"/>
          <p:cNvSpPr txBox="1">
            <a:spLocks noChangeArrowheads="1"/>
          </p:cNvSpPr>
          <p:nvPr/>
        </p:nvSpPr>
        <p:spPr bwMode="auto">
          <a:xfrm>
            <a:off x="2133600" y="2590800"/>
            <a:ext cx="3271838"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a:t>for each component </a:t>
            </a:r>
            <a:r>
              <a:rPr lang="en-GB" altLang="en-US" sz="2800" i="1"/>
              <a:t>i</a:t>
            </a:r>
            <a:endParaRPr lang="en-GB" altLang="en-US" sz="2800"/>
          </a:p>
        </p:txBody>
      </p:sp>
      <p:sp>
        <p:nvSpPr>
          <p:cNvPr id="480265" name="Line 22"/>
          <p:cNvSpPr>
            <a:spLocks noChangeShapeType="1"/>
          </p:cNvSpPr>
          <p:nvPr/>
        </p:nvSpPr>
        <p:spPr bwMode="auto">
          <a:xfrm>
            <a:off x="2362200" y="3276600"/>
            <a:ext cx="0" cy="2209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0266" name="Text Box 23"/>
          <p:cNvSpPr txBox="1">
            <a:spLocks noChangeArrowheads="1"/>
          </p:cNvSpPr>
          <p:nvPr/>
        </p:nvSpPr>
        <p:spPr bwMode="auto">
          <a:xfrm>
            <a:off x="990600" y="1676400"/>
            <a:ext cx="2844800"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a:t>At each time step </a:t>
            </a:r>
            <a:r>
              <a:rPr lang="en-GB" altLang="en-US" sz="2800" i="1"/>
              <a:t>t</a:t>
            </a:r>
            <a:endParaRPr lang="en-GB" altLang="en-US" sz="2800"/>
          </a:p>
        </p:txBody>
      </p:sp>
      <p:sp>
        <p:nvSpPr>
          <p:cNvPr id="117784" name="Text Box 24"/>
          <p:cNvSpPr txBox="1">
            <a:spLocks noChangeArrowheads="1"/>
          </p:cNvSpPr>
          <p:nvPr/>
        </p:nvSpPr>
        <p:spPr bwMode="auto">
          <a:xfrm rot="-333515">
            <a:off x="6089650" y="1660525"/>
            <a:ext cx="2614613" cy="15700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a:solidFill>
                  <a:srgbClr val="F81F08"/>
                </a:solidFill>
                <a:latin typeface="KARINE"/>
              </a:rPr>
              <a:t>Randomness inside the loop</a:t>
            </a:r>
          </a:p>
        </p:txBody>
      </p:sp>
      <p:sp>
        <p:nvSpPr>
          <p:cNvPr id="117785" name="Freeform 25"/>
          <p:cNvSpPr>
            <a:spLocks/>
          </p:cNvSpPr>
          <p:nvPr/>
        </p:nvSpPr>
        <p:spPr bwMode="auto">
          <a:xfrm>
            <a:off x="4851400" y="4038600"/>
            <a:ext cx="1892300" cy="1346200"/>
          </a:xfrm>
          <a:custGeom>
            <a:avLst/>
            <a:gdLst>
              <a:gd name="T0" fmla="*/ 2147483646 w 1192"/>
              <a:gd name="T1" fmla="*/ 2147483646 h 848"/>
              <a:gd name="T2" fmla="*/ 2147483646 w 1192"/>
              <a:gd name="T3" fmla="*/ 2147483646 h 848"/>
              <a:gd name="T4" fmla="*/ 2147483646 w 1192"/>
              <a:gd name="T5" fmla="*/ 2147483646 h 848"/>
              <a:gd name="T6" fmla="*/ 2147483646 w 1192"/>
              <a:gd name="T7" fmla="*/ 2147483646 h 848"/>
              <a:gd name="T8" fmla="*/ 2147483646 w 1192"/>
              <a:gd name="T9" fmla="*/ 2147483646 h 848"/>
              <a:gd name="T10" fmla="*/ 2147483646 w 1192"/>
              <a:gd name="T11" fmla="*/ 2147483646 h 848"/>
              <a:gd name="T12" fmla="*/ 2147483646 w 1192"/>
              <a:gd name="T13" fmla="*/ 2147483646 h 848"/>
              <a:gd name="T14" fmla="*/ 2147483646 w 1192"/>
              <a:gd name="T15" fmla="*/ 2147483646 h 848"/>
              <a:gd name="T16" fmla="*/ 2147483646 w 1192"/>
              <a:gd name="T17" fmla="*/ 2147483646 h 848"/>
              <a:gd name="T18" fmla="*/ 2147483646 w 1192"/>
              <a:gd name="T19" fmla="*/ 2147483646 h 848"/>
              <a:gd name="T20" fmla="*/ 2147483646 w 1192"/>
              <a:gd name="T21" fmla="*/ 0 h 848"/>
              <a:gd name="T22" fmla="*/ 2147483646 w 1192"/>
              <a:gd name="T23" fmla="*/ 2147483646 h 8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2" h="848">
                <a:moveTo>
                  <a:pt x="304" y="48"/>
                </a:moveTo>
                <a:cubicBezTo>
                  <a:pt x="208" y="92"/>
                  <a:pt x="112" y="136"/>
                  <a:pt x="64" y="192"/>
                </a:cubicBezTo>
                <a:cubicBezTo>
                  <a:pt x="16" y="248"/>
                  <a:pt x="24" y="328"/>
                  <a:pt x="16" y="384"/>
                </a:cubicBezTo>
                <a:cubicBezTo>
                  <a:pt x="8" y="440"/>
                  <a:pt x="0" y="464"/>
                  <a:pt x="16" y="528"/>
                </a:cubicBezTo>
                <a:cubicBezTo>
                  <a:pt x="32" y="592"/>
                  <a:pt x="48" y="720"/>
                  <a:pt x="112" y="768"/>
                </a:cubicBezTo>
                <a:cubicBezTo>
                  <a:pt x="176" y="816"/>
                  <a:pt x="280" y="808"/>
                  <a:pt x="400" y="816"/>
                </a:cubicBezTo>
                <a:cubicBezTo>
                  <a:pt x="520" y="824"/>
                  <a:pt x="728" y="848"/>
                  <a:pt x="832" y="816"/>
                </a:cubicBezTo>
                <a:cubicBezTo>
                  <a:pt x="936" y="784"/>
                  <a:pt x="968" y="720"/>
                  <a:pt x="1024" y="624"/>
                </a:cubicBezTo>
                <a:cubicBezTo>
                  <a:pt x="1080" y="528"/>
                  <a:pt x="1152" y="336"/>
                  <a:pt x="1168" y="240"/>
                </a:cubicBezTo>
                <a:cubicBezTo>
                  <a:pt x="1184" y="144"/>
                  <a:pt x="1192" y="88"/>
                  <a:pt x="1120" y="48"/>
                </a:cubicBezTo>
                <a:cubicBezTo>
                  <a:pt x="1048" y="8"/>
                  <a:pt x="848" y="0"/>
                  <a:pt x="736" y="0"/>
                </a:cubicBezTo>
                <a:cubicBezTo>
                  <a:pt x="624" y="0"/>
                  <a:pt x="536" y="24"/>
                  <a:pt x="448" y="48"/>
                </a:cubicBezTo>
              </a:path>
            </a:pathLst>
          </a:custGeom>
          <a:noFill/>
          <a:ln w="38100" cap="flat" cmpd="sng">
            <a:solidFill>
              <a:srgbClr val="F81F08"/>
            </a:solidFill>
            <a:prstDash val="solid"/>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86" name="Line 26"/>
          <p:cNvSpPr>
            <a:spLocks noChangeShapeType="1"/>
          </p:cNvSpPr>
          <p:nvPr/>
        </p:nvSpPr>
        <p:spPr bwMode="auto">
          <a:xfrm flipH="1">
            <a:off x="6324600" y="3352800"/>
            <a:ext cx="228600" cy="609600"/>
          </a:xfrm>
          <a:prstGeom prst="line">
            <a:avLst/>
          </a:prstGeom>
          <a:noFill/>
          <a:ln w="38100">
            <a:solidFill>
              <a:srgbClr val="F81F0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0271"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8F56127-2E5F-456D-A1AC-B5430A2B5835}" type="slidenum">
              <a:rPr lang="zh-CN" altLang="en-US" sz="1400" smtClean="0">
                <a:solidFill>
                  <a:schemeClr val="bg2"/>
                </a:solidFill>
                <a:latin typeface="Arial" panose="020B0604020202020204" pitchFamily="34" charset="0"/>
              </a:rPr>
              <a:pPr>
                <a:spcBef>
                  <a:spcPct val="50000"/>
                </a:spcBef>
                <a:buClrTx/>
                <a:buSzTx/>
                <a:buFontTx/>
                <a:buNone/>
              </a:pPr>
              <a:t>342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B93F7B71-EC56-B578-0ABD-5D4A007E75CF}"/>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84"/>
                                        </p:tgtEl>
                                        <p:attrNameLst>
                                          <p:attrName>style.visibility</p:attrName>
                                        </p:attrNameLst>
                                      </p:cBhvr>
                                      <p:to>
                                        <p:strVal val="visible"/>
                                      </p:to>
                                    </p:set>
                                    <p:animEffect transition="in" filter="wipe(left)">
                                      <p:cBhvr>
                                        <p:cTn id="7" dur="500"/>
                                        <p:tgtEl>
                                          <p:spTgt spid="117784"/>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7786"/>
                                        </p:tgtEl>
                                        <p:attrNameLst>
                                          <p:attrName>style.visibility</p:attrName>
                                        </p:attrNameLst>
                                      </p:cBhvr>
                                      <p:to>
                                        <p:strVal val="visible"/>
                                      </p:to>
                                    </p:set>
                                    <p:animEffect transition="in" filter="wipe(up)">
                                      <p:cBhvr>
                                        <p:cTn id="11" dur="500"/>
                                        <p:tgtEl>
                                          <p:spTgt spid="117786"/>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7785"/>
                                        </p:tgtEl>
                                        <p:attrNameLst>
                                          <p:attrName>style.visibility</p:attrName>
                                        </p:attrNameLst>
                                      </p:cBhvr>
                                      <p:to>
                                        <p:strVal val="visible"/>
                                      </p:to>
                                    </p:set>
                                    <p:animEffect transition="in" filter="wipe(left)">
                                      <p:cBhvr>
                                        <p:cTn id="15" dur="500"/>
                                        <p:tgtEl>
                                          <p:spTgt spid="117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4" grpId="0" autoUpdateAnimBg="0"/>
      <p:bldP spid="117785" grpId="0" animBg="1"/>
      <p:bldP spid="117786" grpId="0" animBg="1"/>
    </p:bld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0" name="Rectangle 1044" descr="Diagonales vers le haut (blanc/noir)"/>
          <p:cNvSpPr>
            <a:spLocks noChangeArrowheads="1"/>
          </p:cNvSpPr>
          <p:nvPr/>
        </p:nvSpPr>
        <p:spPr bwMode="auto">
          <a:xfrm>
            <a:off x="3009900" y="2768600"/>
            <a:ext cx="2057400" cy="838200"/>
          </a:xfrm>
          <a:prstGeom prst="rect">
            <a:avLst/>
          </a:prstGeom>
          <a:pattFill prst="ltUpDiag">
            <a:fgClr>
              <a:srgbClr val="0BF53D"/>
            </a:fgClr>
            <a:bgClr>
              <a:srgbClr val="FFFFFF"/>
            </a:bgClr>
          </a:pattFill>
          <a:ln w="38100" cap="rnd">
            <a:solidFill>
              <a:srgbClr val="0BF53D"/>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133141" name="Rectangle 1045" descr="Diagonales vers le bas (blanc/noir)"/>
          <p:cNvSpPr>
            <a:spLocks noChangeArrowheads="1"/>
          </p:cNvSpPr>
          <p:nvPr/>
        </p:nvSpPr>
        <p:spPr bwMode="auto">
          <a:xfrm>
            <a:off x="3048000" y="3581400"/>
            <a:ext cx="4191000" cy="1219200"/>
          </a:xfrm>
          <a:prstGeom prst="rect">
            <a:avLst/>
          </a:prstGeom>
          <a:pattFill prst="ltDnDiag">
            <a:fgClr>
              <a:srgbClr val="0BF53D"/>
            </a:fgClr>
            <a:bgClr>
              <a:srgbClr val="FFFFFF"/>
            </a:bgClr>
          </a:pattFill>
          <a:ln w="38100" cap="rnd">
            <a:solidFill>
              <a:srgbClr val="0BF53D"/>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2308" name="Rectangle 1026"/>
          <p:cNvSpPr>
            <a:spLocks noGrp="1" noChangeArrowheads="1"/>
          </p:cNvSpPr>
          <p:nvPr>
            <p:ph type="title"/>
          </p:nvPr>
        </p:nvSpPr>
        <p:spPr/>
        <p:txBody>
          <a:bodyPr/>
          <a:lstStyle/>
          <a:p>
            <a:pPr algn="ctr"/>
            <a:r>
              <a:rPr lang="en-GB" altLang="en-US"/>
              <a:t>Random Proximity </a:t>
            </a:r>
          </a:p>
        </p:txBody>
      </p:sp>
      <p:sp>
        <p:nvSpPr>
          <p:cNvPr id="482309" name="Line 1034"/>
          <p:cNvSpPr>
            <a:spLocks noChangeShapeType="1"/>
          </p:cNvSpPr>
          <p:nvPr/>
        </p:nvSpPr>
        <p:spPr bwMode="auto">
          <a:xfrm>
            <a:off x="3048000" y="3670300"/>
            <a:ext cx="1600200" cy="1524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10" name="Line 1035"/>
          <p:cNvSpPr>
            <a:spLocks noChangeShapeType="1"/>
          </p:cNvSpPr>
          <p:nvPr/>
        </p:nvSpPr>
        <p:spPr bwMode="auto">
          <a:xfrm flipV="1">
            <a:off x="3048000" y="2895600"/>
            <a:ext cx="914400" cy="685800"/>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11" name="Line 1036"/>
          <p:cNvSpPr>
            <a:spLocks noChangeShapeType="1"/>
          </p:cNvSpPr>
          <p:nvPr/>
        </p:nvSpPr>
        <p:spPr bwMode="auto">
          <a:xfrm>
            <a:off x="3022600" y="3632200"/>
            <a:ext cx="2819400" cy="685800"/>
          </a:xfrm>
          <a:prstGeom prst="line">
            <a:avLst/>
          </a:prstGeom>
          <a:noFill/>
          <a:ln w="381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2312" name="Group 1046"/>
          <p:cNvGrpSpPr>
            <a:grpSpLocks/>
          </p:cNvGrpSpPr>
          <p:nvPr/>
        </p:nvGrpSpPr>
        <p:grpSpPr bwMode="auto">
          <a:xfrm>
            <a:off x="2971800" y="3733800"/>
            <a:ext cx="2362200" cy="609600"/>
            <a:chOff x="1824" y="2784"/>
            <a:chExt cx="1488" cy="384"/>
          </a:xfrm>
        </p:grpSpPr>
        <p:sp>
          <p:nvSpPr>
            <p:cNvPr id="482324" name="Line 1037"/>
            <p:cNvSpPr>
              <a:spLocks noChangeShapeType="1"/>
            </p:cNvSpPr>
            <p:nvPr/>
          </p:nvSpPr>
          <p:spPr bwMode="auto">
            <a:xfrm>
              <a:off x="1824" y="2784"/>
              <a:ext cx="384" cy="384"/>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5" name="Line 1038"/>
            <p:cNvSpPr>
              <a:spLocks noChangeShapeType="1"/>
            </p:cNvSpPr>
            <p:nvPr/>
          </p:nvSpPr>
          <p:spPr bwMode="auto">
            <a:xfrm flipV="1">
              <a:off x="2208" y="2928"/>
              <a:ext cx="336" cy="240"/>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6" name="Line 1039"/>
            <p:cNvSpPr>
              <a:spLocks noChangeShapeType="1"/>
            </p:cNvSpPr>
            <p:nvPr/>
          </p:nvSpPr>
          <p:spPr bwMode="auto">
            <a:xfrm>
              <a:off x="2496" y="2928"/>
              <a:ext cx="816" cy="192"/>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2313" name="Text Box 1040"/>
          <p:cNvSpPr txBox="1">
            <a:spLocks noChangeArrowheads="1"/>
          </p:cNvSpPr>
          <p:nvPr/>
        </p:nvSpPr>
        <p:spPr bwMode="auto">
          <a:xfrm>
            <a:off x="2400300" y="3390900"/>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i="1">
                <a:latin typeface="Times" panose="02020603050405020304" pitchFamily="18" charset="0"/>
              </a:rPr>
              <a:t>x</a:t>
            </a:r>
          </a:p>
        </p:txBody>
      </p:sp>
      <p:sp>
        <p:nvSpPr>
          <p:cNvPr id="482314" name="Text Box 1041"/>
          <p:cNvSpPr txBox="1">
            <a:spLocks noChangeArrowheads="1"/>
          </p:cNvSpPr>
          <p:nvPr/>
        </p:nvSpPr>
        <p:spPr bwMode="auto">
          <a:xfrm>
            <a:off x="5791200" y="3657600"/>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i="1">
                <a:latin typeface="Times" panose="02020603050405020304" pitchFamily="18" charset="0"/>
              </a:rPr>
              <a:t>p</a:t>
            </a:r>
            <a:r>
              <a:rPr lang="fr-FR" altLang="fr-FR" sz="2800" i="1" baseline="-25000">
                <a:latin typeface="Times" panose="02020603050405020304" pitchFamily="18" charset="0"/>
              </a:rPr>
              <a:t>g</a:t>
            </a:r>
            <a:endParaRPr lang="fr-FR" altLang="fr-FR" sz="2800" i="1">
              <a:latin typeface="Times" panose="02020603050405020304" pitchFamily="18" charset="0"/>
            </a:endParaRPr>
          </a:p>
        </p:txBody>
      </p:sp>
      <p:sp>
        <p:nvSpPr>
          <p:cNvPr id="482315" name="Text Box 1042"/>
          <p:cNvSpPr txBox="1">
            <a:spLocks noChangeArrowheads="1"/>
          </p:cNvSpPr>
          <p:nvPr/>
        </p:nvSpPr>
        <p:spPr bwMode="auto">
          <a:xfrm>
            <a:off x="4394200" y="2933700"/>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r>
              <a:rPr lang="fr-FR" altLang="fr-FR" sz="2800" i="1">
                <a:latin typeface="Times" panose="02020603050405020304" pitchFamily="18" charset="0"/>
              </a:rPr>
              <a:t>p</a:t>
            </a:r>
            <a:r>
              <a:rPr lang="fr-FR" altLang="fr-FR" sz="2800" i="1" baseline="-25000">
                <a:latin typeface="Times" panose="02020603050405020304" pitchFamily="18" charset="0"/>
              </a:rPr>
              <a:t>i</a:t>
            </a:r>
            <a:endParaRPr lang="fr-FR" altLang="fr-FR" sz="2800" i="1">
              <a:latin typeface="Times" panose="02020603050405020304" pitchFamily="18" charset="0"/>
            </a:endParaRPr>
          </a:p>
        </p:txBody>
      </p:sp>
      <p:sp>
        <p:nvSpPr>
          <p:cNvPr id="482316" name="Text Box 1043"/>
          <p:cNvSpPr txBox="1">
            <a:spLocks noChangeArrowheads="1"/>
          </p:cNvSpPr>
          <p:nvPr/>
        </p:nvSpPr>
        <p:spPr bwMode="auto">
          <a:xfrm>
            <a:off x="4038600" y="4648200"/>
            <a:ext cx="341313" cy="519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2800" i="1"/>
              <a:t>v</a:t>
            </a:r>
          </a:p>
        </p:txBody>
      </p:sp>
      <p:sp>
        <p:nvSpPr>
          <p:cNvPr id="482317" name="Oval 1047"/>
          <p:cNvSpPr>
            <a:spLocks noChangeArrowheads="1"/>
          </p:cNvSpPr>
          <p:nvPr/>
        </p:nvSpPr>
        <p:spPr bwMode="auto">
          <a:xfrm>
            <a:off x="3962400" y="2854325"/>
            <a:ext cx="152400" cy="152400"/>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2318" name="Oval 1048"/>
          <p:cNvSpPr>
            <a:spLocks noChangeArrowheads="1"/>
          </p:cNvSpPr>
          <p:nvPr/>
        </p:nvSpPr>
        <p:spPr bwMode="auto">
          <a:xfrm>
            <a:off x="5715000" y="3810000"/>
            <a:ext cx="152400" cy="152400"/>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2319" name="Oval 1049"/>
          <p:cNvSpPr>
            <a:spLocks noChangeArrowheads="1"/>
          </p:cNvSpPr>
          <p:nvPr/>
        </p:nvSpPr>
        <p:spPr bwMode="auto">
          <a:xfrm>
            <a:off x="2832100" y="3543300"/>
            <a:ext cx="152400" cy="152400"/>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133146" name="Text Box 1050"/>
          <p:cNvSpPr txBox="1">
            <a:spLocks noChangeArrowheads="1"/>
          </p:cNvSpPr>
          <p:nvPr/>
        </p:nvSpPr>
        <p:spPr bwMode="auto">
          <a:xfrm rot="-576644">
            <a:off x="3200400" y="2209800"/>
            <a:ext cx="2090738"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3600">
                <a:solidFill>
                  <a:srgbClr val="0BF53D"/>
                </a:solidFill>
                <a:latin typeface="KARINE"/>
              </a:rPr>
              <a:t>i-proximity</a:t>
            </a:r>
          </a:p>
        </p:txBody>
      </p:sp>
      <p:sp>
        <p:nvSpPr>
          <p:cNvPr id="133147" name="Text Box 1051"/>
          <p:cNvSpPr txBox="1">
            <a:spLocks noChangeArrowheads="1"/>
          </p:cNvSpPr>
          <p:nvPr/>
        </p:nvSpPr>
        <p:spPr bwMode="auto">
          <a:xfrm rot="-529017">
            <a:off x="5867400" y="2971800"/>
            <a:ext cx="2163763"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GB" altLang="en-US" sz="3600">
                <a:solidFill>
                  <a:srgbClr val="0BF53D"/>
                </a:solidFill>
                <a:latin typeface="KARINE"/>
              </a:rPr>
              <a:t>g-proximity</a:t>
            </a:r>
          </a:p>
        </p:txBody>
      </p:sp>
      <p:sp>
        <p:nvSpPr>
          <p:cNvPr id="482323"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35F3612-91EC-475D-BB27-4A852370821B}" type="slidenum">
              <a:rPr lang="zh-CN" altLang="en-US" sz="1400" smtClean="0">
                <a:solidFill>
                  <a:schemeClr val="bg2"/>
                </a:solidFill>
                <a:latin typeface="Arial" panose="020B0604020202020204" pitchFamily="34" charset="0"/>
              </a:rPr>
              <a:pPr>
                <a:spcBef>
                  <a:spcPct val="50000"/>
                </a:spcBef>
                <a:buClrTx/>
                <a:buSzTx/>
                <a:buFontTx/>
                <a:buNone/>
              </a:pPr>
              <a:t>343</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A7C7C83C-857C-5B5E-E696-DFF60EDE9F3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46"/>
                                        </p:tgtEl>
                                        <p:attrNameLst>
                                          <p:attrName>style.visibility</p:attrName>
                                        </p:attrNameLst>
                                      </p:cBhvr>
                                      <p:to>
                                        <p:strVal val="visible"/>
                                      </p:to>
                                    </p:set>
                                    <p:animEffect transition="in" filter="wipe(left)">
                                      <p:cBhvr>
                                        <p:cTn id="7" dur="500"/>
                                        <p:tgtEl>
                                          <p:spTgt spid="13314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40"/>
                                        </p:tgtEl>
                                        <p:attrNameLst>
                                          <p:attrName>style.visibility</p:attrName>
                                        </p:attrNameLst>
                                      </p:cBhvr>
                                      <p:to>
                                        <p:strVal val="visible"/>
                                      </p:to>
                                    </p:set>
                                    <p:animEffect transition="in" filter="wipe(left)">
                                      <p:cBhvr>
                                        <p:cTn id="11" dur="500"/>
                                        <p:tgtEl>
                                          <p:spTgt spid="13314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3147"/>
                                        </p:tgtEl>
                                        <p:attrNameLst>
                                          <p:attrName>style.visibility</p:attrName>
                                        </p:attrNameLst>
                                      </p:cBhvr>
                                      <p:to>
                                        <p:strVal val="visible"/>
                                      </p:to>
                                    </p:set>
                                    <p:animEffect transition="in" filter="wipe(left)">
                                      <p:cBhvr>
                                        <p:cTn id="16" dur="500"/>
                                        <p:tgtEl>
                                          <p:spTgt spid="133147"/>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33141"/>
                                        </p:tgtEl>
                                        <p:attrNameLst>
                                          <p:attrName>style.visibility</p:attrName>
                                        </p:attrNameLst>
                                      </p:cBhvr>
                                      <p:to>
                                        <p:strVal val="visible"/>
                                      </p:to>
                                    </p:set>
                                    <p:animEffect transition="in" filter="wipe(left)">
                                      <p:cBhvr>
                                        <p:cTn id="20" dur="500"/>
                                        <p:tgtEl>
                                          <p:spTgt spid="133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0" grpId="0" animBg="1"/>
      <p:bldP spid="133141" grpId="0" animBg="1"/>
      <p:bldP spid="133146" grpId="0" autoUpdateAnimBg="0"/>
      <p:bldP spid="133147" grpId="0" autoUpdateAnimBg="0"/>
    </p:bld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pPr algn="ctr" eaLnBrk="1" hangingPunct="1"/>
            <a:r>
              <a:rPr lang="en-US" altLang="zh-CN" sz="4000">
                <a:ea typeface="SimSun" panose="02010600030101010101" pitchFamily="2" charset="-122"/>
              </a:rPr>
              <a:t>Global Optimization</a:t>
            </a:r>
          </a:p>
        </p:txBody>
      </p:sp>
      <p:sp>
        <p:nvSpPr>
          <p:cNvPr id="484355" name="Rectangle 3"/>
          <p:cNvSpPr>
            <a:spLocks noChangeArrowheads="1"/>
          </p:cNvSpPr>
          <p:nvPr/>
        </p:nvSpPr>
        <p:spPr bwMode="auto">
          <a:xfrm>
            <a:off x="838200" y="2438400"/>
            <a:ext cx="8001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buClr>
                <a:schemeClr val="folHlink"/>
              </a:buClr>
              <a:buSzPct val="60000"/>
              <a:buFont typeface="Wingdings" panose="05000000000000000000" pitchFamily="2" charset="2"/>
              <a:buNone/>
            </a:pPr>
            <a:r>
              <a:rPr lang="da-DK" altLang="en-US">
                <a:latin typeface="Arial" panose="020B0604020202020204" pitchFamily="34" charset="0"/>
              </a:rPr>
              <a:t> </a:t>
            </a:r>
            <a:endParaRPr lang="en-US" altLang="zh-CN">
              <a:latin typeface="Arial" panose="020B0604020202020204" pitchFamily="34" charset="0"/>
              <a:ea typeface="SimSun" panose="02010600030101010101" pitchFamily="2" charset="-122"/>
            </a:endParaRPr>
          </a:p>
        </p:txBody>
      </p:sp>
      <p:grpSp>
        <p:nvGrpSpPr>
          <p:cNvPr id="484356" name="Group 4"/>
          <p:cNvGrpSpPr>
            <a:grpSpLocks/>
          </p:cNvGrpSpPr>
          <p:nvPr/>
        </p:nvGrpSpPr>
        <p:grpSpPr bwMode="auto">
          <a:xfrm>
            <a:off x="1447800" y="1936750"/>
            <a:ext cx="5257800" cy="3946525"/>
            <a:chOff x="1104" y="1306"/>
            <a:chExt cx="3312" cy="2486"/>
          </a:xfrm>
        </p:grpSpPr>
        <p:sp>
          <p:nvSpPr>
            <p:cNvPr id="484405" name="Rectangle 5"/>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4406" name="Group 6"/>
            <p:cNvGrpSpPr>
              <a:grpSpLocks/>
            </p:cNvGrpSpPr>
            <p:nvPr/>
          </p:nvGrpSpPr>
          <p:grpSpPr bwMode="auto">
            <a:xfrm>
              <a:off x="3646" y="2450"/>
              <a:ext cx="530" cy="584"/>
              <a:chOff x="3646" y="2450"/>
              <a:chExt cx="530" cy="584"/>
            </a:xfrm>
          </p:grpSpPr>
          <p:sp>
            <p:nvSpPr>
              <p:cNvPr id="484424" name="Oval 7"/>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25" name="Oval 8"/>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26" name="Oval 9"/>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27" name="Oval 10"/>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84407" name="Line 11"/>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4408" name="Line 12"/>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4409" name="Text Box 13"/>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84410" name="Text Box 14"/>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84411" name="Group 15"/>
            <p:cNvGrpSpPr>
              <a:grpSpLocks/>
            </p:cNvGrpSpPr>
            <p:nvPr/>
          </p:nvGrpSpPr>
          <p:grpSpPr bwMode="auto">
            <a:xfrm>
              <a:off x="3264" y="1546"/>
              <a:ext cx="336" cy="288"/>
              <a:chOff x="3264" y="1546"/>
              <a:chExt cx="336" cy="288"/>
            </a:xfrm>
          </p:grpSpPr>
          <p:sp>
            <p:nvSpPr>
              <p:cNvPr id="484422" name="Oval 16"/>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23" name="Oval 17"/>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84412" name="Group 18"/>
            <p:cNvGrpSpPr>
              <a:grpSpLocks/>
            </p:cNvGrpSpPr>
            <p:nvPr/>
          </p:nvGrpSpPr>
          <p:grpSpPr bwMode="auto">
            <a:xfrm>
              <a:off x="1525" y="2635"/>
              <a:ext cx="2495" cy="807"/>
              <a:chOff x="1525" y="2635"/>
              <a:chExt cx="2495" cy="807"/>
            </a:xfrm>
          </p:grpSpPr>
          <p:sp>
            <p:nvSpPr>
              <p:cNvPr id="484419" name="Freeform 19"/>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4420" name="Freeform 20"/>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4421" name="Freeform 21"/>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413" name="Group 22"/>
            <p:cNvGrpSpPr>
              <a:grpSpLocks/>
            </p:cNvGrpSpPr>
            <p:nvPr/>
          </p:nvGrpSpPr>
          <p:grpSpPr bwMode="auto">
            <a:xfrm>
              <a:off x="1968" y="2026"/>
              <a:ext cx="1150" cy="756"/>
              <a:chOff x="1968" y="2026"/>
              <a:chExt cx="1150" cy="756"/>
            </a:xfrm>
          </p:grpSpPr>
          <p:sp>
            <p:nvSpPr>
              <p:cNvPr id="484414" name="Oval 23"/>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15" name="Oval 24"/>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16" name="Oval 25"/>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17" name="Oval 26"/>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18" name="Oval 27"/>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sp>
        <p:nvSpPr>
          <p:cNvPr id="484357" name="Oval 28"/>
          <p:cNvSpPr>
            <a:spLocks noChangeArrowheads="1"/>
          </p:cNvSpPr>
          <p:nvPr/>
        </p:nvSpPr>
        <p:spPr bwMode="auto">
          <a:xfrm>
            <a:off x="3352800" y="449580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4358" name="Group 29"/>
          <p:cNvGrpSpPr>
            <a:grpSpLocks/>
          </p:cNvGrpSpPr>
          <p:nvPr/>
        </p:nvGrpSpPr>
        <p:grpSpPr bwMode="auto">
          <a:xfrm>
            <a:off x="3200400" y="3063875"/>
            <a:ext cx="182563" cy="212725"/>
            <a:chOff x="1968" y="1700"/>
            <a:chExt cx="115" cy="134"/>
          </a:xfrm>
        </p:grpSpPr>
        <p:sp>
          <p:nvSpPr>
            <p:cNvPr id="484403" name="Oval 30"/>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04" name="Line 31"/>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59" name="Group 32"/>
          <p:cNvGrpSpPr>
            <a:grpSpLocks/>
          </p:cNvGrpSpPr>
          <p:nvPr/>
        </p:nvGrpSpPr>
        <p:grpSpPr bwMode="auto">
          <a:xfrm>
            <a:off x="3817938" y="3503613"/>
            <a:ext cx="220662" cy="153987"/>
            <a:chOff x="2357" y="1977"/>
            <a:chExt cx="139" cy="97"/>
          </a:xfrm>
        </p:grpSpPr>
        <p:sp>
          <p:nvSpPr>
            <p:cNvPr id="484401" name="Oval 33"/>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02" name="Line 34"/>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0" name="Group 35"/>
          <p:cNvGrpSpPr>
            <a:grpSpLocks/>
          </p:cNvGrpSpPr>
          <p:nvPr/>
        </p:nvGrpSpPr>
        <p:grpSpPr bwMode="auto">
          <a:xfrm>
            <a:off x="4956175" y="3252788"/>
            <a:ext cx="149225" cy="176212"/>
            <a:chOff x="3074" y="1819"/>
            <a:chExt cx="94" cy="111"/>
          </a:xfrm>
        </p:grpSpPr>
        <p:sp>
          <p:nvSpPr>
            <p:cNvPr id="484399" name="Oval 36"/>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400" name="Line 37"/>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4361" name="Line 38"/>
          <p:cNvSpPr>
            <a:spLocks noChangeShapeType="1"/>
          </p:cNvSpPr>
          <p:nvPr/>
        </p:nvSpPr>
        <p:spPr bwMode="auto">
          <a:xfrm flipH="1">
            <a:off x="3282950" y="4519613"/>
            <a:ext cx="106363" cy="1254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4362" name="Group 39"/>
          <p:cNvGrpSpPr>
            <a:grpSpLocks/>
          </p:cNvGrpSpPr>
          <p:nvPr/>
        </p:nvGrpSpPr>
        <p:grpSpPr bwMode="auto">
          <a:xfrm>
            <a:off x="3998913" y="5143500"/>
            <a:ext cx="115887" cy="190500"/>
            <a:chOff x="2471" y="3010"/>
            <a:chExt cx="73" cy="120"/>
          </a:xfrm>
        </p:grpSpPr>
        <p:sp>
          <p:nvSpPr>
            <p:cNvPr id="484397"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98"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3" name="Group 42"/>
          <p:cNvGrpSpPr>
            <a:grpSpLocks/>
          </p:cNvGrpSpPr>
          <p:nvPr/>
        </p:nvGrpSpPr>
        <p:grpSpPr bwMode="auto">
          <a:xfrm>
            <a:off x="5316538" y="5168900"/>
            <a:ext cx="93662" cy="241300"/>
            <a:chOff x="3301" y="3026"/>
            <a:chExt cx="59" cy="152"/>
          </a:xfrm>
        </p:grpSpPr>
        <p:sp>
          <p:nvSpPr>
            <p:cNvPr id="484395"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96"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4" name="Group 45"/>
          <p:cNvGrpSpPr>
            <a:grpSpLocks/>
          </p:cNvGrpSpPr>
          <p:nvPr/>
        </p:nvGrpSpPr>
        <p:grpSpPr bwMode="auto">
          <a:xfrm>
            <a:off x="5486400" y="4343400"/>
            <a:ext cx="215900" cy="112713"/>
            <a:chOff x="3408" y="2506"/>
            <a:chExt cx="136" cy="71"/>
          </a:xfrm>
        </p:grpSpPr>
        <p:sp>
          <p:nvSpPr>
            <p:cNvPr id="484393"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94"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5" name="Group 48"/>
          <p:cNvGrpSpPr>
            <a:grpSpLocks/>
          </p:cNvGrpSpPr>
          <p:nvPr/>
        </p:nvGrpSpPr>
        <p:grpSpPr bwMode="auto">
          <a:xfrm>
            <a:off x="5943600" y="3159125"/>
            <a:ext cx="203200" cy="117475"/>
            <a:chOff x="3696" y="1760"/>
            <a:chExt cx="128" cy="74"/>
          </a:xfrm>
        </p:grpSpPr>
        <p:sp>
          <p:nvSpPr>
            <p:cNvPr id="484391"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92"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6" name="Group 51"/>
          <p:cNvGrpSpPr>
            <a:grpSpLocks/>
          </p:cNvGrpSpPr>
          <p:nvPr/>
        </p:nvGrpSpPr>
        <p:grpSpPr bwMode="auto">
          <a:xfrm>
            <a:off x="5489575" y="5462588"/>
            <a:ext cx="149225" cy="176212"/>
            <a:chOff x="3410" y="3211"/>
            <a:chExt cx="94" cy="111"/>
          </a:xfrm>
        </p:grpSpPr>
        <p:sp>
          <p:nvSpPr>
            <p:cNvPr id="484389"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90"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7" name="Group 54"/>
          <p:cNvGrpSpPr>
            <a:grpSpLocks/>
          </p:cNvGrpSpPr>
          <p:nvPr/>
        </p:nvGrpSpPr>
        <p:grpSpPr bwMode="auto">
          <a:xfrm rot="7705364">
            <a:off x="2974181" y="5387182"/>
            <a:ext cx="149225" cy="176212"/>
            <a:chOff x="1682" y="3537"/>
            <a:chExt cx="94" cy="111"/>
          </a:xfrm>
        </p:grpSpPr>
        <p:sp>
          <p:nvSpPr>
            <p:cNvPr id="484387"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88"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8" name="Group 57"/>
          <p:cNvGrpSpPr>
            <a:grpSpLocks/>
          </p:cNvGrpSpPr>
          <p:nvPr/>
        </p:nvGrpSpPr>
        <p:grpSpPr bwMode="auto">
          <a:xfrm>
            <a:off x="4648200" y="3878263"/>
            <a:ext cx="76200" cy="254000"/>
            <a:chOff x="2880" y="2266"/>
            <a:chExt cx="48" cy="160"/>
          </a:xfrm>
        </p:grpSpPr>
        <p:sp>
          <p:nvSpPr>
            <p:cNvPr id="484385"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86"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4369" name="Group 60"/>
          <p:cNvGrpSpPr>
            <a:grpSpLocks/>
          </p:cNvGrpSpPr>
          <p:nvPr/>
        </p:nvGrpSpPr>
        <p:grpSpPr bwMode="auto">
          <a:xfrm>
            <a:off x="7086600" y="3079750"/>
            <a:ext cx="1422400" cy="2014538"/>
            <a:chOff x="4692" y="2715"/>
            <a:chExt cx="896" cy="1269"/>
          </a:xfrm>
        </p:grpSpPr>
        <p:sp>
          <p:nvSpPr>
            <p:cNvPr id="484374"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75"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76"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77"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78"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79"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80"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4381"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84382" name="Text Box 69"/>
            <p:cNvSpPr txBox="1">
              <a:spLocks noChangeArrowheads="1"/>
            </p:cNvSpPr>
            <p:nvPr/>
          </p:nvSpPr>
          <p:spPr bwMode="auto">
            <a:xfrm>
              <a:off x="5222" y="3581"/>
              <a:ext cx="3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84383" name="Text Box 70"/>
            <p:cNvSpPr txBox="1">
              <a:spLocks noChangeArrowheads="1"/>
            </p:cNvSpPr>
            <p:nvPr/>
          </p:nvSpPr>
          <p:spPr bwMode="auto">
            <a:xfrm>
              <a:off x="5226" y="2715"/>
              <a:ext cx="3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84384"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4370" name="Line 72"/>
          <p:cNvSpPr>
            <a:spLocks noChangeShapeType="1"/>
          </p:cNvSpPr>
          <p:nvPr/>
        </p:nvSpPr>
        <p:spPr bwMode="auto">
          <a:xfrm flipH="1">
            <a:off x="2305050" y="5394325"/>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4371" name="Text Box 73"/>
          <p:cNvSpPr txBox="1">
            <a:spLocks noChangeArrowheads="1"/>
          </p:cNvSpPr>
          <p:nvPr/>
        </p:nvSpPr>
        <p:spPr bwMode="auto">
          <a:xfrm>
            <a:off x="1143000" y="6065838"/>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lgn="ctr">
              <a:spcBef>
                <a:spcPct val="0"/>
              </a:spcBef>
              <a:buClrTx/>
              <a:buSzTx/>
              <a:buFontTx/>
              <a:buNone/>
            </a:pPr>
            <a:r>
              <a:rPr lang="en-US" altLang="da-DK" sz="2400" b="1">
                <a:latin typeface="Times" panose="02020603050405020304" pitchFamily="18" charset="0"/>
                <a:ea typeface="SimSun" panose="02010600030101010101" pitchFamily="2" charset="-122"/>
              </a:rPr>
              <a:t>search space</a:t>
            </a:r>
          </a:p>
        </p:txBody>
      </p:sp>
      <p:sp>
        <p:nvSpPr>
          <p:cNvPr id="484373"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E306821-DBF8-4099-80A9-B4F382C670B0}" type="slidenum">
              <a:rPr lang="zh-CN" altLang="en-US" sz="1400" smtClean="0">
                <a:solidFill>
                  <a:schemeClr val="bg2"/>
                </a:solidFill>
                <a:latin typeface="Arial" panose="020B0604020202020204" pitchFamily="34" charset="0"/>
              </a:rPr>
              <a:pPr>
                <a:spcBef>
                  <a:spcPct val="50000"/>
                </a:spcBef>
                <a:buClrTx/>
                <a:buSzTx/>
                <a:buFontTx/>
                <a:buNone/>
              </a:pPr>
              <a:t>344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F1A6003-E378-9C54-C632-255289C6ABE0}"/>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sp>
        <p:nvSpPr>
          <p:cNvPr id="485379" name="Rectangle 3"/>
          <p:cNvSpPr>
            <a:spLocks noChangeArrowheads="1"/>
          </p:cNvSpPr>
          <p:nvPr/>
        </p:nvSpPr>
        <p:spPr bwMode="auto">
          <a:xfrm>
            <a:off x="914400" y="2362200"/>
            <a:ext cx="8001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buClr>
                <a:schemeClr val="folHlink"/>
              </a:buClr>
              <a:buSzPct val="60000"/>
              <a:buFont typeface="Wingdings" panose="05000000000000000000" pitchFamily="2" charset="2"/>
              <a:buNone/>
            </a:pPr>
            <a:r>
              <a:rPr lang="da-DK" altLang="en-US">
                <a:latin typeface="Arial" panose="020B0604020202020204" pitchFamily="34" charset="0"/>
              </a:rPr>
              <a:t>  </a:t>
            </a:r>
            <a:endParaRPr lang="en-US" altLang="zh-CN">
              <a:latin typeface="Arial" panose="020B0604020202020204" pitchFamily="34" charset="0"/>
              <a:ea typeface="SimSun" panose="02010600030101010101" pitchFamily="2" charset="-122"/>
            </a:endParaRPr>
          </a:p>
        </p:txBody>
      </p:sp>
      <p:grpSp>
        <p:nvGrpSpPr>
          <p:cNvPr id="485380" name="Group 4"/>
          <p:cNvGrpSpPr>
            <a:grpSpLocks/>
          </p:cNvGrpSpPr>
          <p:nvPr/>
        </p:nvGrpSpPr>
        <p:grpSpPr bwMode="auto">
          <a:xfrm>
            <a:off x="1373188" y="1946275"/>
            <a:ext cx="5257800" cy="3946525"/>
            <a:chOff x="1104" y="1306"/>
            <a:chExt cx="3312" cy="2486"/>
          </a:xfrm>
        </p:grpSpPr>
        <p:sp>
          <p:nvSpPr>
            <p:cNvPr id="485430" name="Rectangle 5"/>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5431" name="Group 6"/>
            <p:cNvGrpSpPr>
              <a:grpSpLocks/>
            </p:cNvGrpSpPr>
            <p:nvPr/>
          </p:nvGrpSpPr>
          <p:grpSpPr bwMode="auto">
            <a:xfrm>
              <a:off x="3646" y="2450"/>
              <a:ext cx="530" cy="584"/>
              <a:chOff x="3646" y="2450"/>
              <a:chExt cx="530" cy="584"/>
            </a:xfrm>
          </p:grpSpPr>
          <p:sp>
            <p:nvSpPr>
              <p:cNvPr id="485449" name="Oval 7"/>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50" name="Oval 8"/>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51" name="Oval 9"/>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52" name="Oval 10"/>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85432" name="Line 11"/>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5433" name="Line 12"/>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5434" name="Text Box 13"/>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x</a:t>
              </a:r>
              <a:endParaRPr lang="en-US" altLang="da-DK" sz="2400">
                <a:latin typeface="Times" panose="02020603050405020304" pitchFamily="18" charset="0"/>
                <a:ea typeface="SimSun" panose="02010600030101010101" pitchFamily="2" charset="-122"/>
              </a:endParaRPr>
            </a:p>
          </p:txBody>
        </p:sp>
        <p:sp>
          <p:nvSpPr>
            <p:cNvPr id="485435" name="Text Box 14"/>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85436" name="Group 15"/>
            <p:cNvGrpSpPr>
              <a:grpSpLocks/>
            </p:cNvGrpSpPr>
            <p:nvPr/>
          </p:nvGrpSpPr>
          <p:grpSpPr bwMode="auto">
            <a:xfrm>
              <a:off x="3264" y="1546"/>
              <a:ext cx="336" cy="288"/>
              <a:chOff x="3264" y="1546"/>
              <a:chExt cx="336" cy="288"/>
            </a:xfrm>
          </p:grpSpPr>
          <p:sp>
            <p:nvSpPr>
              <p:cNvPr id="485447" name="Oval 16"/>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48" name="Oval 17"/>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85437" name="Group 18"/>
            <p:cNvGrpSpPr>
              <a:grpSpLocks/>
            </p:cNvGrpSpPr>
            <p:nvPr/>
          </p:nvGrpSpPr>
          <p:grpSpPr bwMode="auto">
            <a:xfrm>
              <a:off x="1525" y="2635"/>
              <a:ext cx="2495" cy="807"/>
              <a:chOff x="1525" y="2635"/>
              <a:chExt cx="2495" cy="807"/>
            </a:xfrm>
          </p:grpSpPr>
          <p:sp>
            <p:nvSpPr>
              <p:cNvPr id="485444" name="Freeform 19"/>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5445" name="Freeform 20"/>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5446" name="Freeform 21"/>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438" name="Group 22"/>
            <p:cNvGrpSpPr>
              <a:grpSpLocks/>
            </p:cNvGrpSpPr>
            <p:nvPr/>
          </p:nvGrpSpPr>
          <p:grpSpPr bwMode="auto">
            <a:xfrm>
              <a:off x="1968" y="2026"/>
              <a:ext cx="1150" cy="756"/>
              <a:chOff x="1968" y="2026"/>
              <a:chExt cx="1150" cy="756"/>
            </a:xfrm>
          </p:grpSpPr>
          <p:sp>
            <p:nvSpPr>
              <p:cNvPr id="485439" name="Oval 23"/>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40" name="Oval 24"/>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41" name="Oval 25"/>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42" name="Oval 26"/>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43" name="Oval 27"/>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85381" name="Group 28"/>
          <p:cNvGrpSpPr>
            <a:grpSpLocks/>
          </p:cNvGrpSpPr>
          <p:nvPr/>
        </p:nvGrpSpPr>
        <p:grpSpPr bwMode="auto">
          <a:xfrm rot="3213349">
            <a:off x="3307557" y="3291681"/>
            <a:ext cx="182562" cy="212725"/>
            <a:chOff x="1968" y="1700"/>
            <a:chExt cx="115" cy="134"/>
          </a:xfrm>
        </p:grpSpPr>
        <p:sp>
          <p:nvSpPr>
            <p:cNvPr id="485428" name="Oval 29"/>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29" name="Line 30"/>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2" name="Group 31"/>
          <p:cNvGrpSpPr>
            <a:grpSpLocks/>
          </p:cNvGrpSpPr>
          <p:nvPr/>
        </p:nvGrpSpPr>
        <p:grpSpPr bwMode="auto">
          <a:xfrm rot="-5400000">
            <a:off x="3733800" y="3608388"/>
            <a:ext cx="220663" cy="153987"/>
            <a:chOff x="2357" y="1977"/>
            <a:chExt cx="139" cy="97"/>
          </a:xfrm>
        </p:grpSpPr>
        <p:sp>
          <p:nvSpPr>
            <p:cNvPr id="485426" name="Oval 32"/>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27" name="Line 33"/>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3" name="Group 34"/>
          <p:cNvGrpSpPr>
            <a:grpSpLocks/>
          </p:cNvGrpSpPr>
          <p:nvPr/>
        </p:nvGrpSpPr>
        <p:grpSpPr bwMode="auto">
          <a:xfrm rot="-6338860">
            <a:off x="4890294" y="3555206"/>
            <a:ext cx="149225" cy="176213"/>
            <a:chOff x="3074" y="1819"/>
            <a:chExt cx="94" cy="111"/>
          </a:xfrm>
        </p:grpSpPr>
        <p:sp>
          <p:nvSpPr>
            <p:cNvPr id="485424" name="Oval 35"/>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25" name="Line 36"/>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4" name="Group 37"/>
          <p:cNvGrpSpPr>
            <a:grpSpLocks/>
          </p:cNvGrpSpPr>
          <p:nvPr/>
        </p:nvGrpSpPr>
        <p:grpSpPr bwMode="auto">
          <a:xfrm rot="-4860905">
            <a:off x="3200401" y="4800600"/>
            <a:ext cx="152400" cy="149225"/>
            <a:chOff x="2016" y="2602"/>
            <a:chExt cx="96" cy="94"/>
          </a:xfrm>
        </p:grpSpPr>
        <p:sp>
          <p:nvSpPr>
            <p:cNvPr id="485422" name="Oval 38"/>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23" name="Line 39"/>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5" name="Group 40"/>
          <p:cNvGrpSpPr>
            <a:grpSpLocks/>
          </p:cNvGrpSpPr>
          <p:nvPr/>
        </p:nvGrpSpPr>
        <p:grpSpPr bwMode="auto">
          <a:xfrm rot="-4637146">
            <a:off x="3885406" y="5164932"/>
            <a:ext cx="115887" cy="190500"/>
            <a:chOff x="2471" y="3010"/>
            <a:chExt cx="73" cy="120"/>
          </a:xfrm>
        </p:grpSpPr>
        <p:sp>
          <p:nvSpPr>
            <p:cNvPr id="485420" name="Oval 41"/>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21" name="Line 42"/>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6" name="Group 43"/>
          <p:cNvGrpSpPr>
            <a:grpSpLocks/>
          </p:cNvGrpSpPr>
          <p:nvPr/>
        </p:nvGrpSpPr>
        <p:grpSpPr bwMode="auto">
          <a:xfrm rot="-3601924">
            <a:off x="5255418" y="5244307"/>
            <a:ext cx="93663" cy="241300"/>
            <a:chOff x="3301" y="3026"/>
            <a:chExt cx="59" cy="152"/>
          </a:xfrm>
        </p:grpSpPr>
        <p:sp>
          <p:nvSpPr>
            <p:cNvPr id="485418" name="Oval 44"/>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19" name="Line 45"/>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7" name="Group 46"/>
          <p:cNvGrpSpPr>
            <a:grpSpLocks/>
          </p:cNvGrpSpPr>
          <p:nvPr/>
        </p:nvGrpSpPr>
        <p:grpSpPr bwMode="auto">
          <a:xfrm rot="-5141385">
            <a:off x="5626894" y="4455319"/>
            <a:ext cx="215900" cy="112712"/>
            <a:chOff x="3408" y="2506"/>
            <a:chExt cx="136" cy="71"/>
          </a:xfrm>
        </p:grpSpPr>
        <p:sp>
          <p:nvSpPr>
            <p:cNvPr id="485416" name="Oval 47"/>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17" name="Line 48"/>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8" name="Group 49"/>
          <p:cNvGrpSpPr>
            <a:grpSpLocks/>
          </p:cNvGrpSpPr>
          <p:nvPr/>
        </p:nvGrpSpPr>
        <p:grpSpPr bwMode="auto">
          <a:xfrm rot="5754738">
            <a:off x="6088063" y="3379787"/>
            <a:ext cx="203200" cy="117475"/>
            <a:chOff x="3696" y="1760"/>
            <a:chExt cx="128" cy="74"/>
          </a:xfrm>
        </p:grpSpPr>
        <p:sp>
          <p:nvSpPr>
            <p:cNvPr id="485414" name="Oval 50"/>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15" name="Line 51"/>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89" name="Group 52"/>
          <p:cNvGrpSpPr>
            <a:grpSpLocks/>
          </p:cNvGrpSpPr>
          <p:nvPr/>
        </p:nvGrpSpPr>
        <p:grpSpPr bwMode="auto">
          <a:xfrm rot="-2393774">
            <a:off x="5410200" y="5470525"/>
            <a:ext cx="149225" cy="176213"/>
            <a:chOff x="3410" y="3211"/>
            <a:chExt cx="94" cy="111"/>
          </a:xfrm>
        </p:grpSpPr>
        <p:sp>
          <p:nvSpPr>
            <p:cNvPr id="485412" name="Oval 53"/>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13" name="Line 54"/>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90" name="Group 55"/>
          <p:cNvGrpSpPr>
            <a:grpSpLocks/>
          </p:cNvGrpSpPr>
          <p:nvPr/>
        </p:nvGrpSpPr>
        <p:grpSpPr bwMode="auto">
          <a:xfrm rot="6102081">
            <a:off x="3169444" y="5522119"/>
            <a:ext cx="149225" cy="176213"/>
            <a:chOff x="1682" y="3537"/>
            <a:chExt cx="94" cy="111"/>
          </a:xfrm>
        </p:grpSpPr>
        <p:sp>
          <p:nvSpPr>
            <p:cNvPr id="485410" name="Oval 56"/>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11" name="Line 57"/>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5391" name="Group 58"/>
          <p:cNvGrpSpPr>
            <a:grpSpLocks/>
          </p:cNvGrpSpPr>
          <p:nvPr/>
        </p:nvGrpSpPr>
        <p:grpSpPr bwMode="auto">
          <a:xfrm>
            <a:off x="4648200" y="4149725"/>
            <a:ext cx="76200" cy="254000"/>
            <a:chOff x="2880" y="2266"/>
            <a:chExt cx="48" cy="160"/>
          </a:xfrm>
        </p:grpSpPr>
        <p:sp>
          <p:nvSpPr>
            <p:cNvPr id="485408" name="Oval 59"/>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09" name="Line 60"/>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5392" name="Line 61"/>
          <p:cNvSpPr>
            <a:spLocks noChangeShapeType="1"/>
          </p:cNvSpPr>
          <p:nvPr/>
        </p:nvSpPr>
        <p:spPr bwMode="auto">
          <a:xfrm flipH="1">
            <a:off x="2286000" y="5399088"/>
            <a:ext cx="228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5393" name="Text Box 62"/>
          <p:cNvSpPr txBox="1">
            <a:spLocks noChangeArrowheads="1"/>
          </p:cNvSpPr>
          <p:nvPr/>
        </p:nvSpPr>
        <p:spPr bwMode="auto">
          <a:xfrm>
            <a:off x="1068388" y="6075363"/>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a:latin typeface="Times" panose="02020603050405020304" pitchFamily="18" charset="0"/>
                <a:ea typeface="SimSun" panose="02010600030101010101" pitchFamily="2" charset="-122"/>
              </a:rPr>
              <a:t>search space</a:t>
            </a:r>
          </a:p>
        </p:txBody>
      </p:sp>
      <p:grpSp>
        <p:nvGrpSpPr>
          <p:cNvPr id="485394" name="Group 63"/>
          <p:cNvGrpSpPr>
            <a:grpSpLocks/>
          </p:cNvGrpSpPr>
          <p:nvPr/>
        </p:nvGrpSpPr>
        <p:grpSpPr bwMode="auto">
          <a:xfrm>
            <a:off x="7011988" y="3089275"/>
            <a:ext cx="1425575" cy="2014538"/>
            <a:chOff x="4692" y="2715"/>
            <a:chExt cx="898" cy="1269"/>
          </a:xfrm>
        </p:grpSpPr>
        <p:sp>
          <p:nvSpPr>
            <p:cNvPr id="485397" name="Rectangle 64"/>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398" name="Rectangle 65"/>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399" name="Rectangle 66"/>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00" name="Rectangle 67"/>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01" name="Rectangle 68"/>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02" name="Rectangle 69"/>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03" name="Rectangle 70"/>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5404" name="Text Box 71"/>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85405" name="Text Box 72"/>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85406" name="Text Box 73"/>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85407" name="Line 74"/>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5396"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D3EABA76-E3F7-49F5-ABB4-00124A1CDDCA}" type="slidenum">
              <a:rPr lang="zh-CN" altLang="en-US" sz="1400" smtClean="0">
                <a:solidFill>
                  <a:schemeClr val="bg2"/>
                </a:solidFill>
                <a:latin typeface="Arial" panose="020B0604020202020204" pitchFamily="34" charset="0"/>
              </a:rPr>
              <a:pPr>
                <a:spcBef>
                  <a:spcPct val="50000"/>
                </a:spcBef>
                <a:buClrTx/>
                <a:buSzTx/>
                <a:buFontTx/>
                <a:buNone/>
              </a:pPr>
              <a:t>345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3EA3E854-9991-CCEE-BE0A-B20BB5609AA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grpSp>
        <p:nvGrpSpPr>
          <p:cNvPr id="486403" name="Group 3"/>
          <p:cNvGrpSpPr>
            <a:grpSpLocks/>
          </p:cNvGrpSpPr>
          <p:nvPr/>
        </p:nvGrpSpPr>
        <p:grpSpPr bwMode="auto">
          <a:xfrm>
            <a:off x="1385888" y="1662113"/>
            <a:ext cx="5257800" cy="3946525"/>
            <a:chOff x="1104" y="1306"/>
            <a:chExt cx="3312" cy="2486"/>
          </a:xfrm>
        </p:grpSpPr>
        <p:sp>
          <p:nvSpPr>
            <p:cNvPr id="486453" name="Rectangle 4"/>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6454" name="Group 5"/>
            <p:cNvGrpSpPr>
              <a:grpSpLocks/>
            </p:cNvGrpSpPr>
            <p:nvPr/>
          </p:nvGrpSpPr>
          <p:grpSpPr bwMode="auto">
            <a:xfrm>
              <a:off x="3646" y="2450"/>
              <a:ext cx="530" cy="584"/>
              <a:chOff x="3646" y="2450"/>
              <a:chExt cx="530" cy="584"/>
            </a:xfrm>
          </p:grpSpPr>
          <p:sp>
            <p:nvSpPr>
              <p:cNvPr id="486472" name="Oval 6"/>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73" name="Oval 7"/>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74" name="Oval 8"/>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75" name="Oval 9"/>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86455" name="Line 10"/>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6456" name="Line 11"/>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6457" name="Text Box 12"/>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86458" name="Text Box 13"/>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86459" name="Group 14"/>
            <p:cNvGrpSpPr>
              <a:grpSpLocks/>
            </p:cNvGrpSpPr>
            <p:nvPr/>
          </p:nvGrpSpPr>
          <p:grpSpPr bwMode="auto">
            <a:xfrm>
              <a:off x="3264" y="1546"/>
              <a:ext cx="336" cy="288"/>
              <a:chOff x="3264" y="1546"/>
              <a:chExt cx="336" cy="288"/>
            </a:xfrm>
          </p:grpSpPr>
          <p:sp>
            <p:nvSpPr>
              <p:cNvPr id="486470" name="Oval 15"/>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71" name="Oval 16"/>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86460" name="Group 17"/>
            <p:cNvGrpSpPr>
              <a:grpSpLocks/>
            </p:cNvGrpSpPr>
            <p:nvPr/>
          </p:nvGrpSpPr>
          <p:grpSpPr bwMode="auto">
            <a:xfrm>
              <a:off x="1525" y="2635"/>
              <a:ext cx="2495" cy="807"/>
              <a:chOff x="1525" y="2635"/>
              <a:chExt cx="2495" cy="807"/>
            </a:xfrm>
          </p:grpSpPr>
          <p:sp>
            <p:nvSpPr>
              <p:cNvPr id="486467" name="Freeform 18"/>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6468" name="Freeform 19"/>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6469" name="Freeform 20"/>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61" name="Group 21"/>
            <p:cNvGrpSpPr>
              <a:grpSpLocks/>
            </p:cNvGrpSpPr>
            <p:nvPr/>
          </p:nvGrpSpPr>
          <p:grpSpPr bwMode="auto">
            <a:xfrm>
              <a:off x="1968" y="2026"/>
              <a:ext cx="1150" cy="756"/>
              <a:chOff x="1968" y="2026"/>
              <a:chExt cx="1150" cy="756"/>
            </a:xfrm>
          </p:grpSpPr>
          <p:sp>
            <p:nvSpPr>
              <p:cNvPr id="486462" name="Oval 22"/>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63" name="Oval 23"/>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64" name="Oval 24"/>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65" name="Oval 25"/>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66" name="Oval 26"/>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86404" name="Group 27"/>
          <p:cNvGrpSpPr>
            <a:grpSpLocks/>
          </p:cNvGrpSpPr>
          <p:nvPr/>
        </p:nvGrpSpPr>
        <p:grpSpPr bwMode="auto">
          <a:xfrm rot="6098621">
            <a:off x="3459956" y="3321844"/>
            <a:ext cx="182563" cy="212725"/>
            <a:chOff x="1968" y="1700"/>
            <a:chExt cx="115" cy="134"/>
          </a:xfrm>
        </p:grpSpPr>
        <p:sp>
          <p:nvSpPr>
            <p:cNvPr id="486451" name="Oval 28"/>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52" name="Line 29"/>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05" name="Group 30"/>
          <p:cNvGrpSpPr>
            <a:grpSpLocks/>
          </p:cNvGrpSpPr>
          <p:nvPr/>
        </p:nvGrpSpPr>
        <p:grpSpPr bwMode="auto">
          <a:xfrm rot="-9513354">
            <a:off x="3589338" y="3746500"/>
            <a:ext cx="220662" cy="153988"/>
            <a:chOff x="2357" y="1977"/>
            <a:chExt cx="139" cy="97"/>
          </a:xfrm>
        </p:grpSpPr>
        <p:sp>
          <p:nvSpPr>
            <p:cNvPr id="486449" name="Oval 31"/>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50" name="Line 32"/>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06" name="Group 33"/>
          <p:cNvGrpSpPr>
            <a:grpSpLocks/>
          </p:cNvGrpSpPr>
          <p:nvPr/>
        </p:nvGrpSpPr>
        <p:grpSpPr bwMode="auto">
          <a:xfrm rot="-7560005">
            <a:off x="4661694" y="3585369"/>
            <a:ext cx="149225" cy="176213"/>
            <a:chOff x="3074" y="1819"/>
            <a:chExt cx="94" cy="111"/>
          </a:xfrm>
        </p:grpSpPr>
        <p:sp>
          <p:nvSpPr>
            <p:cNvPr id="486447" name="Oval 34"/>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48" name="Line 35"/>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07" name="Group 36"/>
          <p:cNvGrpSpPr>
            <a:grpSpLocks/>
          </p:cNvGrpSpPr>
          <p:nvPr/>
        </p:nvGrpSpPr>
        <p:grpSpPr bwMode="auto">
          <a:xfrm rot="-4860905">
            <a:off x="3278188" y="4816475"/>
            <a:ext cx="152400" cy="149225"/>
            <a:chOff x="2016" y="2602"/>
            <a:chExt cx="96" cy="94"/>
          </a:xfrm>
        </p:grpSpPr>
        <p:sp>
          <p:nvSpPr>
            <p:cNvPr id="486445" name="Oval 37"/>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46" name="Line 38"/>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08" name="Group 39"/>
          <p:cNvGrpSpPr>
            <a:grpSpLocks/>
          </p:cNvGrpSpPr>
          <p:nvPr/>
        </p:nvGrpSpPr>
        <p:grpSpPr bwMode="auto">
          <a:xfrm rot="10206680">
            <a:off x="3770313" y="5157788"/>
            <a:ext cx="115887" cy="190500"/>
            <a:chOff x="2471" y="3010"/>
            <a:chExt cx="73" cy="120"/>
          </a:xfrm>
        </p:grpSpPr>
        <p:sp>
          <p:nvSpPr>
            <p:cNvPr id="486443"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44"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09" name="Group 42"/>
          <p:cNvGrpSpPr>
            <a:grpSpLocks/>
          </p:cNvGrpSpPr>
          <p:nvPr/>
        </p:nvGrpSpPr>
        <p:grpSpPr bwMode="auto">
          <a:xfrm rot="-4422056">
            <a:off x="4950618" y="5104607"/>
            <a:ext cx="93663" cy="241300"/>
            <a:chOff x="3301" y="3026"/>
            <a:chExt cx="59" cy="152"/>
          </a:xfrm>
        </p:grpSpPr>
        <p:sp>
          <p:nvSpPr>
            <p:cNvPr id="486441"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42"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10" name="Group 45"/>
          <p:cNvGrpSpPr>
            <a:grpSpLocks/>
          </p:cNvGrpSpPr>
          <p:nvPr/>
        </p:nvGrpSpPr>
        <p:grpSpPr bwMode="auto">
          <a:xfrm rot="9841660">
            <a:off x="5562600" y="4179888"/>
            <a:ext cx="215900" cy="112712"/>
            <a:chOff x="3408" y="2506"/>
            <a:chExt cx="136" cy="71"/>
          </a:xfrm>
        </p:grpSpPr>
        <p:sp>
          <p:nvSpPr>
            <p:cNvPr id="486439"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40"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11" name="Group 48"/>
          <p:cNvGrpSpPr>
            <a:grpSpLocks/>
          </p:cNvGrpSpPr>
          <p:nvPr/>
        </p:nvGrpSpPr>
        <p:grpSpPr bwMode="auto">
          <a:xfrm rot="10354694">
            <a:off x="5943600" y="3478213"/>
            <a:ext cx="203200" cy="117475"/>
            <a:chOff x="3696" y="1760"/>
            <a:chExt cx="128" cy="74"/>
          </a:xfrm>
        </p:grpSpPr>
        <p:sp>
          <p:nvSpPr>
            <p:cNvPr id="486437"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38"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12" name="Group 51"/>
          <p:cNvGrpSpPr>
            <a:grpSpLocks/>
          </p:cNvGrpSpPr>
          <p:nvPr/>
        </p:nvGrpSpPr>
        <p:grpSpPr bwMode="auto">
          <a:xfrm rot="-2891512">
            <a:off x="5104606" y="5272882"/>
            <a:ext cx="149225" cy="176212"/>
            <a:chOff x="3410" y="3211"/>
            <a:chExt cx="94" cy="111"/>
          </a:xfrm>
        </p:grpSpPr>
        <p:sp>
          <p:nvSpPr>
            <p:cNvPr id="486435"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36"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13" name="Group 54"/>
          <p:cNvGrpSpPr>
            <a:grpSpLocks/>
          </p:cNvGrpSpPr>
          <p:nvPr/>
        </p:nvGrpSpPr>
        <p:grpSpPr bwMode="auto">
          <a:xfrm rot="7509791">
            <a:off x="3266281" y="5258595"/>
            <a:ext cx="149225" cy="176212"/>
            <a:chOff x="1682" y="3537"/>
            <a:chExt cx="94" cy="111"/>
          </a:xfrm>
        </p:grpSpPr>
        <p:sp>
          <p:nvSpPr>
            <p:cNvPr id="486433"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34"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14" name="Group 57"/>
          <p:cNvGrpSpPr>
            <a:grpSpLocks/>
          </p:cNvGrpSpPr>
          <p:nvPr/>
        </p:nvGrpSpPr>
        <p:grpSpPr bwMode="auto">
          <a:xfrm>
            <a:off x="4572000" y="4179888"/>
            <a:ext cx="76200" cy="254000"/>
            <a:chOff x="2880" y="2266"/>
            <a:chExt cx="48" cy="160"/>
          </a:xfrm>
        </p:grpSpPr>
        <p:sp>
          <p:nvSpPr>
            <p:cNvPr id="486431"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32"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6415" name="Group 60"/>
          <p:cNvGrpSpPr>
            <a:grpSpLocks/>
          </p:cNvGrpSpPr>
          <p:nvPr/>
        </p:nvGrpSpPr>
        <p:grpSpPr bwMode="auto">
          <a:xfrm>
            <a:off x="7024688" y="2805113"/>
            <a:ext cx="1425575" cy="2014537"/>
            <a:chOff x="4692" y="2715"/>
            <a:chExt cx="898" cy="1269"/>
          </a:xfrm>
        </p:grpSpPr>
        <p:sp>
          <p:nvSpPr>
            <p:cNvPr id="486420"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1"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2"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3"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4"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5"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6"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6427"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86428" name="Text Box 69"/>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86429" name="Text Box 70"/>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86430"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6416" name="Line 72"/>
          <p:cNvSpPr>
            <a:spLocks noChangeShapeType="1"/>
          </p:cNvSpPr>
          <p:nvPr/>
        </p:nvSpPr>
        <p:spPr bwMode="auto">
          <a:xfrm flipH="1">
            <a:off x="2206580" y="5107614"/>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6417" name="Text Box 73"/>
          <p:cNvSpPr txBox="1">
            <a:spLocks noChangeArrowheads="1"/>
          </p:cNvSpPr>
          <p:nvPr/>
        </p:nvSpPr>
        <p:spPr bwMode="auto">
          <a:xfrm>
            <a:off x="1081087" y="5791200"/>
            <a:ext cx="22509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dirty="0">
                <a:latin typeface="Times" panose="02020603050405020304" pitchFamily="18" charset="0"/>
                <a:ea typeface="SimSun" panose="02010600030101010101" pitchFamily="2" charset="-122"/>
              </a:rPr>
              <a:t>search space</a:t>
            </a:r>
          </a:p>
        </p:txBody>
      </p:sp>
      <p:sp>
        <p:nvSpPr>
          <p:cNvPr id="486419"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77D57C67-8D9E-488E-A122-D0B1238FFC65}" type="slidenum">
              <a:rPr lang="zh-CN" altLang="en-US" sz="1400" smtClean="0">
                <a:solidFill>
                  <a:schemeClr val="bg2"/>
                </a:solidFill>
                <a:latin typeface="Arial" panose="020B0604020202020204" pitchFamily="34" charset="0"/>
              </a:rPr>
              <a:pPr>
                <a:spcBef>
                  <a:spcPct val="50000"/>
                </a:spcBef>
                <a:buClrTx/>
                <a:buSzTx/>
                <a:buFontTx/>
                <a:buNone/>
              </a:pPr>
              <a:t>346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B0C240F-3136-34A9-31D5-5DBD8F336F4A}"/>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grpSp>
        <p:nvGrpSpPr>
          <p:cNvPr id="487427" name="Group 3"/>
          <p:cNvGrpSpPr>
            <a:grpSpLocks/>
          </p:cNvGrpSpPr>
          <p:nvPr/>
        </p:nvGrpSpPr>
        <p:grpSpPr bwMode="auto">
          <a:xfrm>
            <a:off x="1436688" y="1870075"/>
            <a:ext cx="5257800" cy="3946525"/>
            <a:chOff x="1104" y="1306"/>
            <a:chExt cx="3312" cy="2486"/>
          </a:xfrm>
        </p:grpSpPr>
        <p:sp>
          <p:nvSpPr>
            <p:cNvPr id="487477" name="Rectangle 4"/>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7478" name="Group 5"/>
            <p:cNvGrpSpPr>
              <a:grpSpLocks/>
            </p:cNvGrpSpPr>
            <p:nvPr/>
          </p:nvGrpSpPr>
          <p:grpSpPr bwMode="auto">
            <a:xfrm>
              <a:off x="3646" y="2450"/>
              <a:ext cx="530" cy="584"/>
              <a:chOff x="3646" y="2450"/>
              <a:chExt cx="530" cy="584"/>
            </a:xfrm>
          </p:grpSpPr>
          <p:sp>
            <p:nvSpPr>
              <p:cNvPr id="487496" name="Oval 6"/>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97" name="Oval 7"/>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98" name="Oval 8"/>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99" name="Oval 9"/>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87479" name="Line 10"/>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7480" name="Line 11"/>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7481" name="Text Box 12"/>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87482" name="Text Box 13"/>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87483" name="Group 14"/>
            <p:cNvGrpSpPr>
              <a:grpSpLocks/>
            </p:cNvGrpSpPr>
            <p:nvPr/>
          </p:nvGrpSpPr>
          <p:grpSpPr bwMode="auto">
            <a:xfrm>
              <a:off x="3264" y="1546"/>
              <a:ext cx="336" cy="288"/>
              <a:chOff x="3264" y="1546"/>
              <a:chExt cx="336" cy="288"/>
            </a:xfrm>
          </p:grpSpPr>
          <p:sp>
            <p:nvSpPr>
              <p:cNvPr id="487494" name="Oval 15"/>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95" name="Oval 16"/>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87484" name="Group 17"/>
            <p:cNvGrpSpPr>
              <a:grpSpLocks/>
            </p:cNvGrpSpPr>
            <p:nvPr/>
          </p:nvGrpSpPr>
          <p:grpSpPr bwMode="auto">
            <a:xfrm>
              <a:off x="1525" y="2635"/>
              <a:ext cx="2495" cy="807"/>
              <a:chOff x="1525" y="2635"/>
              <a:chExt cx="2495" cy="807"/>
            </a:xfrm>
          </p:grpSpPr>
          <p:sp>
            <p:nvSpPr>
              <p:cNvPr id="487491" name="Freeform 18"/>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7492" name="Freeform 19"/>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7493" name="Freeform 20"/>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85" name="Group 21"/>
            <p:cNvGrpSpPr>
              <a:grpSpLocks/>
            </p:cNvGrpSpPr>
            <p:nvPr/>
          </p:nvGrpSpPr>
          <p:grpSpPr bwMode="auto">
            <a:xfrm>
              <a:off x="1968" y="2026"/>
              <a:ext cx="1150" cy="756"/>
              <a:chOff x="1968" y="2026"/>
              <a:chExt cx="1150" cy="756"/>
            </a:xfrm>
          </p:grpSpPr>
          <p:sp>
            <p:nvSpPr>
              <p:cNvPr id="487486" name="Oval 22"/>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87" name="Oval 23"/>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88" name="Oval 24"/>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89" name="Oval 25"/>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90" name="Oval 26"/>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87428" name="Group 27"/>
          <p:cNvGrpSpPr>
            <a:grpSpLocks/>
          </p:cNvGrpSpPr>
          <p:nvPr/>
        </p:nvGrpSpPr>
        <p:grpSpPr bwMode="auto">
          <a:xfrm rot="6098621">
            <a:off x="4069556" y="3626644"/>
            <a:ext cx="182563" cy="212725"/>
            <a:chOff x="1968" y="1700"/>
            <a:chExt cx="115" cy="134"/>
          </a:xfrm>
        </p:grpSpPr>
        <p:sp>
          <p:nvSpPr>
            <p:cNvPr id="487475" name="Oval 28"/>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76" name="Line 29"/>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29" name="Group 30"/>
          <p:cNvGrpSpPr>
            <a:grpSpLocks/>
          </p:cNvGrpSpPr>
          <p:nvPr/>
        </p:nvGrpSpPr>
        <p:grpSpPr bwMode="auto">
          <a:xfrm rot="-9513354">
            <a:off x="4046538" y="3898900"/>
            <a:ext cx="220662" cy="153988"/>
            <a:chOff x="2357" y="1977"/>
            <a:chExt cx="139" cy="97"/>
          </a:xfrm>
        </p:grpSpPr>
        <p:sp>
          <p:nvSpPr>
            <p:cNvPr id="487473" name="Oval 31"/>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74" name="Line 32"/>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0" name="Group 33"/>
          <p:cNvGrpSpPr>
            <a:grpSpLocks/>
          </p:cNvGrpSpPr>
          <p:nvPr/>
        </p:nvGrpSpPr>
        <p:grpSpPr bwMode="auto">
          <a:xfrm rot="-7560005">
            <a:off x="4966494" y="3890169"/>
            <a:ext cx="149225" cy="176213"/>
            <a:chOff x="3074" y="1819"/>
            <a:chExt cx="94" cy="111"/>
          </a:xfrm>
        </p:grpSpPr>
        <p:sp>
          <p:nvSpPr>
            <p:cNvPr id="487471" name="Oval 34"/>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72" name="Line 35"/>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1" name="Group 36"/>
          <p:cNvGrpSpPr>
            <a:grpSpLocks/>
          </p:cNvGrpSpPr>
          <p:nvPr/>
        </p:nvGrpSpPr>
        <p:grpSpPr bwMode="auto">
          <a:xfrm rot="-6025803">
            <a:off x="3811588" y="5045075"/>
            <a:ext cx="152400" cy="149225"/>
            <a:chOff x="2016" y="2602"/>
            <a:chExt cx="96" cy="94"/>
          </a:xfrm>
        </p:grpSpPr>
        <p:sp>
          <p:nvSpPr>
            <p:cNvPr id="487469" name="Oval 37"/>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70" name="Line 38"/>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2" name="Group 39"/>
          <p:cNvGrpSpPr>
            <a:grpSpLocks/>
          </p:cNvGrpSpPr>
          <p:nvPr/>
        </p:nvGrpSpPr>
        <p:grpSpPr bwMode="auto">
          <a:xfrm rot="10206680">
            <a:off x="4303713" y="5272088"/>
            <a:ext cx="115887" cy="190500"/>
            <a:chOff x="2471" y="3010"/>
            <a:chExt cx="73" cy="120"/>
          </a:xfrm>
        </p:grpSpPr>
        <p:sp>
          <p:nvSpPr>
            <p:cNvPr id="487467"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68"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3" name="Group 42"/>
          <p:cNvGrpSpPr>
            <a:grpSpLocks/>
          </p:cNvGrpSpPr>
          <p:nvPr/>
        </p:nvGrpSpPr>
        <p:grpSpPr bwMode="auto">
          <a:xfrm rot="-4832018">
            <a:off x="4950618" y="5104607"/>
            <a:ext cx="93663" cy="241300"/>
            <a:chOff x="3301" y="3026"/>
            <a:chExt cx="59" cy="152"/>
          </a:xfrm>
        </p:grpSpPr>
        <p:sp>
          <p:nvSpPr>
            <p:cNvPr id="487465"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66"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4" name="Group 45"/>
          <p:cNvGrpSpPr>
            <a:grpSpLocks/>
          </p:cNvGrpSpPr>
          <p:nvPr/>
        </p:nvGrpSpPr>
        <p:grpSpPr bwMode="auto">
          <a:xfrm rot="8132747">
            <a:off x="5486400" y="4179888"/>
            <a:ext cx="215900" cy="112712"/>
            <a:chOff x="3408" y="2506"/>
            <a:chExt cx="136" cy="71"/>
          </a:xfrm>
        </p:grpSpPr>
        <p:sp>
          <p:nvSpPr>
            <p:cNvPr id="487463"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64"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5" name="Group 48"/>
          <p:cNvGrpSpPr>
            <a:grpSpLocks/>
          </p:cNvGrpSpPr>
          <p:nvPr/>
        </p:nvGrpSpPr>
        <p:grpSpPr bwMode="auto">
          <a:xfrm rot="10354694">
            <a:off x="5791200" y="3900488"/>
            <a:ext cx="203200" cy="117475"/>
            <a:chOff x="3696" y="1760"/>
            <a:chExt cx="128" cy="74"/>
          </a:xfrm>
        </p:grpSpPr>
        <p:sp>
          <p:nvSpPr>
            <p:cNvPr id="487461"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62"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6" name="Group 51"/>
          <p:cNvGrpSpPr>
            <a:grpSpLocks/>
          </p:cNvGrpSpPr>
          <p:nvPr/>
        </p:nvGrpSpPr>
        <p:grpSpPr bwMode="auto">
          <a:xfrm rot="-2891512">
            <a:off x="4966494" y="5272881"/>
            <a:ext cx="149225" cy="176213"/>
            <a:chOff x="3410" y="3211"/>
            <a:chExt cx="94" cy="111"/>
          </a:xfrm>
        </p:grpSpPr>
        <p:sp>
          <p:nvSpPr>
            <p:cNvPr id="487459"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60"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7" name="Group 54"/>
          <p:cNvGrpSpPr>
            <a:grpSpLocks/>
          </p:cNvGrpSpPr>
          <p:nvPr/>
        </p:nvGrpSpPr>
        <p:grpSpPr bwMode="auto">
          <a:xfrm rot="8385136">
            <a:off x="3876675" y="5260975"/>
            <a:ext cx="149225" cy="176213"/>
            <a:chOff x="1682" y="3537"/>
            <a:chExt cx="94" cy="111"/>
          </a:xfrm>
        </p:grpSpPr>
        <p:sp>
          <p:nvSpPr>
            <p:cNvPr id="487457"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58"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8" name="Group 57"/>
          <p:cNvGrpSpPr>
            <a:grpSpLocks/>
          </p:cNvGrpSpPr>
          <p:nvPr/>
        </p:nvGrpSpPr>
        <p:grpSpPr bwMode="auto">
          <a:xfrm>
            <a:off x="4876800" y="4281488"/>
            <a:ext cx="76200" cy="254000"/>
            <a:chOff x="2880" y="2266"/>
            <a:chExt cx="48" cy="160"/>
          </a:xfrm>
        </p:grpSpPr>
        <p:sp>
          <p:nvSpPr>
            <p:cNvPr id="487455"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56"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7439" name="Group 60"/>
          <p:cNvGrpSpPr>
            <a:grpSpLocks/>
          </p:cNvGrpSpPr>
          <p:nvPr/>
        </p:nvGrpSpPr>
        <p:grpSpPr bwMode="auto">
          <a:xfrm>
            <a:off x="7183438" y="3222625"/>
            <a:ext cx="1425575" cy="2014538"/>
            <a:chOff x="4692" y="2715"/>
            <a:chExt cx="898" cy="1269"/>
          </a:xfrm>
        </p:grpSpPr>
        <p:sp>
          <p:nvSpPr>
            <p:cNvPr id="487444"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45"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46"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47"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48"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49"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50"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7451"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87452" name="Text Box 69"/>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87453" name="Text Box 70"/>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87454"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7440" name="Line 72"/>
          <p:cNvSpPr>
            <a:spLocks noChangeShapeType="1"/>
          </p:cNvSpPr>
          <p:nvPr/>
        </p:nvSpPr>
        <p:spPr bwMode="auto">
          <a:xfrm flipH="1">
            <a:off x="1893888" y="5299075"/>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7441" name="Text Box 73"/>
          <p:cNvSpPr txBox="1">
            <a:spLocks noChangeArrowheads="1"/>
          </p:cNvSpPr>
          <p:nvPr/>
        </p:nvSpPr>
        <p:spPr bwMode="auto">
          <a:xfrm>
            <a:off x="1131888" y="5999163"/>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a:latin typeface="Times" panose="02020603050405020304" pitchFamily="18" charset="0"/>
                <a:ea typeface="SimSun" panose="02010600030101010101" pitchFamily="2" charset="-122"/>
              </a:rPr>
              <a:t>search space</a:t>
            </a:r>
          </a:p>
        </p:txBody>
      </p:sp>
      <p:sp>
        <p:nvSpPr>
          <p:cNvPr id="487443"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6A036F9-F1D4-4A21-BE54-845C0875A637}" type="slidenum">
              <a:rPr lang="zh-CN" altLang="en-US" sz="1400" smtClean="0">
                <a:solidFill>
                  <a:schemeClr val="bg2"/>
                </a:solidFill>
                <a:latin typeface="Arial" panose="020B0604020202020204" pitchFamily="34" charset="0"/>
              </a:rPr>
              <a:pPr>
                <a:spcBef>
                  <a:spcPct val="50000"/>
                </a:spcBef>
                <a:buClrTx/>
                <a:buSzTx/>
                <a:buFontTx/>
                <a:buNone/>
              </a:pPr>
              <a:t>347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5F5D4F56-9423-FF38-F9AF-3D1221407232}"/>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grpSp>
        <p:nvGrpSpPr>
          <p:cNvPr id="488451" name="Group 3"/>
          <p:cNvGrpSpPr>
            <a:grpSpLocks/>
          </p:cNvGrpSpPr>
          <p:nvPr/>
        </p:nvGrpSpPr>
        <p:grpSpPr bwMode="auto">
          <a:xfrm>
            <a:off x="1828800" y="2362200"/>
            <a:ext cx="5257800" cy="3946525"/>
            <a:chOff x="1104" y="1306"/>
            <a:chExt cx="3312" cy="2486"/>
          </a:xfrm>
        </p:grpSpPr>
        <p:sp>
          <p:nvSpPr>
            <p:cNvPr id="488501" name="Rectangle 4"/>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8502" name="Group 5"/>
            <p:cNvGrpSpPr>
              <a:grpSpLocks/>
            </p:cNvGrpSpPr>
            <p:nvPr/>
          </p:nvGrpSpPr>
          <p:grpSpPr bwMode="auto">
            <a:xfrm>
              <a:off x="3646" y="2450"/>
              <a:ext cx="530" cy="584"/>
              <a:chOff x="3646" y="2450"/>
              <a:chExt cx="530" cy="584"/>
            </a:xfrm>
          </p:grpSpPr>
          <p:sp>
            <p:nvSpPr>
              <p:cNvPr id="488520" name="Oval 6"/>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21" name="Oval 7"/>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22" name="Oval 8"/>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23" name="Oval 9"/>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88503" name="Line 10"/>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8504" name="Line 11"/>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8505" name="Text Box 12"/>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88506" name="Text Box 13"/>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88507" name="Group 14"/>
            <p:cNvGrpSpPr>
              <a:grpSpLocks/>
            </p:cNvGrpSpPr>
            <p:nvPr/>
          </p:nvGrpSpPr>
          <p:grpSpPr bwMode="auto">
            <a:xfrm>
              <a:off x="3264" y="1546"/>
              <a:ext cx="336" cy="288"/>
              <a:chOff x="3264" y="1546"/>
              <a:chExt cx="336" cy="288"/>
            </a:xfrm>
          </p:grpSpPr>
          <p:sp>
            <p:nvSpPr>
              <p:cNvPr id="488518" name="Oval 15"/>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19" name="Oval 16"/>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88508" name="Group 17"/>
            <p:cNvGrpSpPr>
              <a:grpSpLocks/>
            </p:cNvGrpSpPr>
            <p:nvPr/>
          </p:nvGrpSpPr>
          <p:grpSpPr bwMode="auto">
            <a:xfrm>
              <a:off x="1525" y="2635"/>
              <a:ext cx="2495" cy="807"/>
              <a:chOff x="1525" y="2635"/>
              <a:chExt cx="2495" cy="807"/>
            </a:xfrm>
          </p:grpSpPr>
          <p:sp>
            <p:nvSpPr>
              <p:cNvPr id="488515" name="Freeform 18"/>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8516" name="Freeform 19"/>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8517" name="Freeform 20"/>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509" name="Group 21"/>
            <p:cNvGrpSpPr>
              <a:grpSpLocks/>
            </p:cNvGrpSpPr>
            <p:nvPr/>
          </p:nvGrpSpPr>
          <p:grpSpPr bwMode="auto">
            <a:xfrm>
              <a:off x="1968" y="2026"/>
              <a:ext cx="1150" cy="756"/>
              <a:chOff x="1968" y="2026"/>
              <a:chExt cx="1150" cy="756"/>
            </a:xfrm>
          </p:grpSpPr>
          <p:sp>
            <p:nvSpPr>
              <p:cNvPr id="488510" name="Oval 22"/>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11" name="Oval 23"/>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12" name="Oval 24"/>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13" name="Oval 25"/>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14" name="Oval 26"/>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88452" name="Group 27"/>
          <p:cNvGrpSpPr>
            <a:grpSpLocks/>
          </p:cNvGrpSpPr>
          <p:nvPr/>
        </p:nvGrpSpPr>
        <p:grpSpPr bwMode="auto">
          <a:xfrm rot="6098621">
            <a:off x="4087020" y="3948906"/>
            <a:ext cx="182562" cy="212725"/>
            <a:chOff x="1968" y="1700"/>
            <a:chExt cx="115" cy="134"/>
          </a:xfrm>
        </p:grpSpPr>
        <p:sp>
          <p:nvSpPr>
            <p:cNvPr id="488499" name="Oval 28"/>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500" name="Line 29"/>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3" name="Group 30"/>
          <p:cNvGrpSpPr>
            <a:grpSpLocks/>
          </p:cNvGrpSpPr>
          <p:nvPr/>
        </p:nvGrpSpPr>
        <p:grpSpPr bwMode="auto">
          <a:xfrm rot="-9513354">
            <a:off x="4030663" y="4176713"/>
            <a:ext cx="220662" cy="153987"/>
            <a:chOff x="2357" y="1977"/>
            <a:chExt cx="139" cy="97"/>
          </a:xfrm>
        </p:grpSpPr>
        <p:sp>
          <p:nvSpPr>
            <p:cNvPr id="488497" name="Oval 31"/>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98" name="Line 32"/>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4" name="Group 33"/>
          <p:cNvGrpSpPr>
            <a:grpSpLocks/>
          </p:cNvGrpSpPr>
          <p:nvPr/>
        </p:nvGrpSpPr>
        <p:grpSpPr bwMode="auto">
          <a:xfrm rot="-7560005">
            <a:off x="4585494" y="4042569"/>
            <a:ext cx="149225" cy="176213"/>
            <a:chOff x="3074" y="1819"/>
            <a:chExt cx="94" cy="111"/>
          </a:xfrm>
        </p:grpSpPr>
        <p:sp>
          <p:nvSpPr>
            <p:cNvPr id="488495" name="Oval 34"/>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96" name="Line 35"/>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5" name="Group 36"/>
          <p:cNvGrpSpPr>
            <a:grpSpLocks/>
          </p:cNvGrpSpPr>
          <p:nvPr/>
        </p:nvGrpSpPr>
        <p:grpSpPr bwMode="auto">
          <a:xfrm rot="-10556147">
            <a:off x="3963988" y="5195888"/>
            <a:ext cx="152400" cy="149225"/>
            <a:chOff x="2016" y="2602"/>
            <a:chExt cx="96" cy="94"/>
          </a:xfrm>
        </p:grpSpPr>
        <p:sp>
          <p:nvSpPr>
            <p:cNvPr id="488493" name="Oval 37"/>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94" name="Line 38"/>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6" name="Group 39"/>
          <p:cNvGrpSpPr>
            <a:grpSpLocks/>
          </p:cNvGrpSpPr>
          <p:nvPr/>
        </p:nvGrpSpPr>
        <p:grpSpPr bwMode="auto">
          <a:xfrm rot="5131915">
            <a:off x="4190206" y="5271294"/>
            <a:ext cx="115888" cy="190500"/>
            <a:chOff x="2471" y="3010"/>
            <a:chExt cx="73" cy="120"/>
          </a:xfrm>
        </p:grpSpPr>
        <p:sp>
          <p:nvSpPr>
            <p:cNvPr id="488491"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92"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7" name="Group 42"/>
          <p:cNvGrpSpPr>
            <a:grpSpLocks/>
          </p:cNvGrpSpPr>
          <p:nvPr/>
        </p:nvGrpSpPr>
        <p:grpSpPr bwMode="auto">
          <a:xfrm rot="-2281014">
            <a:off x="4495800" y="5043488"/>
            <a:ext cx="93663" cy="241300"/>
            <a:chOff x="3301" y="3026"/>
            <a:chExt cx="59" cy="152"/>
          </a:xfrm>
        </p:grpSpPr>
        <p:sp>
          <p:nvSpPr>
            <p:cNvPr id="488489"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90"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8" name="Group 45"/>
          <p:cNvGrpSpPr>
            <a:grpSpLocks/>
          </p:cNvGrpSpPr>
          <p:nvPr/>
        </p:nvGrpSpPr>
        <p:grpSpPr bwMode="auto">
          <a:xfrm rot="8737284">
            <a:off x="4792663" y="4302125"/>
            <a:ext cx="215900" cy="112713"/>
            <a:chOff x="3408" y="2506"/>
            <a:chExt cx="136" cy="71"/>
          </a:xfrm>
        </p:grpSpPr>
        <p:sp>
          <p:nvSpPr>
            <p:cNvPr id="488487"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88"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59" name="Group 48"/>
          <p:cNvGrpSpPr>
            <a:grpSpLocks/>
          </p:cNvGrpSpPr>
          <p:nvPr/>
        </p:nvGrpSpPr>
        <p:grpSpPr bwMode="auto">
          <a:xfrm rot="-9957458">
            <a:off x="5064125" y="4111625"/>
            <a:ext cx="203200" cy="117475"/>
            <a:chOff x="3696" y="1760"/>
            <a:chExt cx="128" cy="74"/>
          </a:xfrm>
        </p:grpSpPr>
        <p:sp>
          <p:nvSpPr>
            <p:cNvPr id="488485"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86"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60" name="Group 51"/>
          <p:cNvGrpSpPr>
            <a:grpSpLocks/>
          </p:cNvGrpSpPr>
          <p:nvPr/>
        </p:nvGrpSpPr>
        <p:grpSpPr bwMode="auto">
          <a:xfrm rot="296295">
            <a:off x="4343400" y="5195888"/>
            <a:ext cx="149225" cy="176212"/>
            <a:chOff x="3410" y="3211"/>
            <a:chExt cx="94" cy="111"/>
          </a:xfrm>
        </p:grpSpPr>
        <p:sp>
          <p:nvSpPr>
            <p:cNvPr id="488483"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84"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61" name="Group 54"/>
          <p:cNvGrpSpPr>
            <a:grpSpLocks/>
          </p:cNvGrpSpPr>
          <p:nvPr/>
        </p:nvGrpSpPr>
        <p:grpSpPr bwMode="auto">
          <a:xfrm rot="6031215">
            <a:off x="4007644" y="5280819"/>
            <a:ext cx="149225" cy="176213"/>
            <a:chOff x="1682" y="3537"/>
            <a:chExt cx="94" cy="111"/>
          </a:xfrm>
        </p:grpSpPr>
        <p:sp>
          <p:nvSpPr>
            <p:cNvPr id="488481"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82"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62" name="Group 57"/>
          <p:cNvGrpSpPr>
            <a:grpSpLocks/>
          </p:cNvGrpSpPr>
          <p:nvPr/>
        </p:nvGrpSpPr>
        <p:grpSpPr bwMode="auto">
          <a:xfrm rot="5943530">
            <a:off x="4452938" y="4322763"/>
            <a:ext cx="76200" cy="254000"/>
            <a:chOff x="2880" y="2266"/>
            <a:chExt cx="48" cy="160"/>
          </a:xfrm>
        </p:grpSpPr>
        <p:sp>
          <p:nvSpPr>
            <p:cNvPr id="488479"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80"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8463" name="Group 60"/>
          <p:cNvGrpSpPr>
            <a:grpSpLocks/>
          </p:cNvGrpSpPr>
          <p:nvPr/>
        </p:nvGrpSpPr>
        <p:grpSpPr bwMode="auto">
          <a:xfrm>
            <a:off x="7220053" y="3564731"/>
            <a:ext cx="1425575" cy="2014538"/>
            <a:chOff x="4692" y="2715"/>
            <a:chExt cx="898" cy="1269"/>
          </a:xfrm>
        </p:grpSpPr>
        <p:sp>
          <p:nvSpPr>
            <p:cNvPr id="488468"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69"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70"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71"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72"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73"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74"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8475"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88476" name="Text Box 69"/>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88477" name="Text Box 70"/>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88478"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8464" name="Line 72"/>
          <p:cNvSpPr>
            <a:spLocks noChangeShapeType="1"/>
          </p:cNvSpPr>
          <p:nvPr/>
        </p:nvSpPr>
        <p:spPr bwMode="auto">
          <a:xfrm flipH="1">
            <a:off x="2286000" y="5791200"/>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8465" name="Text Box 73"/>
          <p:cNvSpPr txBox="1">
            <a:spLocks noChangeArrowheads="1"/>
          </p:cNvSpPr>
          <p:nvPr/>
        </p:nvSpPr>
        <p:spPr bwMode="auto">
          <a:xfrm>
            <a:off x="1292225" y="6235195"/>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dirty="0">
                <a:latin typeface="Times" panose="02020603050405020304" pitchFamily="18" charset="0"/>
                <a:ea typeface="SimSun" panose="02010600030101010101" pitchFamily="2" charset="-122"/>
              </a:rPr>
              <a:t>search space</a:t>
            </a:r>
          </a:p>
        </p:txBody>
      </p:sp>
      <p:sp>
        <p:nvSpPr>
          <p:cNvPr id="488467"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E600D86-BC0D-4444-B7CD-2EDC0EAB4808}" type="slidenum">
              <a:rPr lang="zh-CN" altLang="en-US" sz="1400" smtClean="0">
                <a:solidFill>
                  <a:schemeClr val="bg2"/>
                </a:solidFill>
                <a:latin typeface="Arial" panose="020B0604020202020204" pitchFamily="34" charset="0"/>
              </a:rPr>
              <a:pPr>
                <a:spcBef>
                  <a:spcPct val="50000"/>
                </a:spcBef>
                <a:buClrTx/>
                <a:buSzTx/>
                <a:buFontTx/>
                <a:buNone/>
              </a:pPr>
              <a:t>348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108AB921-0FAC-7EB8-A35F-97B17AE4D578}"/>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grpSp>
        <p:nvGrpSpPr>
          <p:cNvPr id="489475" name="Group 3"/>
          <p:cNvGrpSpPr>
            <a:grpSpLocks/>
          </p:cNvGrpSpPr>
          <p:nvPr/>
        </p:nvGrpSpPr>
        <p:grpSpPr bwMode="auto">
          <a:xfrm>
            <a:off x="1828800" y="2362200"/>
            <a:ext cx="5257800" cy="3946525"/>
            <a:chOff x="1104" y="1306"/>
            <a:chExt cx="3312" cy="2486"/>
          </a:xfrm>
        </p:grpSpPr>
        <p:sp>
          <p:nvSpPr>
            <p:cNvPr id="489525" name="Rectangle 4"/>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89526" name="Group 5"/>
            <p:cNvGrpSpPr>
              <a:grpSpLocks/>
            </p:cNvGrpSpPr>
            <p:nvPr/>
          </p:nvGrpSpPr>
          <p:grpSpPr bwMode="auto">
            <a:xfrm>
              <a:off x="3646" y="2450"/>
              <a:ext cx="530" cy="584"/>
              <a:chOff x="3646" y="2450"/>
              <a:chExt cx="530" cy="584"/>
            </a:xfrm>
          </p:grpSpPr>
          <p:sp>
            <p:nvSpPr>
              <p:cNvPr id="489544" name="Oval 6"/>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45" name="Oval 7"/>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46" name="Oval 8"/>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47" name="Oval 9"/>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89527" name="Line 10"/>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9528" name="Line 11"/>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9529" name="Text Box 12"/>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89530" name="Text Box 13"/>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89531" name="Group 14"/>
            <p:cNvGrpSpPr>
              <a:grpSpLocks/>
            </p:cNvGrpSpPr>
            <p:nvPr/>
          </p:nvGrpSpPr>
          <p:grpSpPr bwMode="auto">
            <a:xfrm>
              <a:off x="3264" y="1546"/>
              <a:ext cx="336" cy="288"/>
              <a:chOff x="3264" y="1546"/>
              <a:chExt cx="336" cy="288"/>
            </a:xfrm>
          </p:grpSpPr>
          <p:sp>
            <p:nvSpPr>
              <p:cNvPr id="489542" name="Oval 15"/>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43" name="Oval 16"/>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89532" name="Group 17"/>
            <p:cNvGrpSpPr>
              <a:grpSpLocks/>
            </p:cNvGrpSpPr>
            <p:nvPr/>
          </p:nvGrpSpPr>
          <p:grpSpPr bwMode="auto">
            <a:xfrm>
              <a:off x="1525" y="2635"/>
              <a:ext cx="2495" cy="807"/>
              <a:chOff x="1525" y="2635"/>
              <a:chExt cx="2495" cy="807"/>
            </a:xfrm>
          </p:grpSpPr>
          <p:sp>
            <p:nvSpPr>
              <p:cNvPr id="489539" name="Freeform 18"/>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9540" name="Freeform 19"/>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9541" name="Freeform 20"/>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533" name="Group 21"/>
            <p:cNvGrpSpPr>
              <a:grpSpLocks/>
            </p:cNvGrpSpPr>
            <p:nvPr/>
          </p:nvGrpSpPr>
          <p:grpSpPr bwMode="auto">
            <a:xfrm>
              <a:off x="1968" y="2026"/>
              <a:ext cx="1150" cy="756"/>
              <a:chOff x="1968" y="2026"/>
              <a:chExt cx="1150" cy="756"/>
            </a:xfrm>
          </p:grpSpPr>
          <p:sp>
            <p:nvSpPr>
              <p:cNvPr id="489534" name="Oval 22"/>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35" name="Oval 23"/>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36" name="Oval 24"/>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37" name="Oval 25"/>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38" name="Oval 26"/>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89476" name="Group 27"/>
          <p:cNvGrpSpPr>
            <a:grpSpLocks/>
          </p:cNvGrpSpPr>
          <p:nvPr/>
        </p:nvGrpSpPr>
        <p:grpSpPr bwMode="auto">
          <a:xfrm rot="6098621">
            <a:off x="4315619" y="4160044"/>
            <a:ext cx="182563" cy="212725"/>
            <a:chOff x="1968" y="1700"/>
            <a:chExt cx="115" cy="134"/>
          </a:xfrm>
        </p:grpSpPr>
        <p:sp>
          <p:nvSpPr>
            <p:cNvPr id="489523" name="Oval 28"/>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24" name="Line 29"/>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77" name="Group 30"/>
          <p:cNvGrpSpPr>
            <a:grpSpLocks/>
          </p:cNvGrpSpPr>
          <p:nvPr/>
        </p:nvGrpSpPr>
        <p:grpSpPr bwMode="auto">
          <a:xfrm rot="10027094">
            <a:off x="4198938" y="4281488"/>
            <a:ext cx="220662" cy="153987"/>
            <a:chOff x="2357" y="1977"/>
            <a:chExt cx="139" cy="97"/>
          </a:xfrm>
        </p:grpSpPr>
        <p:sp>
          <p:nvSpPr>
            <p:cNvPr id="489521" name="Oval 31"/>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22" name="Line 32"/>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78" name="Group 33"/>
          <p:cNvGrpSpPr>
            <a:grpSpLocks/>
          </p:cNvGrpSpPr>
          <p:nvPr/>
        </p:nvGrpSpPr>
        <p:grpSpPr bwMode="auto">
          <a:xfrm rot="-5319873">
            <a:off x="4509294" y="4194969"/>
            <a:ext cx="149225" cy="176213"/>
            <a:chOff x="3074" y="1819"/>
            <a:chExt cx="94" cy="111"/>
          </a:xfrm>
        </p:grpSpPr>
        <p:sp>
          <p:nvSpPr>
            <p:cNvPr id="489519" name="Oval 34"/>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20" name="Line 35"/>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79" name="Group 36"/>
          <p:cNvGrpSpPr>
            <a:grpSpLocks/>
          </p:cNvGrpSpPr>
          <p:nvPr/>
        </p:nvGrpSpPr>
        <p:grpSpPr bwMode="auto">
          <a:xfrm rot="8716210">
            <a:off x="4191000" y="4891088"/>
            <a:ext cx="152400" cy="149225"/>
            <a:chOff x="2016" y="2602"/>
            <a:chExt cx="96" cy="94"/>
          </a:xfrm>
        </p:grpSpPr>
        <p:sp>
          <p:nvSpPr>
            <p:cNvPr id="489517" name="Oval 37"/>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18" name="Line 38"/>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0" name="Group 39"/>
          <p:cNvGrpSpPr>
            <a:grpSpLocks/>
          </p:cNvGrpSpPr>
          <p:nvPr/>
        </p:nvGrpSpPr>
        <p:grpSpPr bwMode="auto">
          <a:xfrm rot="1389866">
            <a:off x="4456113" y="5043488"/>
            <a:ext cx="115887" cy="190500"/>
            <a:chOff x="2471" y="3010"/>
            <a:chExt cx="73" cy="120"/>
          </a:xfrm>
        </p:grpSpPr>
        <p:sp>
          <p:nvSpPr>
            <p:cNvPr id="489515"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16"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1" name="Group 42"/>
          <p:cNvGrpSpPr>
            <a:grpSpLocks/>
          </p:cNvGrpSpPr>
          <p:nvPr/>
        </p:nvGrpSpPr>
        <p:grpSpPr bwMode="auto">
          <a:xfrm rot="-202495">
            <a:off x="4495800" y="4662488"/>
            <a:ext cx="93663" cy="241300"/>
            <a:chOff x="3301" y="3026"/>
            <a:chExt cx="59" cy="152"/>
          </a:xfrm>
        </p:grpSpPr>
        <p:sp>
          <p:nvSpPr>
            <p:cNvPr id="489513"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14"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2" name="Group 45"/>
          <p:cNvGrpSpPr>
            <a:grpSpLocks/>
          </p:cNvGrpSpPr>
          <p:nvPr/>
        </p:nvGrpSpPr>
        <p:grpSpPr bwMode="auto">
          <a:xfrm rot="9872761">
            <a:off x="4572000" y="4302125"/>
            <a:ext cx="215900" cy="112713"/>
            <a:chOff x="3408" y="2506"/>
            <a:chExt cx="136" cy="71"/>
          </a:xfrm>
        </p:grpSpPr>
        <p:sp>
          <p:nvSpPr>
            <p:cNvPr id="489511"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12"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3" name="Group 48"/>
          <p:cNvGrpSpPr>
            <a:grpSpLocks/>
          </p:cNvGrpSpPr>
          <p:nvPr/>
        </p:nvGrpSpPr>
        <p:grpSpPr bwMode="auto">
          <a:xfrm rot="-9957458">
            <a:off x="4724400" y="4205288"/>
            <a:ext cx="203200" cy="117475"/>
            <a:chOff x="3696" y="1760"/>
            <a:chExt cx="128" cy="74"/>
          </a:xfrm>
        </p:grpSpPr>
        <p:sp>
          <p:nvSpPr>
            <p:cNvPr id="489509"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10"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4" name="Group 51"/>
          <p:cNvGrpSpPr>
            <a:grpSpLocks/>
          </p:cNvGrpSpPr>
          <p:nvPr/>
        </p:nvGrpSpPr>
        <p:grpSpPr bwMode="auto">
          <a:xfrm rot="1899577">
            <a:off x="4343400" y="4891088"/>
            <a:ext cx="149225" cy="176212"/>
            <a:chOff x="3410" y="3211"/>
            <a:chExt cx="94" cy="111"/>
          </a:xfrm>
        </p:grpSpPr>
        <p:sp>
          <p:nvSpPr>
            <p:cNvPr id="489507"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08"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5" name="Group 54"/>
          <p:cNvGrpSpPr>
            <a:grpSpLocks/>
          </p:cNvGrpSpPr>
          <p:nvPr/>
        </p:nvGrpSpPr>
        <p:grpSpPr bwMode="auto">
          <a:xfrm rot="2634637">
            <a:off x="4257675" y="4967288"/>
            <a:ext cx="149225" cy="176212"/>
            <a:chOff x="1682" y="3537"/>
            <a:chExt cx="94" cy="111"/>
          </a:xfrm>
        </p:grpSpPr>
        <p:sp>
          <p:nvSpPr>
            <p:cNvPr id="489505"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06"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6" name="Group 57"/>
          <p:cNvGrpSpPr>
            <a:grpSpLocks/>
          </p:cNvGrpSpPr>
          <p:nvPr/>
        </p:nvGrpSpPr>
        <p:grpSpPr bwMode="auto">
          <a:xfrm rot="7670464">
            <a:off x="4460875" y="4202113"/>
            <a:ext cx="76200" cy="254000"/>
            <a:chOff x="2880" y="2266"/>
            <a:chExt cx="48" cy="160"/>
          </a:xfrm>
        </p:grpSpPr>
        <p:sp>
          <p:nvSpPr>
            <p:cNvPr id="489503"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504"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9487" name="Group 60"/>
          <p:cNvGrpSpPr>
            <a:grpSpLocks/>
          </p:cNvGrpSpPr>
          <p:nvPr/>
        </p:nvGrpSpPr>
        <p:grpSpPr bwMode="auto">
          <a:xfrm>
            <a:off x="7467600" y="3505200"/>
            <a:ext cx="1425575" cy="2014538"/>
            <a:chOff x="4692" y="2715"/>
            <a:chExt cx="898" cy="1269"/>
          </a:xfrm>
        </p:grpSpPr>
        <p:sp>
          <p:nvSpPr>
            <p:cNvPr id="489492"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3"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4"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5"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6"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7"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8"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89499"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89500" name="Text Box 69"/>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89501" name="Text Box 70"/>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89502"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9488" name="Line 72"/>
          <p:cNvSpPr>
            <a:spLocks noChangeShapeType="1"/>
          </p:cNvSpPr>
          <p:nvPr/>
        </p:nvSpPr>
        <p:spPr bwMode="auto">
          <a:xfrm flipH="1">
            <a:off x="2286000" y="5791200"/>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9489" name="Text Box 73"/>
          <p:cNvSpPr txBox="1">
            <a:spLocks noChangeArrowheads="1"/>
          </p:cNvSpPr>
          <p:nvPr/>
        </p:nvSpPr>
        <p:spPr bwMode="auto">
          <a:xfrm>
            <a:off x="1335464" y="6217444"/>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dirty="0">
                <a:latin typeface="Times" panose="02020603050405020304" pitchFamily="18" charset="0"/>
                <a:ea typeface="SimSun" panose="02010600030101010101" pitchFamily="2" charset="-122"/>
              </a:rPr>
              <a:t>search space</a:t>
            </a:r>
          </a:p>
        </p:txBody>
      </p:sp>
      <p:sp>
        <p:nvSpPr>
          <p:cNvPr id="489491"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1BF795E-81BA-45FE-BA6F-67C385BCC472}" type="slidenum">
              <a:rPr lang="zh-CN" altLang="en-US" sz="1400" smtClean="0">
                <a:solidFill>
                  <a:schemeClr val="bg2"/>
                </a:solidFill>
                <a:latin typeface="Arial" panose="020B0604020202020204" pitchFamily="34" charset="0"/>
              </a:rPr>
              <a:pPr>
                <a:spcBef>
                  <a:spcPct val="50000"/>
                </a:spcBef>
                <a:buClrTx/>
                <a:buSzTx/>
                <a:buFontTx/>
                <a:buNone/>
              </a:pPr>
              <a:t>349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74AE714-9BF6-EBBF-6105-B14E244E5B2D}"/>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grpSp>
        <p:nvGrpSpPr>
          <p:cNvPr id="490499" name="Group 3"/>
          <p:cNvGrpSpPr>
            <a:grpSpLocks/>
          </p:cNvGrpSpPr>
          <p:nvPr/>
        </p:nvGrpSpPr>
        <p:grpSpPr bwMode="auto">
          <a:xfrm>
            <a:off x="1828800" y="2362200"/>
            <a:ext cx="5257800" cy="3946525"/>
            <a:chOff x="1104" y="1306"/>
            <a:chExt cx="3312" cy="2486"/>
          </a:xfrm>
        </p:grpSpPr>
        <p:sp>
          <p:nvSpPr>
            <p:cNvPr id="490549" name="Rectangle 4"/>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90550" name="Group 5"/>
            <p:cNvGrpSpPr>
              <a:grpSpLocks/>
            </p:cNvGrpSpPr>
            <p:nvPr/>
          </p:nvGrpSpPr>
          <p:grpSpPr bwMode="auto">
            <a:xfrm>
              <a:off x="3646" y="2450"/>
              <a:ext cx="530" cy="584"/>
              <a:chOff x="3646" y="2450"/>
              <a:chExt cx="530" cy="584"/>
            </a:xfrm>
          </p:grpSpPr>
          <p:sp>
            <p:nvSpPr>
              <p:cNvPr id="490568" name="Oval 6"/>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69" name="Oval 7"/>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70" name="Oval 8"/>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71" name="Oval 9"/>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90551" name="Line 10"/>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52" name="Line 11"/>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53" name="Text Box 12"/>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90554" name="Text Box 13"/>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90555" name="Group 14"/>
            <p:cNvGrpSpPr>
              <a:grpSpLocks/>
            </p:cNvGrpSpPr>
            <p:nvPr/>
          </p:nvGrpSpPr>
          <p:grpSpPr bwMode="auto">
            <a:xfrm>
              <a:off x="3264" y="1546"/>
              <a:ext cx="336" cy="288"/>
              <a:chOff x="3264" y="1546"/>
              <a:chExt cx="336" cy="288"/>
            </a:xfrm>
          </p:grpSpPr>
          <p:sp>
            <p:nvSpPr>
              <p:cNvPr id="490566" name="Oval 15"/>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67" name="Oval 16"/>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90556" name="Group 17"/>
            <p:cNvGrpSpPr>
              <a:grpSpLocks/>
            </p:cNvGrpSpPr>
            <p:nvPr/>
          </p:nvGrpSpPr>
          <p:grpSpPr bwMode="auto">
            <a:xfrm>
              <a:off x="1525" y="2635"/>
              <a:ext cx="2495" cy="807"/>
              <a:chOff x="1525" y="2635"/>
              <a:chExt cx="2495" cy="807"/>
            </a:xfrm>
          </p:grpSpPr>
          <p:sp>
            <p:nvSpPr>
              <p:cNvPr id="490563" name="Freeform 18"/>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64" name="Freeform 19"/>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65" name="Freeform 20"/>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57" name="Group 21"/>
            <p:cNvGrpSpPr>
              <a:grpSpLocks/>
            </p:cNvGrpSpPr>
            <p:nvPr/>
          </p:nvGrpSpPr>
          <p:grpSpPr bwMode="auto">
            <a:xfrm>
              <a:off x="1968" y="2026"/>
              <a:ext cx="1150" cy="756"/>
              <a:chOff x="1968" y="2026"/>
              <a:chExt cx="1150" cy="756"/>
            </a:xfrm>
          </p:grpSpPr>
          <p:sp>
            <p:nvSpPr>
              <p:cNvPr id="490558" name="Oval 22"/>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59" name="Oval 23"/>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60" name="Oval 24"/>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61" name="Oval 25"/>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62" name="Oval 26"/>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90500" name="Group 27"/>
          <p:cNvGrpSpPr>
            <a:grpSpLocks/>
          </p:cNvGrpSpPr>
          <p:nvPr/>
        </p:nvGrpSpPr>
        <p:grpSpPr bwMode="auto">
          <a:xfrm rot="6098621">
            <a:off x="4374356" y="4236244"/>
            <a:ext cx="182563" cy="212725"/>
            <a:chOff x="1968" y="1700"/>
            <a:chExt cx="115" cy="134"/>
          </a:xfrm>
        </p:grpSpPr>
        <p:sp>
          <p:nvSpPr>
            <p:cNvPr id="490547" name="Oval 28"/>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48" name="Line 29"/>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1" name="Group 30"/>
          <p:cNvGrpSpPr>
            <a:grpSpLocks/>
          </p:cNvGrpSpPr>
          <p:nvPr/>
        </p:nvGrpSpPr>
        <p:grpSpPr bwMode="auto">
          <a:xfrm rot="7523536">
            <a:off x="4386263" y="4162425"/>
            <a:ext cx="220662" cy="153988"/>
            <a:chOff x="2357" y="1977"/>
            <a:chExt cx="139" cy="97"/>
          </a:xfrm>
        </p:grpSpPr>
        <p:sp>
          <p:nvSpPr>
            <p:cNvPr id="490545" name="Oval 31"/>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46" name="Line 32"/>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2" name="Group 33"/>
          <p:cNvGrpSpPr>
            <a:grpSpLocks/>
          </p:cNvGrpSpPr>
          <p:nvPr/>
        </p:nvGrpSpPr>
        <p:grpSpPr bwMode="auto">
          <a:xfrm rot="-5319873">
            <a:off x="4280694" y="4271169"/>
            <a:ext cx="149225" cy="176213"/>
            <a:chOff x="3074" y="1819"/>
            <a:chExt cx="94" cy="111"/>
          </a:xfrm>
        </p:grpSpPr>
        <p:sp>
          <p:nvSpPr>
            <p:cNvPr id="490543" name="Oval 34"/>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44" name="Line 35"/>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3" name="Group 36"/>
          <p:cNvGrpSpPr>
            <a:grpSpLocks/>
          </p:cNvGrpSpPr>
          <p:nvPr/>
        </p:nvGrpSpPr>
        <p:grpSpPr bwMode="auto">
          <a:xfrm rot="8716210">
            <a:off x="4191000" y="4510088"/>
            <a:ext cx="152400" cy="149225"/>
            <a:chOff x="2016" y="2602"/>
            <a:chExt cx="96" cy="94"/>
          </a:xfrm>
        </p:grpSpPr>
        <p:sp>
          <p:nvSpPr>
            <p:cNvPr id="490541" name="Oval 37"/>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42" name="Line 38"/>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4" name="Group 39"/>
          <p:cNvGrpSpPr>
            <a:grpSpLocks/>
          </p:cNvGrpSpPr>
          <p:nvPr/>
        </p:nvGrpSpPr>
        <p:grpSpPr bwMode="auto">
          <a:xfrm rot="1389866">
            <a:off x="4456113" y="4510088"/>
            <a:ext cx="115887" cy="190500"/>
            <a:chOff x="2471" y="3010"/>
            <a:chExt cx="73" cy="120"/>
          </a:xfrm>
        </p:grpSpPr>
        <p:sp>
          <p:nvSpPr>
            <p:cNvPr id="490539"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40"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5" name="Group 42"/>
          <p:cNvGrpSpPr>
            <a:grpSpLocks/>
          </p:cNvGrpSpPr>
          <p:nvPr/>
        </p:nvGrpSpPr>
        <p:grpSpPr bwMode="auto">
          <a:xfrm rot="-202495">
            <a:off x="4441825" y="4346575"/>
            <a:ext cx="93663" cy="241300"/>
            <a:chOff x="3301" y="3026"/>
            <a:chExt cx="59" cy="152"/>
          </a:xfrm>
        </p:grpSpPr>
        <p:sp>
          <p:nvSpPr>
            <p:cNvPr id="490537"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38"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6" name="Group 45"/>
          <p:cNvGrpSpPr>
            <a:grpSpLocks/>
          </p:cNvGrpSpPr>
          <p:nvPr/>
        </p:nvGrpSpPr>
        <p:grpSpPr bwMode="auto">
          <a:xfrm rot="9872761">
            <a:off x="4191000" y="4205288"/>
            <a:ext cx="215900" cy="112712"/>
            <a:chOff x="3408" y="2506"/>
            <a:chExt cx="136" cy="71"/>
          </a:xfrm>
        </p:grpSpPr>
        <p:sp>
          <p:nvSpPr>
            <p:cNvPr id="490535"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36"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7" name="Group 48"/>
          <p:cNvGrpSpPr>
            <a:grpSpLocks/>
          </p:cNvGrpSpPr>
          <p:nvPr/>
        </p:nvGrpSpPr>
        <p:grpSpPr bwMode="auto">
          <a:xfrm rot="-8304193">
            <a:off x="4191000" y="4240213"/>
            <a:ext cx="203200" cy="117475"/>
            <a:chOff x="3696" y="1760"/>
            <a:chExt cx="128" cy="74"/>
          </a:xfrm>
        </p:grpSpPr>
        <p:sp>
          <p:nvSpPr>
            <p:cNvPr id="490533"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34"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8" name="Group 51"/>
          <p:cNvGrpSpPr>
            <a:grpSpLocks/>
          </p:cNvGrpSpPr>
          <p:nvPr/>
        </p:nvGrpSpPr>
        <p:grpSpPr bwMode="auto">
          <a:xfrm rot="1899577">
            <a:off x="4343400" y="4433888"/>
            <a:ext cx="149225" cy="176212"/>
            <a:chOff x="3410" y="3211"/>
            <a:chExt cx="94" cy="111"/>
          </a:xfrm>
        </p:grpSpPr>
        <p:sp>
          <p:nvSpPr>
            <p:cNvPr id="490531"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32"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09" name="Group 54"/>
          <p:cNvGrpSpPr>
            <a:grpSpLocks/>
          </p:cNvGrpSpPr>
          <p:nvPr/>
        </p:nvGrpSpPr>
        <p:grpSpPr bwMode="auto">
          <a:xfrm rot="2634637">
            <a:off x="4257675" y="4586288"/>
            <a:ext cx="149225" cy="176212"/>
            <a:chOff x="1682" y="3537"/>
            <a:chExt cx="94" cy="111"/>
          </a:xfrm>
        </p:grpSpPr>
        <p:sp>
          <p:nvSpPr>
            <p:cNvPr id="490529"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30"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10" name="Group 57"/>
          <p:cNvGrpSpPr>
            <a:grpSpLocks/>
          </p:cNvGrpSpPr>
          <p:nvPr/>
        </p:nvGrpSpPr>
        <p:grpSpPr bwMode="auto">
          <a:xfrm rot="7670464">
            <a:off x="4254500" y="4040188"/>
            <a:ext cx="76200" cy="254000"/>
            <a:chOff x="2880" y="2266"/>
            <a:chExt cx="48" cy="160"/>
          </a:xfrm>
        </p:grpSpPr>
        <p:sp>
          <p:nvSpPr>
            <p:cNvPr id="490527"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28"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0511" name="Group 60"/>
          <p:cNvGrpSpPr>
            <a:grpSpLocks/>
          </p:cNvGrpSpPr>
          <p:nvPr/>
        </p:nvGrpSpPr>
        <p:grpSpPr bwMode="auto">
          <a:xfrm>
            <a:off x="7467600" y="3505200"/>
            <a:ext cx="1425575" cy="2014538"/>
            <a:chOff x="4692" y="2715"/>
            <a:chExt cx="898" cy="1269"/>
          </a:xfrm>
        </p:grpSpPr>
        <p:sp>
          <p:nvSpPr>
            <p:cNvPr id="490516"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17"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18"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19"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20"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21"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22"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0523"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90524" name="Text Box 69"/>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90525" name="Text Box 70"/>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90526"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90512" name="Line 72"/>
          <p:cNvSpPr>
            <a:spLocks noChangeShapeType="1"/>
          </p:cNvSpPr>
          <p:nvPr/>
        </p:nvSpPr>
        <p:spPr bwMode="auto">
          <a:xfrm flipH="1">
            <a:off x="2286000" y="5791200"/>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0513" name="Text Box 73"/>
          <p:cNvSpPr txBox="1">
            <a:spLocks noChangeArrowheads="1"/>
          </p:cNvSpPr>
          <p:nvPr/>
        </p:nvSpPr>
        <p:spPr bwMode="auto">
          <a:xfrm>
            <a:off x="1335464" y="6218328"/>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dirty="0">
                <a:latin typeface="Times" panose="02020603050405020304" pitchFamily="18" charset="0"/>
                <a:ea typeface="SimSun" panose="02010600030101010101" pitchFamily="2" charset="-122"/>
              </a:rPr>
              <a:t>search space</a:t>
            </a:r>
          </a:p>
        </p:txBody>
      </p:sp>
      <p:sp>
        <p:nvSpPr>
          <p:cNvPr id="490515"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48EEC07-A229-4BE4-8A2E-8F41BE401BC1}" type="slidenum">
              <a:rPr lang="zh-CN" altLang="en-US" sz="1400" smtClean="0">
                <a:solidFill>
                  <a:schemeClr val="bg2"/>
                </a:solidFill>
                <a:latin typeface="Arial" panose="020B0604020202020204" pitchFamily="34" charset="0"/>
              </a:rPr>
              <a:pPr>
                <a:spcBef>
                  <a:spcPct val="50000"/>
                </a:spcBef>
                <a:buClrTx/>
                <a:buSzTx/>
                <a:buFontTx/>
                <a:buNone/>
              </a:pPr>
              <a:t>350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8974E04-3C49-504C-4ABB-901C0128CDA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p:txBody>
          <a:bodyPr/>
          <a:lstStyle/>
          <a:p>
            <a:pPr algn="ctr" eaLnBrk="1" hangingPunct="1"/>
            <a:r>
              <a:rPr lang="en-US" altLang="zh-CN">
                <a:ea typeface="SimSun" panose="02010600030101010101" pitchFamily="2" charset="-122"/>
              </a:rPr>
              <a:t>Global Optimization</a:t>
            </a:r>
            <a:endParaRPr lang="en-US" altLang="zh-CN" sz="1300">
              <a:ea typeface="SimSun" panose="02010600030101010101" pitchFamily="2" charset="-122"/>
            </a:endParaRPr>
          </a:p>
        </p:txBody>
      </p:sp>
      <p:grpSp>
        <p:nvGrpSpPr>
          <p:cNvPr id="491523" name="Group 3"/>
          <p:cNvGrpSpPr>
            <a:grpSpLocks/>
          </p:cNvGrpSpPr>
          <p:nvPr/>
        </p:nvGrpSpPr>
        <p:grpSpPr bwMode="auto">
          <a:xfrm>
            <a:off x="1828800" y="2362200"/>
            <a:ext cx="5257800" cy="3946525"/>
            <a:chOff x="1104" y="1306"/>
            <a:chExt cx="3312" cy="2486"/>
          </a:xfrm>
        </p:grpSpPr>
        <p:sp>
          <p:nvSpPr>
            <p:cNvPr id="491572" name="Rectangle 4"/>
            <p:cNvSpPr>
              <a:spLocks noChangeArrowheads="1"/>
            </p:cNvSpPr>
            <p:nvPr/>
          </p:nvSpPr>
          <p:spPr bwMode="auto">
            <a:xfrm>
              <a:off x="1440" y="1450"/>
              <a:ext cx="2832" cy="201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nvGrpSpPr>
            <p:cNvPr id="491573" name="Group 5"/>
            <p:cNvGrpSpPr>
              <a:grpSpLocks/>
            </p:cNvGrpSpPr>
            <p:nvPr/>
          </p:nvGrpSpPr>
          <p:grpSpPr bwMode="auto">
            <a:xfrm>
              <a:off x="3646" y="2450"/>
              <a:ext cx="530" cy="584"/>
              <a:chOff x="3646" y="2450"/>
              <a:chExt cx="530" cy="584"/>
            </a:xfrm>
          </p:grpSpPr>
          <p:sp>
            <p:nvSpPr>
              <p:cNvPr id="491591" name="Oval 6"/>
              <p:cNvSpPr>
                <a:spLocks noChangeArrowheads="1"/>
              </p:cNvSpPr>
              <p:nvPr/>
            </p:nvSpPr>
            <p:spPr bwMode="auto">
              <a:xfrm>
                <a:off x="3646" y="2450"/>
                <a:ext cx="530" cy="584"/>
              </a:xfrm>
              <a:prstGeom prst="ellipse">
                <a:avLst/>
              </a:prstGeom>
              <a:solidFill>
                <a:srgbClr val="FF9999"/>
              </a:solidFill>
              <a:ln>
                <a:noFill/>
              </a:ln>
              <a:effectLst/>
              <a:extLst>
                <a:ext uri="{91240B29-F687-4F45-9708-019B960494DF}">
                  <a14:hiddenLine xmlns:a14="http://schemas.microsoft.com/office/drawing/2010/main" w="9525">
                    <a:solidFill>
                      <a:srgbClr val="FF7C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92" name="Oval 7"/>
              <p:cNvSpPr>
                <a:spLocks noChangeArrowheads="1"/>
              </p:cNvSpPr>
              <p:nvPr/>
            </p:nvSpPr>
            <p:spPr bwMode="auto">
              <a:xfrm>
                <a:off x="3742" y="2546"/>
                <a:ext cx="358" cy="390"/>
              </a:xfrm>
              <a:prstGeom prst="ellipse">
                <a:avLst/>
              </a:prstGeom>
              <a:solidFill>
                <a:srgbClr val="FF7C80"/>
              </a:solidFill>
              <a:ln>
                <a:noFill/>
              </a:ln>
              <a:effectLst/>
              <a:extLst>
                <a:ext uri="{91240B29-F687-4F45-9708-019B960494DF}">
                  <a14:hiddenLine xmlns:a14="http://schemas.microsoft.com/office/drawing/2010/main" w="9525">
                    <a:solidFill>
                      <a:srgbClr val="FF505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93" name="Oval 8"/>
              <p:cNvSpPr>
                <a:spLocks noChangeArrowheads="1"/>
              </p:cNvSpPr>
              <p:nvPr/>
            </p:nvSpPr>
            <p:spPr bwMode="auto">
              <a:xfrm>
                <a:off x="3825" y="2633"/>
                <a:ext cx="193" cy="188"/>
              </a:xfrm>
              <a:prstGeom prst="ellipse">
                <a:avLst/>
              </a:prstGeom>
              <a:solidFill>
                <a:srgbClr val="FF5050"/>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94" name="Oval 9"/>
              <p:cNvSpPr>
                <a:spLocks noChangeArrowheads="1"/>
              </p:cNvSpPr>
              <p:nvPr/>
            </p:nvSpPr>
            <p:spPr bwMode="auto">
              <a:xfrm>
                <a:off x="3873" y="2662"/>
                <a:ext cx="111" cy="98"/>
              </a:xfrm>
              <a:prstGeom prst="ellipse">
                <a:avLst/>
              </a:prstGeom>
              <a:solidFill>
                <a:srgbClr val="FF0000"/>
              </a:solidFill>
              <a:ln>
                <a:noFill/>
              </a:ln>
              <a:effectLst/>
              <a:extLst>
                <a:ext uri="{91240B29-F687-4F45-9708-019B960494DF}">
                  <a14:hiddenLine xmlns:a14="http://schemas.microsoft.com/office/drawing/2010/main" w="9525">
                    <a:solidFill>
                      <a:srgbClr val="8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sp>
          <p:nvSpPr>
            <p:cNvPr id="491574" name="Line 10"/>
            <p:cNvSpPr>
              <a:spLocks noChangeShapeType="1"/>
            </p:cNvSpPr>
            <p:nvPr/>
          </p:nvSpPr>
          <p:spPr bwMode="auto">
            <a:xfrm flipV="1">
              <a:off x="1440" y="1306"/>
              <a:ext cx="0" cy="216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75" name="Line 11"/>
            <p:cNvSpPr>
              <a:spLocks noChangeShapeType="1"/>
            </p:cNvSpPr>
            <p:nvPr/>
          </p:nvSpPr>
          <p:spPr bwMode="auto">
            <a:xfrm flipV="1">
              <a:off x="1440" y="3466"/>
              <a:ext cx="29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76" name="Text Box 12"/>
            <p:cNvSpPr txBox="1">
              <a:spLocks noChangeArrowheads="1"/>
            </p:cNvSpPr>
            <p:nvPr/>
          </p:nvSpPr>
          <p:spPr bwMode="auto">
            <a:xfrm>
              <a:off x="2796" y="35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x</a:t>
              </a:r>
            </a:p>
          </p:txBody>
        </p:sp>
        <p:sp>
          <p:nvSpPr>
            <p:cNvPr id="491577" name="Text Box 13"/>
            <p:cNvSpPr txBox="1">
              <a:spLocks noChangeArrowheads="1"/>
            </p:cNvSpPr>
            <p:nvPr/>
          </p:nvSpPr>
          <p:spPr bwMode="auto">
            <a:xfrm>
              <a:off x="1104" y="21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da-DK" altLang="da-DK" sz="2400">
                  <a:latin typeface="Times" panose="02020603050405020304" pitchFamily="18" charset="0"/>
                  <a:ea typeface="SimSun" panose="02010600030101010101" pitchFamily="2" charset="-122"/>
                </a:rPr>
                <a:t>y</a:t>
              </a:r>
              <a:endParaRPr lang="en-US" altLang="da-DK" sz="2400">
                <a:latin typeface="Times" panose="02020603050405020304" pitchFamily="18" charset="0"/>
                <a:ea typeface="SimSun" panose="02010600030101010101" pitchFamily="2" charset="-122"/>
              </a:endParaRPr>
            </a:p>
          </p:txBody>
        </p:sp>
        <p:grpSp>
          <p:nvGrpSpPr>
            <p:cNvPr id="491578" name="Group 14"/>
            <p:cNvGrpSpPr>
              <a:grpSpLocks/>
            </p:cNvGrpSpPr>
            <p:nvPr/>
          </p:nvGrpSpPr>
          <p:grpSpPr bwMode="auto">
            <a:xfrm>
              <a:off x="3264" y="1546"/>
              <a:ext cx="336" cy="288"/>
              <a:chOff x="3264" y="1546"/>
              <a:chExt cx="336" cy="288"/>
            </a:xfrm>
          </p:grpSpPr>
          <p:sp>
            <p:nvSpPr>
              <p:cNvPr id="491589" name="Oval 15"/>
              <p:cNvSpPr>
                <a:spLocks noChangeArrowheads="1"/>
              </p:cNvSpPr>
              <p:nvPr/>
            </p:nvSpPr>
            <p:spPr bwMode="auto">
              <a:xfrm>
                <a:off x="3264" y="1546"/>
                <a:ext cx="336" cy="288"/>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90" name="Oval 16"/>
              <p:cNvSpPr>
                <a:spLocks noChangeArrowheads="1"/>
              </p:cNvSpPr>
              <p:nvPr/>
            </p:nvSpPr>
            <p:spPr bwMode="auto">
              <a:xfrm>
                <a:off x="3312" y="1594"/>
                <a:ext cx="240" cy="192"/>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nvGrpSpPr>
            <p:cNvPr id="491579" name="Group 17"/>
            <p:cNvGrpSpPr>
              <a:grpSpLocks/>
            </p:cNvGrpSpPr>
            <p:nvPr/>
          </p:nvGrpSpPr>
          <p:grpSpPr bwMode="auto">
            <a:xfrm>
              <a:off x="1525" y="2635"/>
              <a:ext cx="2495" cy="807"/>
              <a:chOff x="1525" y="2635"/>
              <a:chExt cx="2495" cy="807"/>
            </a:xfrm>
          </p:grpSpPr>
          <p:sp>
            <p:nvSpPr>
              <p:cNvPr id="491586" name="Freeform 18"/>
              <p:cNvSpPr>
                <a:spLocks/>
              </p:cNvSpPr>
              <p:nvPr/>
            </p:nvSpPr>
            <p:spPr bwMode="auto">
              <a:xfrm>
                <a:off x="1525" y="2635"/>
                <a:ext cx="2495" cy="807"/>
              </a:xfrm>
              <a:custGeom>
                <a:avLst/>
                <a:gdLst>
                  <a:gd name="T0" fmla="*/ 203 w 2495"/>
                  <a:gd name="T1" fmla="*/ 591 h 807"/>
                  <a:gd name="T2" fmla="*/ 827 w 2495"/>
                  <a:gd name="T3" fmla="*/ 783 h 807"/>
                  <a:gd name="T4" fmla="*/ 1499 w 2495"/>
                  <a:gd name="T5" fmla="*/ 735 h 807"/>
                  <a:gd name="T6" fmla="*/ 2027 w 2495"/>
                  <a:gd name="T7" fmla="*/ 639 h 807"/>
                  <a:gd name="T8" fmla="*/ 2320 w 2495"/>
                  <a:gd name="T9" fmla="*/ 692 h 807"/>
                  <a:gd name="T10" fmla="*/ 2462 w 2495"/>
                  <a:gd name="T11" fmla="*/ 580 h 807"/>
                  <a:gd name="T12" fmla="*/ 2447 w 2495"/>
                  <a:gd name="T13" fmla="*/ 498 h 807"/>
                  <a:gd name="T14" fmla="*/ 2171 w 2495"/>
                  <a:gd name="T15" fmla="*/ 423 h 807"/>
                  <a:gd name="T16" fmla="*/ 1999 w 2495"/>
                  <a:gd name="T17" fmla="*/ 244 h 807"/>
                  <a:gd name="T18" fmla="*/ 1789 w 2495"/>
                  <a:gd name="T19" fmla="*/ 109 h 807"/>
                  <a:gd name="T20" fmla="*/ 1513 w 2495"/>
                  <a:gd name="T21" fmla="*/ 139 h 807"/>
                  <a:gd name="T22" fmla="*/ 1146 w 2495"/>
                  <a:gd name="T23" fmla="*/ 266 h 807"/>
                  <a:gd name="T24" fmla="*/ 585 w 2495"/>
                  <a:gd name="T25" fmla="*/ 266 h 807"/>
                  <a:gd name="T26" fmla="*/ 391 w 2495"/>
                  <a:gd name="T27" fmla="*/ 79 h 807"/>
                  <a:gd name="T28" fmla="*/ 174 w 2495"/>
                  <a:gd name="T29" fmla="*/ 19 h 807"/>
                  <a:gd name="T30" fmla="*/ 32 w 2495"/>
                  <a:gd name="T31" fmla="*/ 191 h 807"/>
                  <a:gd name="T32" fmla="*/ 10 w 2495"/>
                  <a:gd name="T33" fmla="*/ 475 h 807"/>
                  <a:gd name="T34" fmla="*/ 92 w 2495"/>
                  <a:gd name="T35" fmla="*/ 535 h 807"/>
                  <a:gd name="T36" fmla="*/ 203 w 2495"/>
                  <a:gd name="T37" fmla="*/ 591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87" name="Freeform 19"/>
              <p:cNvSpPr>
                <a:spLocks/>
              </p:cNvSpPr>
              <p:nvPr/>
            </p:nvSpPr>
            <p:spPr bwMode="auto">
              <a:xfrm>
                <a:off x="1621" y="2835"/>
                <a:ext cx="2123" cy="484"/>
              </a:xfrm>
              <a:custGeom>
                <a:avLst/>
                <a:gdLst>
                  <a:gd name="T0" fmla="*/ 41 w 2495"/>
                  <a:gd name="T1" fmla="*/ 4 h 807"/>
                  <a:gd name="T2" fmla="*/ 164 w 2495"/>
                  <a:gd name="T3" fmla="*/ 5 h 807"/>
                  <a:gd name="T4" fmla="*/ 299 w 2495"/>
                  <a:gd name="T5" fmla="*/ 4 h 807"/>
                  <a:gd name="T6" fmla="*/ 403 w 2495"/>
                  <a:gd name="T7" fmla="*/ 4 h 807"/>
                  <a:gd name="T8" fmla="*/ 462 w 2495"/>
                  <a:gd name="T9" fmla="*/ 4 h 807"/>
                  <a:gd name="T10" fmla="*/ 490 w 2495"/>
                  <a:gd name="T11" fmla="*/ 4 h 807"/>
                  <a:gd name="T12" fmla="*/ 487 w 2495"/>
                  <a:gd name="T13" fmla="*/ 3 h 807"/>
                  <a:gd name="T14" fmla="*/ 432 w 2495"/>
                  <a:gd name="T15" fmla="*/ 2 h 807"/>
                  <a:gd name="T16" fmla="*/ 397 w 2495"/>
                  <a:gd name="T17" fmla="*/ 1 h 807"/>
                  <a:gd name="T18" fmla="*/ 357 w 2495"/>
                  <a:gd name="T19" fmla="*/ 1 h 807"/>
                  <a:gd name="T20" fmla="*/ 300 w 2495"/>
                  <a:gd name="T21" fmla="*/ 1 h 807"/>
                  <a:gd name="T22" fmla="*/ 228 w 2495"/>
                  <a:gd name="T23" fmla="*/ 2 h 807"/>
                  <a:gd name="T24" fmla="*/ 117 w 2495"/>
                  <a:gd name="T25" fmla="*/ 2 h 807"/>
                  <a:gd name="T26" fmla="*/ 77 w 2495"/>
                  <a:gd name="T27" fmla="*/ 1 h 807"/>
                  <a:gd name="T28" fmla="*/ 35 w 2495"/>
                  <a:gd name="T29" fmla="*/ 1 h 807"/>
                  <a:gd name="T30" fmla="*/ 7 w 2495"/>
                  <a:gd name="T31" fmla="*/ 1 h 807"/>
                  <a:gd name="T32" fmla="*/ 3 w 2495"/>
                  <a:gd name="T33" fmla="*/ 3 h 807"/>
                  <a:gd name="T34" fmla="*/ 19 w 2495"/>
                  <a:gd name="T35" fmla="*/ 3 h 807"/>
                  <a:gd name="T36" fmla="*/ 41 w 2495"/>
                  <a:gd name="T37" fmla="*/ 4 h 8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95" h="807">
                    <a:moveTo>
                      <a:pt x="203" y="591"/>
                    </a:moveTo>
                    <a:cubicBezTo>
                      <a:pt x="325" y="632"/>
                      <a:pt x="611" y="759"/>
                      <a:pt x="827" y="783"/>
                    </a:cubicBezTo>
                    <a:cubicBezTo>
                      <a:pt x="1043" y="807"/>
                      <a:pt x="1299" y="759"/>
                      <a:pt x="1499" y="735"/>
                    </a:cubicBezTo>
                    <a:cubicBezTo>
                      <a:pt x="1699" y="711"/>
                      <a:pt x="1890" y="646"/>
                      <a:pt x="2027" y="639"/>
                    </a:cubicBezTo>
                    <a:cubicBezTo>
                      <a:pt x="2163" y="631"/>
                      <a:pt x="2247" y="701"/>
                      <a:pt x="2320" y="692"/>
                    </a:cubicBezTo>
                    <a:cubicBezTo>
                      <a:pt x="2392" y="682"/>
                      <a:pt x="2440" y="612"/>
                      <a:pt x="2462" y="580"/>
                    </a:cubicBezTo>
                    <a:cubicBezTo>
                      <a:pt x="2483" y="547"/>
                      <a:pt x="2495" y="524"/>
                      <a:pt x="2447" y="498"/>
                    </a:cubicBezTo>
                    <a:cubicBezTo>
                      <a:pt x="2398" y="471"/>
                      <a:pt x="2245" y="465"/>
                      <a:pt x="2171" y="423"/>
                    </a:cubicBezTo>
                    <a:cubicBezTo>
                      <a:pt x="2096" y="380"/>
                      <a:pt x="2062" y="296"/>
                      <a:pt x="1999" y="244"/>
                    </a:cubicBezTo>
                    <a:cubicBezTo>
                      <a:pt x="1935" y="191"/>
                      <a:pt x="1869" y="126"/>
                      <a:pt x="1789" y="109"/>
                    </a:cubicBezTo>
                    <a:cubicBezTo>
                      <a:pt x="1708" y="91"/>
                      <a:pt x="1619" y="112"/>
                      <a:pt x="1513" y="139"/>
                    </a:cubicBezTo>
                    <a:cubicBezTo>
                      <a:pt x="1406" y="165"/>
                      <a:pt x="1300" y="244"/>
                      <a:pt x="1146" y="266"/>
                    </a:cubicBezTo>
                    <a:cubicBezTo>
                      <a:pt x="991" y="287"/>
                      <a:pt x="710" y="297"/>
                      <a:pt x="585" y="266"/>
                    </a:cubicBezTo>
                    <a:cubicBezTo>
                      <a:pt x="459" y="234"/>
                      <a:pt x="459" y="120"/>
                      <a:pt x="391" y="79"/>
                    </a:cubicBezTo>
                    <a:cubicBezTo>
                      <a:pt x="322" y="37"/>
                      <a:pt x="233" y="0"/>
                      <a:pt x="174" y="19"/>
                    </a:cubicBezTo>
                    <a:cubicBezTo>
                      <a:pt x="114" y="37"/>
                      <a:pt x="59" y="115"/>
                      <a:pt x="32" y="191"/>
                    </a:cubicBezTo>
                    <a:cubicBezTo>
                      <a:pt x="4" y="266"/>
                      <a:pt x="0" y="417"/>
                      <a:pt x="10" y="475"/>
                    </a:cubicBezTo>
                    <a:cubicBezTo>
                      <a:pt x="19" y="532"/>
                      <a:pt x="59" y="515"/>
                      <a:pt x="92" y="535"/>
                    </a:cubicBezTo>
                    <a:cubicBezTo>
                      <a:pt x="124" y="554"/>
                      <a:pt x="80" y="549"/>
                      <a:pt x="203" y="591"/>
                    </a:cubicBezTo>
                    <a:close/>
                  </a:path>
                </a:pathLst>
              </a:custGeom>
              <a:solidFill>
                <a:srgbClr val="FF7C80"/>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88" name="Freeform 20"/>
              <p:cNvSpPr>
                <a:spLocks/>
              </p:cNvSpPr>
              <p:nvPr/>
            </p:nvSpPr>
            <p:spPr bwMode="auto">
              <a:xfrm>
                <a:off x="2144" y="2995"/>
                <a:ext cx="1073" cy="250"/>
              </a:xfrm>
              <a:custGeom>
                <a:avLst/>
                <a:gdLst>
                  <a:gd name="T0" fmla="*/ 71 w 1073"/>
                  <a:gd name="T1" fmla="*/ 220 h 250"/>
                  <a:gd name="T2" fmla="*/ 437 w 1073"/>
                  <a:gd name="T3" fmla="*/ 250 h 250"/>
                  <a:gd name="T4" fmla="*/ 684 w 1073"/>
                  <a:gd name="T5" fmla="*/ 220 h 250"/>
                  <a:gd name="T6" fmla="*/ 968 w 1073"/>
                  <a:gd name="T7" fmla="*/ 190 h 250"/>
                  <a:gd name="T8" fmla="*/ 1036 w 1073"/>
                  <a:gd name="T9" fmla="*/ 153 h 250"/>
                  <a:gd name="T10" fmla="*/ 1073 w 1073"/>
                  <a:gd name="T11" fmla="*/ 93 h 250"/>
                  <a:gd name="T12" fmla="*/ 1036 w 1073"/>
                  <a:gd name="T13" fmla="*/ 33 h 250"/>
                  <a:gd name="T14" fmla="*/ 976 w 1073"/>
                  <a:gd name="T15" fmla="*/ 3 h 250"/>
                  <a:gd name="T16" fmla="*/ 886 w 1073"/>
                  <a:gd name="T17" fmla="*/ 18 h 250"/>
                  <a:gd name="T18" fmla="*/ 804 w 1073"/>
                  <a:gd name="T19" fmla="*/ 41 h 250"/>
                  <a:gd name="T20" fmla="*/ 684 w 1073"/>
                  <a:gd name="T21" fmla="*/ 63 h 250"/>
                  <a:gd name="T22" fmla="*/ 565 w 1073"/>
                  <a:gd name="T23" fmla="*/ 86 h 250"/>
                  <a:gd name="T24" fmla="*/ 445 w 1073"/>
                  <a:gd name="T25" fmla="*/ 93 h 250"/>
                  <a:gd name="T26" fmla="*/ 340 w 1073"/>
                  <a:gd name="T27" fmla="*/ 100 h 250"/>
                  <a:gd name="T28" fmla="*/ 243 w 1073"/>
                  <a:gd name="T29" fmla="*/ 108 h 250"/>
                  <a:gd name="T30" fmla="*/ 79 w 1073"/>
                  <a:gd name="T31" fmla="*/ 100 h 250"/>
                  <a:gd name="T32" fmla="*/ 26 w 1073"/>
                  <a:gd name="T33" fmla="*/ 123 h 250"/>
                  <a:gd name="T34" fmla="*/ 11 w 1073"/>
                  <a:gd name="T35" fmla="*/ 168 h 250"/>
                  <a:gd name="T36" fmla="*/ 71 w 1073"/>
                  <a:gd name="T37" fmla="*/ 220 h 2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73" h="250">
                    <a:moveTo>
                      <a:pt x="71" y="220"/>
                    </a:moveTo>
                    <a:cubicBezTo>
                      <a:pt x="141" y="233"/>
                      <a:pt x="335" y="250"/>
                      <a:pt x="437" y="250"/>
                    </a:cubicBezTo>
                    <a:cubicBezTo>
                      <a:pt x="539" y="250"/>
                      <a:pt x="595" y="229"/>
                      <a:pt x="684" y="220"/>
                    </a:cubicBezTo>
                    <a:cubicBezTo>
                      <a:pt x="772" y="210"/>
                      <a:pt x="909" y="201"/>
                      <a:pt x="968" y="190"/>
                    </a:cubicBezTo>
                    <a:cubicBezTo>
                      <a:pt x="1026" y="178"/>
                      <a:pt x="1018" y="169"/>
                      <a:pt x="1036" y="153"/>
                    </a:cubicBezTo>
                    <a:cubicBezTo>
                      <a:pt x="1053" y="136"/>
                      <a:pt x="1073" y="113"/>
                      <a:pt x="1073" y="93"/>
                    </a:cubicBezTo>
                    <a:cubicBezTo>
                      <a:pt x="1073" y="73"/>
                      <a:pt x="1052" y="48"/>
                      <a:pt x="1036" y="33"/>
                    </a:cubicBezTo>
                    <a:cubicBezTo>
                      <a:pt x="1019" y="18"/>
                      <a:pt x="1000" y="5"/>
                      <a:pt x="976" y="3"/>
                    </a:cubicBezTo>
                    <a:cubicBezTo>
                      <a:pt x="951" y="0"/>
                      <a:pt x="914" y="11"/>
                      <a:pt x="886" y="18"/>
                    </a:cubicBezTo>
                    <a:cubicBezTo>
                      <a:pt x="857" y="24"/>
                      <a:pt x="837" y="33"/>
                      <a:pt x="804" y="41"/>
                    </a:cubicBezTo>
                    <a:cubicBezTo>
                      <a:pt x="770" y="48"/>
                      <a:pt x="723" y="55"/>
                      <a:pt x="684" y="63"/>
                    </a:cubicBezTo>
                    <a:cubicBezTo>
                      <a:pt x="644" y="70"/>
                      <a:pt x="604" y="81"/>
                      <a:pt x="565" y="86"/>
                    </a:cubicBezTo>
                    <a:cubicBezTo>
                      <a:pt x="525" y="90"/>
                      <a:pt x="482" y="90"/>
                      <a:pt x="445" y="93"/>
                    </a:cubicBezTo>
                    <a:cubicBezTo>
                      <a:pt x="407" y="95"/>
                      <a:pt x="373" y="97"/>
                      <a:pt x="340" y="100"/>
                    </a:cubicBezTo>
                    <a:cubicBezTo>
                      <a:pt x="306" y="102"/>
                      <a:pt x="286" y="108"/>
                      <a:pt x="243" y="108"/>
                    </a:cubicBezTo>
                    <a:cubicBezTo>
                      <a:pt x="199" y="108"/>
                      <a:pt x="115" y="97"/>
                      <a:pt x="79" y="100"/>
                    </a:cubicBezTo>
                    <a:cubicBezTo>
                      <a:pt x="43" y="102"/>
                      <a:pt x="37" y="111"/>
                      <a:pt x="26" y="123"/>
                    </a:cubicBezTo>
                    <a:cubicBezTo>
                      <a:pt x="14" y="134"/>
                      <a:pt x="6" y="154"/>
                      <a:pt x="11" y="168"/>
                    </a:cubicBezTo>
                    <a:cubicBezTo>
                      <a:pt x="15" y="181"/>
                      <a:pt x="0" y="206"/>
                      <a:pt x="71" y="220"/>
                    </a:cubicBezTo>
                    <a:close/>
                  </a:path>
                </a:pathLst>
              </a:cu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80" name="Group 21"/>
            <p:cNvGrpSpPr>
              <a:grpSpLocks/>
            </p:cNvGrpSpPr>
            <p:nvPr/>
          </p:nvGrpSpPr>
          <p:grpSpPr bwMode="auto">
            <a:xfrm>
              <a:off x="1968" y="2026"/>
              <a:ext cx="1150" cy="756"/>
              <a:chOff x="1968" y="2026"/>
              <a:chExt cx="1150" cy="756"/>
            </a:xfrm>
          </p:grpSpPr>
          <p:sp>
            <p:nvSpPr>
              <p:cNvPr id="491581" name="Oval 22"/>
              <p:cNvSpPr>
                <a:spLocks noChangeArrowheads="1"/>
              </p:cNvSpPr>
              <p:nvPr/>
            </p:nvSpPr>
            <p:spPr bwMode="auto">
              <a:xfrm>
                <a:off x="1968" y="2026"/>
                <a:ext cx="1150" cy="756"/>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82" name="Oval 23"/>
              <p:cNvSpPr>
                <a:spLocks noChangeArrowheads="1"/>
              </p:cNvSpPr>
              <p:nvPr/>
            </p:nvSpPr>
            <p:spPr bwMode="auto">
              <a:xfrm>
                <a:off x="2064" y="2122"/>
                <a:ext cx="1008" cy="576"/>
              </a:xfrm>
              <a:prstGeom prst="ellipse">
                <a:avLst/>
              </a:prstGeom>
              <a:solidFill>
                <a:srgbClr val="FF7C80"/>
              </a:solidFill>
              <a:ln w="9525">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83" name="Oval 24"/>
              <p:cNvSpPr>
                <a:spLocks noChangeArrowheads="1"/>
              </p:cNvSpPr>
              <p:nvPr/>
            </p:nvSpPr>
            <p:spPr bwMode="auto">
              <a:xfrm>
                <a:off x="2386" y="2317"/>
                <a:ext cx="604" cy="292"/>
              </a:xfrm>
              <a:prstGeom prst="ellipse">
                <a:avLst/>
              </a:prstGeom>
              <a:solidFill>
                <a:srgbClr val="FF505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84" name="Oval 25"/>
              <p:cNvSpPr>
                <a:spLocks noChangeArrowheads="1"/>
              </p:cNvSpPr>
              <p:nvPr/>
            </p:nvSpPr>
            <p:spPr bwMode="auto">
              <a:xfrm>
                <a:off x="2482" y="2359"/>
                <a:ext cx="446" cy="216"/>
              </a:xfrm>
              <a:prstGeom prst="ellipse">
                <a:avLst/>
              </a:prstGeom>
              <a:solidFill>
                <a:srgbClr val="FF0000"/>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85" name="Oval 26"/>
              <p:cNvSpPr>
                <a:spLocks noChangeArrowheads="1"/>
              </p:cNvSpPr>
              <p:nvPr/>
            </p:nvSpPr>
            <p:spPr bwMode="auto">
              <a:xfrm>
                <a:off x="2662" y="2410"/>
                <a:ext cx="164" cy="98"/>
              </a:xfrm>
              <a:prstGeom prst="ellipse">
                <a:avLst/>
              </a:prstGeom>
              <a:solidFill>
                <a:srgbClr val="80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grpSp>
      </p:grpSp>
      <p:grpSp>
        <p:nvGrpSpPr>
          <p:cNvPr id="491524" name="Group 27"/>
          <p:cNvGrpSpPr>
            <a:grpSpLocks/>
          </p:cNvGrpSpPr>
          <p:nvPr/>
        </p:nvGrpSpPr>
        <p:grpSpPr bwMode="auto">
          <a:xfrm rot="6098621">
            <a:off x="4298156" y="4236244"/>
            <a:ext cx="182563" cy="212725"/>
            <a:chOff x="1968" y="1700"/>
            <a:chExt cx="115" cy="134"/>
          </a:xfrm>
        </p:grpSpPr>
        <p:sp>
          <p:nvSpPr>
            <p:cNvPr id="491570" name="Oval 28"/>
            <p:cNvSpPr>
              <a:spLocks noChangeArrowheads="1"/>
            </p:cNvSpPr>
            <p:nvPr/>
          </p:nvSpPr>
          <p:spPr bwMode="auto">
            <a:xfrm>
              <a:off x="1968"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71" name="Line 29"/>
            <p:cNvSpPr>
              <a:spLocks noChangeShapeType="1"/>
            </p:cNvSpPr>
            <p:nvPr/>
          </p:nvSpPr>
          <p:spPr bwMode="auto">
            <a:xfrm flipV="1">
              <a:off x="2016" y="1700"/>
              <a:ext cx="67" cy="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25" name="Group 30"/>
          <p:cNvGrpSpPr>
            <a:grpSpLocks/>
          </p:cNvGrpSpPr>
          <p:nvPr/>
        </p:nvGrpSpPr>
        <p:grpSpPr bwMode="auto">
          <a:xfrm rot="-7683040">
            <a:off x="4386262" y="4170363"/>
            <a:ext cx="220663" cy="153988"/>
            <a:chOff x="2357" y="1977"/>
            <a:chExt cx="139" cy="97"/>
          </a:xfrm>
        </p:grpSpPr>
        <p:sp>
          <p:nvSpPr>
            <p:cNvPr id="491568" name="Oval 31"/>
            <p:cNvSpPr>
              <a:spLocks noChangeArrowheads="1"/>
            </p:cNvSpPr>
            <p:nvPr/>
          </p:nvSpPr>
          <p:spPr bwMode="auto">
            <a:xfrm>
              <a:off x="2448" y="202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69" name="Line 32"/>
            <p:cNvSpPr>
              <a:spLocks noChangeShapeType="1"/>
            </p:cNvSpPr>
            <p:nvPr/>
          </p:nvSpPr>
          <p:spPr bwMode="auto">
            <a:xfrm flipH="1" flipV="1">
              <a:off x="2357" y="1977"/>
              <a:ext cx="119" cy="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26" name="Group 33"/>
          <p:cNvGrpSpPr>
            <a:grpSpLocks/>
          </p:cNvGrpSpPr>
          <p:nvPr/>
        </p:nvGrpSpPr>
        <p:grpSpPr bwMode="auto">
          <a:xfrm rot="-5319873">
            <a:off x="4204494" y="4271169"/>
            <a:ext cx="149225" cy="176213"/>
            <a:chOff x="3074" y="1819"/>
            <a:chExt cx="94" cy="111"/>
          </a:xfrm>
        </p:grpSpPr>
        <p:sp>
          <p:nvSpPr>
            <p:cNvPr id="491566" name="Oval 34"/>
            <p:cNvSpPr>
              <a:spLocks noChangeArrowheads="1"/>
            </p:cNvSpPr>
            <p:nvPr/>
          </p:nvSpPr>
          <p:spPr bwMode="auto">
            <a:xfrm>
              <a:off x="3120" y="18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67" name="Line 35"/>
            <p:cNvSpPr>
              <a:spLocks noChangeShapeType="1"/>
            </p:cNvSpPr>
            <p:nvPr/>
          </p:nvSpPr>
          <p:spPr bwMode="auto">
            <a:xfrm flipH="1" flipV="1">
              <a:off x="3074" y="1819"/>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27" name="Group 36"/>
          <p:cNvGrpSpPr>
            <a:grpSpLocks/>
          </p:cNvGrpSpPr>
          <p:nvPr/>
        </p:nvGrpSpPr>
        <p:grpSpPr bwMode="auto">
          <a:xfrm rot="8716210">
            <a:off x="4191000" y="4205288"/>
            <a:ext cx="152400" cy="149225"/>
            <a:chOff x="2016" y="2602"/>
            <a:chExt cx="96" cy="94"/>
          </a:xfrm>
        </p:grpSpPr>
        <p:sp>
          <p:nvSpPr>
            <p:cNvPr id="491564" name="Oval 37"/>
            <p:cNvSpPr>
              <a:spLocks noChangeArrowheads="1"/>
            </p:cNvSpPr>
            <p:nvPr/>
          </p:nvSpPr>
          <p:spPr bwMode="auto">
            <a:xfrm>
              <a:off x="2064" y="260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65" name="Line 38"/>
            <p:cNvSpPr>
              <a:spLocks noChangeShapeType="1"/>
            </p:cNvSpPr>
            <p:nvPr/>
          </p:nvSpPr>
          <p:spPr bwMode="auto">
            <a:xfrm flipH="1">
              <a:off x="2016" y="2617"/>
              <a:ext cx="67" cy="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28" name="Group 39"/>
          <p:cNvGrpSpPr>
            <a:grpSpLocks/>
          </p:cNvGrpSpPr>
          <p:nvPr/>
        </p:nvGrpSpPr>
        <p:grpSpPr bwMode="auto">
          <a:xfrm rot="1389866">
            <a:off x="4379913" y="4205288"/>
            <a:ext cx="115887" cy="190500"/>
            <a:chOff x="2471" y="3010"/>
            <a:chExt cx="73" cy="120"/>
          </a:xfrm>
        </p:grpSpPr>
        <p:sp>
          <p:nvSpPr>
            <p:cNvPr id="491562" name="Oval 40"/>
            <p:cNvSpPr>
              <a:spLocks noChangeArrowheads="1"/>
            </p:cNvSpPr>
            <p:nvPr/>
          </p:nvSpPr>
          <p:spPr bwMode="auto">
            <a:xfrm>
              <a:off x="2496" y="308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63" name="Line 41"/>
            <p:cNvSpPr>
              <a:spLocks noChangeShapeType="1"/>
            </p:cNvSpPr>
            <p:nvPr/>
          </p:nvSpPr>
          <p:spPr bwMode="auto">
            <a:xfrm flipH="1" flipV="1">
              <a:off x="2471" y="3010"/>
              <a:ext cx="59" cy="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29" name="Group 42"/>
          <p:cNvGrpSpPr>
            <a:grpSpLocks/>
          </p:cNvGrpSpPr>
          <p:nvPr/>
        </p:nvGrpSpPr>
        <p:grpSpPr bwMode="auto">
          <a:xfrm rot="-202495">
            <a:off x="4365625" y="4129088"/>
            <a:ext cx="93663" cy="241300"/>
            <a:chOff x="3301" y="3026"/>
            <a:chExt cx="59" cy="152"/>
          </a:xfrm>
        </p:grpSpPr>
        <p:sp>
          <p:nvSpPr>
            <p:cNvPr id="491560" name="Oval 43"/>
            <p:cNvSpPr>
              <a:spLocks noChangeArrowheads="1"/>
            </p:cNvSpPr>
            <p:nvPr/>
          </p:nvSpPr>
          <p:spPr bwMode="auto">
            <a:xfrm>
              <a:off x="3312" y="313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61" name="Line 44"/>
            <p:cNvSpPr>
              <a:spLocks noChangeShapeType="1"/>
            </p:cNvSpPr>
            <p:nvPr/>
          </p:nvSpPr>
          <p:spPr bwMode="auto">
            <a:xfrm flipH="1" flipV="1">
              <a:off x="3301" y="3026"/>
              <a:ext cx="37" cy="13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30" name="Group 45"/>
          <p:cNvGrpSpPr>
            <a:grpSpLocks/>
          </p:cNvGrpSpPr>
          <p:nvPr/>
        </p:nvGrpSpPr>
        <p:grpSpPr bwMode="auto">
          <a:xfrm rot="3204141">
            <a:off x="4037807" y="4269581"/>
            <a:ext cx="215900" cy="112713"/>
            <a:chOff x="3408" y="2506"/>
            <a:chExt cx="136" cy="71"/>
          </a:xfrm>
        </p:grpSpPr>
        <p:sp>
          <p:nvSpPr>
            <p:cNvPr id="491558" name="Oval 46"/>
            <p:cNvSpPr>
              <a:spLocks noChangeArrowheads="1"/>
            </p:cNvSpPr>
            <p:nvPr/>
          </p:nvSpPr>
          <p:spPr bwMode="auto">
            <a:xfrm>
              <a:off x="3408" y="250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59" name="Line 47"/>
            <p:cNvSpPr>
              <a:spLocks noChangeShapeType="1"/>
            </p:cNvSpPr>
            <p:nvPr/>
          </p:nvSpPr>
          <p:spPr bwMode="auto">
            <a:xfrm>
              <a:off x="3431" y="2535"/>
              <a:ext cx="113"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31" name="Group 48"/>
          <p:cNvGrpSpPr>
            <a:grpSpLocks/>
          </p:cNvGrpSpPr>
          <p:nvPr/>
        </p:nvGrpSpPr>
        <p:grpSpPr bwMode="auto">
          <a:xfrm rot="-8304193">
            <a:off x="4114800" y="4240213"/>
            <a:ext cx="203200" cy="117475"/>
            <a:chOff x="3696" y="1760"/>
            <a:chExt cx="128" cy="74"/>
          </a:xfrm>
        </p:grpSpPr>
        <p:sp>
          <p:nvSpPr>
            <p:cNvPr id="491556" name="Oval 49"/>
            <p:cNvSpPr>
              <a:spLocks noChangeArrowheads="1"/>
            </p:cNvSpPr>
            <p:nvPr/>
          </p:nvSpPr>
          <p:spPr bwMode="auto">
            <a:xfrm>
              <a:off x="3696" y="178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57" name="Line 50"/>
            <p:cNvSpPr>
              <a:spLocks noChangeShapeType="1"/>
            </p:cNvSpPr>
            <p:nvPr/>
          </p:nvSpPr>
          <p:spPr bwMode="auto">
            <a:xfrm flipV="1">
              <a:off x="3719" y="1760"/>
              <a:ext cx="105"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32" name="Group 51"/>
          <p:cNvGrpSpPr>
            <a:grpSpLocks/>
          </p:cNvGrpSpPr>
          <p:nvPr/>
        </p:nvGrpSpPr>
        <p:grpSpPr bwMode="auto">
          <a:xfrm rot="1899577">
            <a:off x="4267200" y="4205288"/>
            <a:ext cx="149225" cy="176212"/>
            <a:chOff x="3410" y="3211"/>
            <a:chExt cx="94" cy="111"/>
          </a:xfrm>
        </p:grpSpPr>
        <p:sp>
          <p:nvSpPr>
            <p:cNvPr id="491554" name="Oval 52"/>
            <p:cNvSpPr>
              <a:spLocks noChangeArrowheads="1"/>
            </p:cNvSpPr>
            <p:nvPr/>
          </p:nvSpPr>
          <p:spPr bwMode="auto">
            <a:xfrm>
              <a:off x="3456" y="327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55" name="Line 53"/>
            <p:cNvSpPr>
              <a:spLocks noChangeShapeType="1"/>
            </p:cNvSpPr>
            <p:nvPr/>
          </p:nvSpPr>
          <p:spPr bwMode="auto">
            <a:xfrm flipH="1" flipV="1">
              <a:off x="3410" y="3211"/>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33" name="Group 54"/>
          <p:cNvGrpSpPr>
            <a:grpSpLocks/>
          </p:cNvGrpSpPr>
          <p:nvPr/>
        </p:nvGrpSpPr>
        <p:grpSpPr bwMode="auto">
          <a:xfrm rot="2634637">
            <a:off x="4194175" y="4129088"/>
            <a:ext cx="149225" cy="176212"/>
            <a:chOff x="1682" y="3537"/>
            <a:chExt cx="94" cy="111"/>
          </a:xfrm>
        </p:grpSpPr>
        <p:sp>
          <p:nvSpPr>
            <p:cNvPr id="491552" name="Oval 55"/>
            <p:cNvSpPr>
              <a:spLocks noChangeArrowheads="1"/>
            </p:cNvSpPr>
            <p:nvPr/>
          </p:nvSpPr>
          <p:spPr bwMode="auto">
            <a:xfrm>
              <a:off x="1728" y="3600"/>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53" name="Line 56"/>
            <p:cNvSpPr>
              <a:spLocks noChangeShapeType="1"/>
            </p:cNvSpPr>
            <p:nvPr/>
          </p:nvSpPr>
          <p:spPr bwMode="auto">
            <a:xfrm flipH="1" flipV="1">
              <a:off x="1682" y="3537"/>
              <a:ext cx="69" cy="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34" name="Group 57"/>
          <p:cNvGrpSpPr>
            <a:grpSpLocks/>
          </p:cNvGrpSpPr>
          <p:nvPr/>
        </p:nvGrpSpPr>
        <p:grpSpPr bwMode="auto">
          <a:xfrm rot="-5577625">
            <a:off x="4205288" y="3963988"/>
            <a:ext cx="76200" cy="254000"/>
            <a:chOff x="2880" y="2266"/>
            <a:chExt cx="48" cy="160"/>
          </a:xfrm>
        </p:grpSpPr>
        <p:sp>
          <p:nvSpPr>
            <p:cNvPr id="491550" name="Oval 58"/>
            <p:cNvSpPr>
              <a:spLocks noChangeArrowheads="1"/>
            </p:cNvSpPr>
            <p:nvPr/>
          </p:nvSpPr>
          <p:spPr bwMode="auto">
            <a:xfrm>
              <a:off x="2880" y="226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51" name="Line 59"/>
            <p:cNvSpPr>
              <a:spLocks noChangeShapeType="1"/>
            </p:cNvSpPr>
            <p:nvPr/>
          </p:nvSpPr>
          <p:spPr bwMode="auto">
            <a:xfrm>
              <a:off x="2903" y="2286"/>
              <a:ext cx="1"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1535" name="Group 60"/>
          <p:cNvGrpSpPr>
            <a:grpSpLocks/>
          </p:cNvGrpSpPr>
          <p:nvPr/>
        </p:nvGrpSpPr>
        <p:grpSpPr bwMode="auto">
          <a:xfrm>
            <a:off x="7467600" y="3505200"/>
            <a:ext cx="1425575" cy="2014538"/>
            <a:chOff x="4692" y="2715"/>
            <a:chExt cx="898" cy="1269"/>
          </a:xfrm>
        </p:grpSpPr>
        <p:sp>
          <p:nvSpPr>
            <p:cNvPr id="491539" name="Rectangle 61"/>
            <p:cNvSpPr>
              <a:spLocks noChangeArrowheads="1"/>
            </p:cNvSpPr>
            <p:nvPr/>
          </p:nvSpPr>
          <p:spPr bwMode="auto">
            <a:xfrm>
              <a:off x="4752" y="2832"/>
              <a:ext cx="336" cy="144"/>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0" name="Rectangle 62"/>
            <p:cNvSpPr>
              <a:spLocks noChangeArrowheads="1"/>
            </p:cNvSpPr>
            <p:nvPr/>
          </p:nvSpPr>
          <p:spPr bwMode="auto">
            <a:xfrm>
              <a:off x="4752" y="2976"/>
              <a:ext cx="336"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1" name="Rectangle 63"/>
            <p:cNvSpPr>
              <a:spLocks noChangeArrowheads="1"/>
            </p:cNvSpPr>
            <p:nvPr/>
          </p:nvSpPr>
          <p:spPr bwMode="auto">
            <a:xfrm>
              <a:off x="4752" y="3120"/>
              <a:ext cx="336" cy="144"/>
            </a:xfrm>
            <a:prstGeom prst="rect">
              <a:avLst/>
            </a:prstGeom>
            <a:solidFill>
              <a:srgbClr val="FF5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2" name="Rectangle 64"/>
            <p:cNvSpPr>
              <a:spLocks noChangeArrowheads="1"/>
            </p:cNvSpPr>
            <p:nvPr/>
          </p:nvSpPr>
          <p:spPr bwMode="auto">
            <a:xfrm>
              <a:off x="4752" y="3264"/>
              <a:ext cx="336" cy="144"/>
            </a:xfrm>
            <a:prstGeom prst="rect">
              <a:avLst/>
            </a:prstGeom>
            <a:solidFill>
              <a:srgbClr val="FF7C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3" name="Rectangle 65"/>
            <p:cNvSpPr>
              <a:spLocks noChangeArrowheads="1"/>
            </p:cNvSpPr>
            <p:nvPr/>
          </p:nvSpPr>
          <p:spPr bwMode="auto">
            <a:xfrm>
              <a:off x="4752" y="3408"/>
              <a:ext cx="336" cy="144"/>
            </a:xfrm>
            <a:prstGeom prst="rect">
              <a:avLst/>
            </a:prstGeom>
            <a:solidFill>
              <a:srgbClr val="FF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4" name="Rectangle 66"/>
            <p:cNvSpPr>
              <a:spLocks noChangeArrowheads="1"/>
            </p:cNvSpPr>
            <p:nvPr/>
          </p:nvSpPr>
          <p:spPr bwMode="auto">
            <a:xfrm>
              <a:off x="4752" y="3552"/>
              <a:ext cx="33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5" name="Rectangle 67"/>
            <p:cNvSpPr>
              <a:spLocks noChangeArrowheads="1"/>
            </p:cNvSpPr>
            <p:nvPr/>
          </p:nvSpPr>
          <p:spPr bwMode="auto">
            <a:xfrm>
              <a:off x="4752" y="2832"/>
              <a:ext cx="336" cy="8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Arial" panose="020B0604020202020204" pitchFamily="34" charset="0"/>
              </a:endParaRPr>
            </a:p>
          </p:txBody>
        </p:sp>
        <p:sp>
          <p:nvSpPr>
            <p:cNvPr id="491546" name="Text Box 68"/>
            <p:cNvSpPr txBox="1">
              <a:spLocks noChangeArrowheads="1"/>
            </p:cNvSpPr>
            <p:nvPr/>
          </p:nvSpPr>
          <p:spPr bwMode="auto">
            <a:xfrm>
              <a:off x="4692" y="3753"/>
              <a:ext cx="4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fitness</a:t>
              </a:r>
            </a:p>
          </p:txBody>
        </p:sp>
        <p:sp>
          <p:nvSpPr>
            <p:cNvPr id="491547" name="Text Box 69"/>
            <p:cNvSpPr txBox="1">
              <a:spLocks noChangeArrowheads="1"/>
            </p:cNvSpPr>
            <p:nvPr/>
          </p:nvSpPr>
          <p:spPr bwMode="auto">
            <a:xfrm>
              <a:off x="5222" y="3581"/>
              <a:ext cx="3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min</a:t>
              </a:r>
            </a:p>
          </p:txBody>
        </p:sp>
        <p:sp>
          <p:nvSpPr>
            <p:cNvPr id="491548" name="Text Box 70"/>
            <p:cNvSpPr txBox="1">
              <a:spLocks noChangeArrowheads="1"/>
            </p:cNvSpPr>
            <p:nvPr/>
          </p:nvSpPr>
          <p:spPr bwMode="auto">
            <a:xfrm>
              <a:off x="5226" y="2715"/>
              <a:ext cx="3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a:latin typeface="Times" panose="02020603050405020304" pitchFamily="18" charset="0"/>
                  <a:ea typeface="SimSun" panose="02010600030101010101" pitchFamily="2" charset="-122"/>
                </a:rPr>
                <a:t>max</a:t>
              </a:r>
            </a:p>
          </p:txBody>
        </p:sp>
        <p:sp>
          <p:nvSpPr>
            <p:cNvPr id="491549" name="Line 71"/>
            <p:cNvSpPr>
              <a:spLocks noChangeShapeType="1"/>
            </p:cNvSpPr>
            <p:nvPr/>
          </p:nvSpPr>
          <p:spPr bwMode="auto">
            <a:xfrm flipV="1">
              <a:off x="5184" y="2832"/>
              <a:ext cx="0" cy="8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91536" name="Line 72"/>
          <p:cNvSpPr>
            <a:spLocks noChangeShapeType="1"/>
          </p:cNvSpPr>
          <p:nvPr/>
        </p:nvSpPr>
        <p:spPr bwMode="auto">
          <a:xfrm flipH="1">
            <a:off x="2286000" y="5791200"/>
            <a:ext cx="228600" cy="747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37" name="Text Box 73"/>
          <p:cNvSpPr txBox="1">
            <a:spLocks noChangeArrowheads="1"/>
          </p:cNvSpPr>
          <p:nvPr/>
        </p:nvSpPr>
        <p:spPr bwMode="auto">
          <a:xfrm>
            <a:off x="1397000" y="6200777"/>
            <a:ext cx="1409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0"/>
              </a:spcBef>
              <a:buClrTx/>
              <a:buSzTx/>
              <a:buFontTx/>
              <a:buNone/>
            </a:pPr>
            <a:r>
              <a:rPr lang="en-US" altLang="da-DK" sz="2400" b="1" dirty="0">
                <a:latin typeface="Times" panose="02020603050405020304" pitchFamily="18" charset="0"/>
                <a:ea typeface="SimSun" panose="02010600030101010101" pitchFamily="2" charset="-122"/>
              </a:rPr>
              <a:t>search space</a:t>
            </a:r>
          </a:p>
        </p:txBody>
      </p:sp>
      <p:sp>
        <p:nvSpPr>
          <p:cNvPr id="49153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A749A6DE-AAFF-42DD-9A88-7CB055FF36CC}" type="slidenum">
              <a:rPr lang="zh-CN" altLang="en-US" sz="1400" smtClean="0">
                <a:solidFill>
                  <a:schemeClr val="bg2"/>
                </a:solidFill>
                <a:latin typeface="Arial" panose="020B0604020202020204" pitchFamily="34" charset="0"/>
              </a:rPr>
              <a:pPr>
                <a:spcBef>
                  <a:spcPct val="50000"/>
                </a:spcBef>
                <a:buClrTx/>
                <a:buSzTx/>
                <a:buFontTx/>
                <a:buNone/>
              </a:pPr>
              <a:t>351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91593D5-08D3-E3C8-25C2-9A905FB55B1E}"/>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eaLnBrk="1" hangingPunct="1">
              <a:defRPr/>
            </a:pPr>
            <a:r>
              <a:rPr lang="en-US" altLang="zh-CN" err="1">
                <a:latin typeface="+mn-ea"/>
                <a:ea typeface="+mn-ea"/>
              </a:rPr>
              <a:t>Schwefel’s</a:t>
            </a:r>
            <a:r>
              <a:rPr lang="en-US" altLang="zh-CN">
                <a:latin typeface="+mn-ea"/>
                <a:ea typeface="+mn-ea"/>
              </a:rPr>
              <a:t> function </a:t>
            </a:r>
          </a:p>
        </p:txBody>
      </p:sp>
      <p:graphicFrame>
        <p:nvGraphicFramePr>
          <p:cNvPr id="492547" name="Object 3"/>
          <p:cNvGraphicFramePr>
            <a:graphicFrameLocks noGrp="1" noChangeAspect="1"/>
          </p:cNvGraphicFramePr>
          <p:nvPr>
            <p:ph sz="half" idx="2"/>
          </p:nvPr>
        </p:nvGraphicFramePr>
        <p:xfrm>
          <a:off x="5054600" y="2487613"/>
          <a:ext cx="3632200" cy="2943225"/>
        </p:xfrm>
        <a:graphic>
          <a:graphicData uri="http://schemas.openxmlformats.org/presentationml/2006/ole">
            <mc:AlternateContent xmlns:mc="http://schemas.openxmlformats.org/markup-compatibility/2006">
              <mc:Choice xmlns:v="urn:schemas-microsoft-com:vml" Requires="v">
                <p:oleObj name="Equation" r:id="rId3" imgW="1943100" imgH="1574800" progId="Equation.3">
                  <p:embed/>
                </p:oleObj>
              </mc:Choice>
              <mc:Fallback>
                <p:oleObj name="Equation" r:id="rId3" imgW="1943100" imgH="1574800" progId="Equation.3">
                  <p:embed/>
                  <p:pic>
                    <p:nvPicPr>
                      <p:cNvPr id="4925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4600" y="2487613"/>
                        <a:ext cx="3632200" cy="294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92548" name="Picture 4" descr="schwefel_surf"/>
          <p:cNvPicPr>
            <a:picLocks noGrp="1" noChangeAspect="1" noChangeArrowheads="1"/>
          </p:cNvPicPr>
          <p:nvPr>
            <p:ph sz="half" idx="1"/>
          </p:nvPr>
        </p:nvPicPr>
        <p:blipFill>
          <a:blip r:embed="rId5">
            <a:extLst>
              <a:ext uri="{28A0092B-C50C-407E-A947-70E740481C1C}">
                <a14:useLocalDpi xmlns:a14="http://schemas.microsoft.com/office/drawing/2010/main" val="0"/>
              </a:ext>
            </a:extLst>
          </a:blip>
          <a:srcRect/>
          <a:stretch>
            <a:fillRect/>
          </a:stretch>
        </p:blipFill>
        <p:spPr>
          <a:xfrm>
            <a:off x="1001713" y="2514600"/>
            <a:ext cx="3990975" cy="29845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2550"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E42CBA0-73A0-4802-A6D7-3DC7071B0B81}" type="slidenum">
              <a:rPr lang="zh-CN" altLang="en-US" sz="1400" smtClean="0">
                <a:solidFill>
                  <a:schemeClr val="bg2"/>
                </a:solidFill>
                <a:latin typeface="Arial" panose="020B0604020202020204" pitchFamily="34" charset="0"/>
              </a:rPr>
              <a:pPr>
                <a:spcBef>
                  <a:spcPct val="50000"/>
                </a:spcBef>
                <a:buClrTx/>
                <a:buSzTx/>
                <a:buFontTx/>
                <a:buNone/>
              </a:pPr>
              <a:t>352</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0368BB8-109E-A9E1-77D6-A0AFA5FF02D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Initialization Swarm</a:t>
            </a:r>
          </a:p>
        </p:txBody>
      </p:sp>
      <p:pic>
        <p:nvPicPr>
          <p:cNvPr id="494595" name="Picture 3" descr="pos000000"/>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76400" y="1752600"/>
            <a:ext cx="60293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459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578AA532-1E4E-4E3C-9D38-107C88B0DF02}" type="slidenum">
              <a:rPr lang="zh-CN" altLang="en-US" sz="1400" smtClean="0">
                <a:solidFill>
                  <a:schemeClr val="bg2"/>
                </a:solidFill>
                <a:latin typeface="Arial" panose="020B0604020202020204" pitchFamily="34" charset="0"/>
              </a:rPr>
              <a:pPr>
                <a:spcBef>
                  <a:spcPct val="50000"/>
                </a:spcBef>
                <a:buClrTx/>
                <a:buSzTx/>
                <a:buFontTx/>
                <a:buNone/>
              </a:pPr>
              <a:t>353</a:t>
            </a:fld>
            <a:endParaRPr lang="en-US" altLang="zh-CN" sz="1400">
              <a:solidFill>
                <a:schemeClr val="bg2"/>
              </a:solidFill>
              <a:latin typeface="Arial" panose="020B0604020202020204" pitchFamily="34" charset="0"/>
            </a:endParaRPr>
          </a:p>
        </p:txBody>
      </p:sp>
      <p:sp>
        <p:nvSpPr>
          <p:cNvPr id="5" name="Footer Placeholder 4">
            <a:extLst>
              <a:ext uri="{FF2B5EF4-FFF2-40B4-BE49-F238E27FC236}">
                <a16:creationId xmlns:a16="http://schemas.microsoft.com/office/drawing/2014/main" id="{F480C029-5145-1B8D-DD66-ED9299647FC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Evolution after 5 Iterations</a:t>
            </a:r>
          </a:p>
        </p:txBody>
      </p:sp>
      <p:pic>
        <p:nvPicPr>
          <p:cNvPr id="496643" name="Picture 3" descr="pos000005"/>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52600" y="1752600"/>
            <a:ext cx="60293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664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94B2AF94-69E9-4E4A-B31D-2CFFDC031E50}" type="slidenum">
              <a:rPr lang="zh-CN" altLang="en-US" sz="1400" smtClean="0">
                <a:solidFill>
                  <a:schemeClr val="bg2"/>
                </a:solidFill>
                <a:latin typeface="Arial" panose="020B0604020202020204" pitchFamily="34" charset="0"/>
              </a:rPr>
              <a:pPr>
                <a:spcBef>
                  <a:spcPct val="50000"/>
                </a:spcBef>
                <a:buClrTx/>
                <a:buSzTx/>
                <a:buFontTx/>
                <a:buNone/>
              </a:pPr>
              <a:t>354</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C7E6C89C-C5D8-0E94-3FCE-63E548441456}"/>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eaLnBrk="1" hangingPunct="1"/>
            <a:r>
              <a:rPr lang="en-US" altLang="zh-CN">
                <a:latin typeface="华文楷体"/>
                <a:ea typeface="华文楷体"/>
                <a:cs typeface="华文楷体"/>
              </a:rPr>
              <a:t>Evolution after 10 Iterations</a:t>
            </a:r>
          </a:p>
        </p:txBody>
      </p:sp>
      <p:pic>
        <p:nvPicPr>
          <p:cNvPr id="498691" name="Picture 3" descr="pos000010"/>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76400" y="1752600"/>
            <a:ext cx="61055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869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3BE0B680-44A5-4921-98BC-17DC988E20DA}" type="slidenum">
              <a:rPr lang="zh-CN" altLang="en-US" sz="1400" smtClean="0">
                <a:solidFill>
                  <a:schemeClr val="bg2"/>
                </a:solidFill>
                <a:latin typeface="Arial" panose="020B0604020202020204" pitchFamily="34" charset="0"/>
              </a:rPr>
              <a:pPr>
                <a:spcBef>
                  <a:spcPct val="50000"/>
                </a:spcBef>
                <a:buClrTx/>
                <a:buSzTx/>
                <a:buFontTx/>
                <a:buNone/>
              </a:pPr>
              <a:t>355</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1131084-AAD2-0235-7E2F-E9ED306CB225}"/>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Evolution after15 Iterations</a:t>
            </a:r>
          </a:p>
        </p:txBody>
      </p:sp>
      <p:pic>
        <p:nvPicPr>
          <p:cNvPr id="500739" name="Picture 3" descr="pos000015"/>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52600" y="1676400"/>
            <a:ext cx="61055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0740"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E00BF42-2415-4057-A9DA-8DB8AC92EAD5}" type="slidenum">
              <a:rPr lang="zh-CN" altLang="en-US" sz="1400" smtClean="0">
                <a:solidFill>
                  <a:schemeClr val="bg2"/>
                </a:solidFill>
                <a:latin typeface="Arial" panose="020B0604020202020204" pitchFamily="34" charset="0"/>
              </a:rPr>
              <a:pPr>
                <a:spcBef>
                  <a:spcPct val="50000"/>
                </a:spcBef>
                <a:buClrTx/>
                <a:buSzTx/>
                <a:buFontTx/>
                <a:buNone/>
              </a:pPr>
              <a:t>356</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31FE0EB-CA1A-EEC1-4BE0-A8608B05FA9B}"/>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dirty="0">
                <a:solidFill>
                  <a:schemeClr val="bg2"/>
                </a:solidFill>
                <a:latin typeface="Arial" panose="020B0604020202020204" pitchFamily="34" charset="0"/>
                <a:ea typeface="SimSun" panose="02010600030101010101" pitchFamily="2" charset="-122"/>
              </a:rPr>
              <a:t>CS5486</a:t>
            </a:r>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Evolution after 20 Iterations</a:t>
            </a:r>
          </a:p>
        </p:txBody>
      </p:sp>
      <p:pic>
        <p:nvPicPr>
          <p:cNvPr id="502787" name="Picture 3" descr="pos000020"/>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28800" y="1752600"/>
            <a:ext cx="60293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2788"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27DA8B79-E987-4EC8-880F-52784CBA4D28}" type="slidenum">
              <a:rPr lang="zh-CN" altLang="en-US" sz="1400" smtClean="0">
                <a:solidFill>
                  <a:schemeClr val="bg2"/>
                </a:solidFill>
                <a:latin typeface="Arial" panose="020B0604020202020204" pitchFamily="34" charset="0"/>
              </a:rPr>
              <a:pPr>
                <a:spcBef>
                  <a:spcPct val="50000"/>
                </a:spcBef>
                <a:buClrTx/>
                <a:buSzTx/>
                <a:buFontTx/>
                <a:buNone/>
              </a:pPr>
              <a:t>357</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68F1A1CE-2475-63C7-028E-57EB906C3B8C}"/>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Evolution</a:t>
            </a:r>
            <a:r>
              <a:rPr lang="zh-CN" altLang="en-US">
                <a:latin typeface="华文楷体"/>
                <a:ea typeface="华文楷体"/>
                <a:cs typeface="华文楷体"/>
              </a:rPr>
              <a:t> </a:t>
            </a:r>
            <a:r>
              <a:rPr lang="en-US" altLang="zh-CN">
                <a:latin typeface="华文楷体"/>
                <a:ea typeface="华文楷体"/>
                <a:cs typeface="华文楷体"/>
              </a:rPr>
              <a:t>after 25 Iterations</a:t>
            </a:r>
          </a:p>
        </p:txBody>
      </p:sp>
      <p:pic>
        <p:nvPicPr>
          <p:cNvPr id="504835" name="Picture 3" descr="pos000025"/>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05000" y="1752600"/>
            <a:ext cx="58769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4836"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EF4484DC-6589-4AD6-841E-8AA342949723}" type="slidenum">
              <a:rPr lang="zh-CN" altLang="en-US" sz="1400" smtClean="0">
                <a:solidFill>
                  <a:schemeClr val="bg2"/>
                </a:solidFill>
                <a:latin typeface="Arial" panose="020B0604020202020204" pitchFamily="34" charset="0"/>
              </a:rPr>
              <a:pPr>
                <a:spcBef>
                  <a:spcPct val="50000"/>
                </a:spcBef>
                <a:buClrTx/>
                <a:buSzTx/>
                <a:buFontTx/>
                <a:buNone/>
              </a:pPr>
              <a:t>358</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ED0BAECC-4AF0-C7F5-80EA-8CB90A292214}"/>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Evolution</a:t>
            </a:r>
            <a:r>
              <a:rPr lang="zh-CN" altLang="en-US">
                <a:latin typeface="华文楷体"/>
                <a:ea typeface="华文楷体"/>
                <a:cs typeface="华文楷体"/>
              </a:rPr>
              <a:t> </a:t>
            </a:r>
            <a:r>
              <a:rPr lang="en-US" altLang="zh-CN">
                <a:latin typeface="华文楷体"/>
                <a:ea typeface="华文楷体"/>
                <a:cs typeface="华文楷体"/>
              </a:rPr>
              <a:t>after 100 Iterations</a:t>
            </a:r>
          </a:p>
        </p:txBody>
      </p:sp>
      <p:pic>
        <p:nvPicPr>
          <p:cNvPr id="506883" name="Picture 3" descr="pos000100"/>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52600" y="1752600"/>
            <a:ext cx="58769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6884"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4F80AEE8-4FD5-487C-9FF7-D675FF0B57AE}" type="slidenum">
              <a:rPr lang="zh-CN" altLang="en-US" sz="1400" smtClean="0">
                <a:solidFill>
                  <a:schemeClr val="bg2"/>
                </a:solidFill>
                <a:latin typeface="Arial" panose="020B0604020202020204" pitchFamily="34" charset="0"/>
              </a:rPr>
              <a:pPr>
                <a:spcBef>
                  <a:spcPct val="50000"/>
                </a:spcBef>
                <a:buClrTx/>
                <a:buSzTx/>
                <a:buFontTx/>
                <a:buNone/>
              </a:pPr>
              <a:t>359</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D2802292-0F8E-95D5-54E3-321836728E6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Evolution</a:t>
            </a:r>
            <a:r>
              <a:rPr lang="zh-CN" altLang="en-US">
                <a:latin typeface="华文楷体"/>
                <a:ea typeface="华文楷体"/>
                <a:cs typeface="华文楷体"/>
              </a:rPr>
              <a:t> </a:t>
            </a:r>
            <a:r>
              <a:rPr lang="en-US" altLang="zh-CN">
                <a:latin typeface="华文楷体"/>
                <a:ea typeface="华文楷体"/>
                <a:cs typeface="华文楷体"/>
              </a:rPr>
              <a:t>after 500 Iterations</a:t>
            </a:r>
          </a:p>
        </p:txBody>
      </p:sp>
      <p:pic>
        <p:nvPicPr>
          <p:cNvPr id="508931" name="Picture 3" descr="pos000500"/>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52600" y="1828800"/>
            <a:ext cx="5876925" cy="4538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8932"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0013F420-F894-40F6-B03C-9AE324C5F931}" type="slidenum">
              <a:rPr lang="zh-CN" altLang="en-US" sz="1400" smtClean="0">
                <a:solidFill>
                  <a:schemeClr val="bg2"/>
                </a:solidFill>
                <a:latin typeface="Arial" panose="020B0604020202020204" pitchFamily="34" charset="0"/>
              </a:rPr>
              <a:pPr>
                <a:spcBef>
                  <a:spcPct val="50000"/>
                </a:spcBef>
                <a:buClrTx/>
                <a:buSzTx/>
                <a:buFontTx/>
                <a:buNone/>
              </a:pPr>
              <a:t>360</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2B4107B6-4836-4BB9-57E1-24A72FCD8031}"/>
              </a:ext>
            </a:extLst>
          </p:cNvPr>
          <p:cNvSpPr txBox="1">
            <a:spLocks/>
          </p:cNvSpPr>
          <p:nvPr/>
        </p:nvSpPr>
        <p:spPr bwMode="auto">
          <a:xfrm>
            <a:off x="4385428" y="6274323"/>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pPr algn="ctr" eaLnBrk="1" hangingPunct="1"/>
            <a:r>
              <a:rPr lang="en-US" altLang="zh-CN">
                <a:latin typeface="华文楷体"/>
                <a:ea typeface="华文楷体"/>
                <a:cs typeface="华文楷体"/>
              </a:rPr>
              <a:t>Search Results</a:t>
            </a:r>
          </a:p>
        </p:txBody>
      </p:sp>
      <p:graphicFrame>
        <p:nvGraphicFramePr>
          <p:cNvPr id="109571" name="Group 3"/>
          <p:cNvGraphicFramePr>
            <a:graphicFrameLocks noGrp="1"/>
          </p:cNvGraphicFramePr>
          <p:nvPr>
            <p:ph sz="half" idx="1"/>
          </p:nvPr>
        </p:nvGraphicFramePr>
        <p:xfrm>
          <a:off x="990600" y="1752600"/>
          <a:ext cx="3451225" cy="4491040"/>
        </p:xfrm>
        <a:graphic>
          <a:graphicData uri="http://schemas.openxmlformats.org/drawingml/2006/table">
            <a:tbl>
              <a:tblPr/>
              <a:tblGrid>
                <a:gridCol w="909638">
                  <a:extLst>
                    <a:ext uri="{9D8B030D-6E8A-4147-A177-3AD203B41FA5}">
                      <a16:colId xmlns:a16="http://schemas.microsoft.com/office/drawing/2014/main" val="20000"/>
                    </a:ext>
                  </a:extLst>
                </a:gridCol>
                <a:gridCol w="2541587">
                  <a:extLst>
                    <a:ext uri="{9D8B030D-6E8A-4147-A177-3AD203B41FA5}">
                      <a16:colId xmlns:a16="http://schemas.microsoft.com/office/drawing/2014/main" val="20001"/>
                    </a:ext>
                  </a:extLst>
                </a:gridCol>
              </a:tblGrid>
              <a:tr h="71324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SimSun" pitchFamily="2" charset="-122"/>
                        </a:rPr>
                        <a:t>Iteration</a:t>
                      </a:r>
                      <a:endParaRPr kumimoji="0" lang="en-US" altLang="zh-TW" sz="2000" b="0" i="0" u="none" strike="noStrike" cap="none" normalizeH="0" baseline="0">
                        <a:ln>
                          <a:noFill/>
                        </a:ln>
                        <a:solidFill>
                          <a:schemeClr val="tx1"/>
                        </a:solidFill>
                        <a:effectLst/>
                        <a:latin typeface="Tahoma" pitchFamily="34" charset="0"/>
                        <a:ea typeface="SimSun"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SimSun" pitchFamily="2" charset="-122"/>
                        </a:rPr>
                        <a:t>Swarm best</a:t>
                      </a:r>
                      <a:endParaRPr kumimoji="0" lang="en-US" altLang="zh-TW" sz="2000" b="0" i="0" u="none" strike="noStrike" cap="none" normalizeH="0" baseline="0">
                        <a:ln>
                          <a:noFill/>
                        </a:ln>
                        <a:solidFill>
                          <a:schemeClr val="tx1"/>
                        </a:solidFill>
                        <a:effectLst/>
                        <a:latin typeface="Tahoma" pitchFamily="34" charset="0"/>
                        <a:ea typeface="SimSun"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6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416.245599</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23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5</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515.748796</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6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10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759.404006</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16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15</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793.732019</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323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20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834.813763</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16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100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837.911535</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323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5000</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2000" b="0" i="0" u="none" strike="noStrike" cap="none" normalizeH="0" baseline="0">
                          <a:ln>
                            <a:noFill/>
                          </a:ln>
                          <a:solidFill>
                            <a:schemeClr val="tx1"/>
                          </a:solidFill>
                          <a:effectLst/>
                          <a:latin typeface="Tahoma" pitchFamily="34" charset="0"/>
                          <a:ea typeface="SimSun" pitchFamily="2" charset="-122"/>
                        </a:rPr>
                        <a:t>837.965771</a:t>
                      </a:r>
                      <a:endParaRPr kumimoji="0" lang="en-US" altLang="zh-TW" sz="2000" b="0" i="0" u="none" strike="noStrike" cap="none" normalizeH="0" baseline="0">
                        <a:ln>
                          <a:noFill/>
                        </a:ln>
                        <a:solidFill>
                          <a:schemeClr val="tx1"/>
                        </a:solidFill>
                        <a:effectLst/>
                        <a:latin typeface="Tahoma" pitchFamily="34" charset="0"/>
                        <a:ea typeface="SimSun"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16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標楷體" pitchFamily="65" charset="-120"/>
                        </a:rPr>
                        <a:t>Global</a:t>
                      </a:r>
                      <a:endParaRPr kumimoji="0" lang="en-US" altLang="zh-TW" sz="2000" b="0" i="0" u="none" strike="noStrike" cap="none" normalizeH="0" baseline="0">
                        <a:ln>
                          <a:noFill/>
                        </a:ln>
                        <a:solidFill>
                          <a:schemeClr val="tx1"/>
                        </a:solidFill>
                        <a:effectLst/>
                        <a:latin typeface="Tahoma" pitchFamily="34" charset="0"/>
                        <a:ea typeface="SimSun"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chemeClr val="tx1"/>
                          </a:solidFill>
                          <a:effectLst/>
                          <a:latin typeface="Tahoma" pitchFamily="34" charset="0"/>
                          <a:ea typeface="SimSun" pitchFamily="2" charset="-122"/>
                        </a:rPr>
                        <a:t>837.9658</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511011" name="Picture 39"/>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495800" y="1676400"/>
            <a:ext cx="4191000" cy="4340225"/>
          </a:xfrm>
          <a:noFill/>
        </p:spPr>
      </p:pic>
      <p:sp>
        <p:nvSpPr>
          <p:cNvPr id="511013"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B899D99B-652E-46F6-91B1-6666811EE538}" type="slidenum">
              <a:rPr lang="zh-CN" altLang="en-US" sz="1400" smtClean="0">
                <a:solidFill>
                  <a:schemeClr val="bg2"/>
                </a:solidFill>
                <a:latin typeface="Arial" panose="020B0604020202020204" pitchFamily="34" charset="0"/>
              </a:rPr>
              <a:pPr>
                <a:spcBef>
                  <a:spcPct val="50000"/>
                </a:spcBef>
                <a:buClrTx/>
                <a:buSzTx/>
                <a:buFontTx/>
                <a:buNone/>
              </a:pPr>
              <a:t>361</a:t>
            </a:fld>
            <a:endParaRPr lang="en-US" altLang="zh-CN" sz="1400">
              <a:solidFill>
                <a:schemeClr val="bg2"/>
              </a:solidFill>
              <a:latin typeface="Arial" panose="020B0604020202020204" pitchFamily="34" charset="0"/>
            </a:endParaRPr>
          </a:p>
        </p:txBody>
      </p:sp>
      <p:sp>
        <p:nvSpPr>
          <p:cNvPr id="2" name="Footer Placeholder 4">
            <a:extLst>
              <a:ext uri="{FF2B5EF4-FFF2-40B4-BE49-F238E27FC236}">
                <a16:creationId xmlns:a16="http://schemas.microsoft.com/office/drawing/2014/main" id="{029E9516-C806-14D8-613F-E8937E7F512C}"/>
              </a:ext>
            </a:extLst>
          </p:cNvPr>
          <p:cNvSpPr txBox="1">
            <a:spLocks/>
          </p:cNvSpPr>
          <p:nvPr/>
        </p:nvSpPr>
        <p:spPr bwMode="auto">
          <a:xfrm>
            <a:off x="4385428" y="6293177"/>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7" name="Rectangle 2"/>
          <p:cNvSpPr>
            <a:spLocks noGrp="1" noChangeArrowheads="1"/>
          </p:cNvSpPr>
          <p:nvPr>
            <p:ph type="ctrTitle"/>
          </p:nvPr>
        </p:nvSpPr>
        <p:spPr/>
        <p:txBody>
          <a:bodyPr/>
          <a:lstStyle/>
          <a:p>
            <a:r>
              <a:rPr lang="en-US" altLang="zh-CN">
                <a:ea typeface="SimSun" panose="02010600030101010101" pitchFamily="2" charset="-122"/>
              </a:rPr>
              <a:t>That’s all for this course.</a:t>
            </a:r>
          </a:p>
        </p:txBody>
      </p:sp>
      <p:sp>
        <p:nvSpPr>
          <p:cNvPr id="513028" name="Rectangle 3"/>
          <p:cNvSpPr>
            <a:spLocks noGrp="1" noChangeArrowheads="1"/>
          </p:cNvSpPr>
          <p:nvPr>
            <p:ph type="subTitle" idx="1"/>
          </p:nvPr>
        </p:nvSpPr>
        <p:spPr/>
        <p:txBody>
          <a:bodyPr/>
          <a:lstStyle/>
          <a:p>
            <a:r>
              <a:rPr lang="en-US" altLang="zh-CN" sz="4000">
                <a:ea typeface="SimSun" panose="02010600030101010101" pitchFamily="2" charset="-122"/>
              </a:rPr>
              <a:t>See you in next semester.</a:t>
            </a:r>
          </a:p>
          <a:p>
            <a:r>
              <a:rPr lang="en-US" altLang="zh-CN" sz="4000">
                <a:ea typeface="SimSun" panose="02010600030101010101" pitchFamily="2" charset="-122"/>
              </a:rPr>
              <a:t>Have a nice break!</a:t>
            </a:r>
          </a:p>
        </p:txBody>
      </p:sp>
      <p:sp>
        <p:nvSpPr>
          <p:cNvPr id="513029" name="Slide Number Placeholder 1"/>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90000"/>
              <a:buFont typeface="Monotype Sorts" pitchFamily="2" charset="2"/>
              <a:buChar char="4"/>
              <a:defRPr kumimoji="1" sz="3200">
                <a:solidFill>
                  <a:schemeClr val="tx1"/>
                </a:solidFill>
                <a:latin typeface="Times New Roman" panose="02020603050405020304" pitchFamily="18" charset="0"/>
              </a:defRPr>
            </a:lvl1pPr>
            <a:lvl2pPr marL="742950" indent="-285750">
              <a:spcBef>
                <a:spcPct val="20000"/>
              </a:spcBef>
              <a:buClr>
                <a:schemeClr val="accent1"/>
              </a:buClr>
              <a:buChar char="–"/>
              <a:defRPr kumimoji="1" sz="2800">
                <a:solidFill>
                  <a:schemeClr val="tx1"/>
                </a:solidFill>
                <a:latin typeface="Times New Roman" panose="02020603050405020304" pitchFamily="18" charset="0"/>
              </a:defRPr>
            </a:lvl2pPr>
            <a:lvl3pPr marL="1143000" indent="-228600">
              <a:spcBef>
                <a:spcPct val="20000"/>
              </a:spcBef>
              <a:buClr>
                <a:schemeClr val="accent1"/>
              </a:buClr>
              <a:buChar char="•"/>
              <a:defRPr kumimoji="1" sz="2400">
                <a:solidFill>
                  <a:schemeClr val="tx1"/>
                </a:solidFill>
                <a:latin typeface="Times New Roman" panose="02020603050405020304" pitchFamily="18" charset="0"/>
              </a:defRPr>
            </a:lvl3pPr>
            <a:lvl4pPr marL="1600200" indent="-228600">
              <a:spcBef>
                <a:spcPct val="20000"/>
              </a:spcBef>
              <a:buClr>
                <a:schemeClr val="accent1"/>
              </a:buClr>
              <a:buChar char="–"/>
              <a:defRPr kumimoji="1" sz="2000">
                <a:solidFill>
                  <a:schemeClr val="tx1"/>
                </a:solidFill>
                <a:latin typeface="Times New Roman" panose="02020603050405020304" pitchFamily="18" charset="0"/>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defRPr>
            </a:lvl9pPr>
          </a:lstStyle>
          <a:p>
            <a:pPr>
              <a:spcBef>
                <a:spcPct val="50000"/>
              </a:spcBef>
              <a:buClrTx/>
              <a:buSzTx/>
              <a:buFontTx/>
              <a:buNone/>
            </a:pPr>
            <a:fld id="{8C869354-CCEB-4717-A02A-DD8AB0F5C272}" type="slidenum">
              <a:rPr lang="zh-CN" altLang="en-US" sz="1400" smtClean="0">
                <a:solidFill>
                  <a:srgbClr val="A08366"/>
                </a:solidFill>
                <a:latin typeface="Arial" panose="020B0604020202020204" pitchFamily="34" charset="0"/>
              </a:rPr>
              <a:pPr>
                <a:spcBef>
                  <a:spcPct val="50000"/>
                </a:spcBef>
                <a:buClrTx/>
                <a:buSzTx/>
                <a:buFontTx/>
                <a:buNone/>
              </a:pPr>
              <a:t>362</a:t>
            </a:fld>
            <a:endParaRPr lang="en-US" altLang="zh-CN" sz="1400">
              <a:solidFill>
                <a:srgbClr val="A08366"/>
              </a:solidFill>
              <a:latin typeface="Arial" panose="020B0604020202020204" pitchFamily="34" charset="0"/>
            </a:endParaRPr>
          </a:p>
        </p:txBody>
      </p:sp>
      <p:sp>
        <p:nvSpPr>
          <p:cNvPr id="2" name="Footer Placeholder 4">
            <a:extLst>
              <a:ext uri="{FF2B5EF4-FFF2-40B4-BE49-F238E27FC236}">
                <a16:creationId xmlns:a16="http://schemas.microsoft.com/office/drawing/2014/main" id="{489EDB42-BE03-4CCA-B5BF-EEC29AB48237}"/>
              </a:ext>
            </a:extLst>
          </p:cNvPr>
          <p:cNvSpPr txBox="1">
            <a:spLocks/>
          </p:cNvSpPr>
          <p:nvPr/>
        </p:nvSpPr>
        <p:spPr bwMode="auto">
          <a:xfrm>
            <a:off x="4385428" y="6302604"/>
            <a:ext cx="982744"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accent1"/>
              </a:buClr>
              <a:buSzPct val="90000"/>
              <a:buFont typeface="Monotype Sorts" pitchFamily="2" charset="2"/>
              <a:buChar char="4"/>
              <a:defRPr kumimoji="1"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Char char="–"/>
              <a:defRPr kumimoji="1"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accent1"/>
              </a:buClr>
              <a:buChar char="•"/>
              <a:defRPr kumimoji="1"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lr>
                <a:schemeClr val="accent1"/>
              </a:buClr>
              <a:buChar char="»"/>
              <a:defRPr kumimoji="1" sz="2000" kern="1200">
                <a:solidFill>
                  <a:schemeClr val="tx1"/>
                </a:solidFill>
                <a:latin typeface="Times New Roman" panose="02020603050405020304" pitchFamily="18" charset="0"/>
                <a:ea typeface="+mn-ea"/>
                <a:cs typeface="+mn-cs"/>
              </a:defRPr>
            </a:lvl9pPr>
          </a:lstStyle>
          <a:p>
            <a:pPr>
              <a:spcBef>
                <a:spcPct val="0"/>
              </a:spcBef>
              <a:buClrTx/>
              <a:buSzTx/>
              <a:buFontTx/>
              <a:buNone/>
            </a:pPr>
            <a:r>
              <a:rPr lang="en-US" altLang="zh-CN" sz="1400">
                <a:solidFill>
                  <a:schemeClr val="bg2"/>
                </a:solidFill>
                <a:latin typeface="Arial" panose="020B0604020202020204" pitchFamily="34" charset="0"/>
                <a:ea typeface="SimSun" panose="02010600030101010101" pitchFamily="2" charset="-122"/>
              </a:rPr>
              <a:t>CS5486</a:t>
            </a:r>
            <a:endParaRPr lang="en-US" altLang="zh-CN" sz="1400" dirty="0">
              <a:solidFill>
                <a:schemeClr val="bg2"/>
              </a:solidFill>
              <a:latin typeface="Arial" panose="020B0604020202020204" pitchFamily="34" charset="0"/>
              <a:ea typeface="SimSun" panose="0201060003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RANCHTO" val="262"/>
  <p:tag name="DEFINEDINNAVIGATOR" val="True"/>
  <p:tag name="HOTSPOTTYPE" val="DefinedInNavigator"/>
</p:tagLst>
</file>

<file path=ppt/theme/theme1.xml><?xml version="1.0" encoding="utf-8"?>
<a:theme xmlns:a="http://schemas.openxmlformats.org/drawingml/2006/main" name="Notebook">
  <a:themeElements>
    <a:clrScheme name="Notebook 1">
      <a:dk1>
        <a:srgbClr val="402000"/>
      </a:dk1>
      <a:lt1>
        <a:srgbClr val="FBFAE2"/>
      </a:lt1>
      <a:dk2>
        <a:srgbClr val="996633"/>
      </a:dk2>
      <a:lt2>
        <a:srgbClr val="A08366"/>
      </a:lt2>
      <a:accent1>
        <a:srgbClr val="CE9964"/>
      </a:accent1>
      <a:accent2>
        <a:srgbClr val="CD3333"/>
      </a:accent2>
      <a:accent3>
        <a:srgbClr val="FDFCEE"/>
      </a:accent3>
      <a:accent4>
        <a:srgbClr val="351A00"/>
      </a:accent4>
      <a:accent5>
        <a:srgbClr val="E3CAB8"/>
      </a:accent5>
      <a:accent6>
        <a:srgbClr val="BA2D2D"/>
      </a:accent6>
      <a:hlink>
        <a:srgbClr val="9A7F32"/>
      </a:hlink>
      <a:folHlink>
        <a:srgbClr val="ECA07A"/>
      </a:folHlink>
    </a:clrScheme>
    <a:fontScheme name="Notebook">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Notebook 1">
        <a:dk1>
          <a:srgbClr val="402000"/>
        </a:dk1>
        <a:lt1>
          <a:srgbClr val="FBFAE2"/>
        </a:lt1>
        <a:dk2>
          <a:srgbClr val="996633"/>
        </a:dk2>
        <a:lt2>
          <a:srgbClr val="A08366"/>
        </a:lt2>
        <a:accent1>
          <a:srgbClr val="CE9964"/>
        </a:accent1>
        <a:accent2>
          <a:srgbClr val="CD3333"/>
        </a:accent2>
        <a:accent3>
          <a:srgbClr val="FDFCEE"/>
        </a:accent3>
        <a:accent4>
          <a:srgbClr val="351A00"/>
        </a:accent4>
        <a:accent5>
          <a:srgbClr val="E3CAB8"/>
        </a:accent5>
        <a:accent6>
          <a:srgbClr val="BA2D2D"/>
        </a:accent6>
        <a:hlink>
          <a:srgbClr val="9A7F32"/>
        </a:hlink>
        <a:folHlink>
          <a:srgbClr val="ECA07A"/>
        </a:folHlink>
      </a:clrScheme>
      <a:clrMap bg1="lt1" tx1="dk1" bg2="lt2" tx2="dk2" accent1="accent1" accent2="accent2" accent3="accent3" accent4="accent4" accent5="accent5" accent6="accent6" hlink="hlink" folHlink="folHlink"/>
    </a:extraClrScheme>
    <a:extraClrScheme>
      <a:clrScheme name="Notebook 2">
        <a:dk1>
          <a:srgbClr val="402000"/>
        </a:dk1>
        <a:lt1>
          <a:srgbClr val="FFFFFF"/>
        </a:lt1>
        <a:dk2>
          <a:srgbClr val="996633"/>
        </a:dk2>
        <a:lt2>
          <a:srgbClr val="A08366"/>
        </a:lt2>
        <a:accent1>
          <a:srgbClr val="CE9964"/>
        </a:accent1>
        <a:accent2>
          <a:srgbClr val="CD3333"/>
        </a:accent2>
        <a:accent3>
          <a:srgbClr val="FFFFFF"/>
        </a:accent3>
        <a:accent4>
          <a:srgbClr val="351A00"/>
        </a:accent4>
        <a:accent5>
          <a:srgbClr val="E3CAB8"/>
        </a:accent5>
        <a:accent6>
          <a:srgbClr val="BA2D2D"/>
        </a:accent6>
        <a:hlink>
          <a:srgbClr val="9A7F32"/>
        </a:hlink>
        <a:folHlink>
          <a:srgbClr val="ECA07A"/>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otebook 4">
        <a:dk1>
          <a:srgbClr val="1C1C1C"/>
        </a:dk1>
        <a:lt1>
          <a:srgbClr val="FFFFFF"/>
        </a:lt1>
        <a:dk2>
          <a:srgbClr val="000066"/>
        </a:dk2>
        <a:lt2>
          <a:srgbClr val="666699"/>
        </a:lt2>
        <a:accent1>
          <a:srgbClr val="FF5050"/>
        </a:accent1>
        <a:accent2>
          <a:srgbClr val="009999"/>
        </a:accent2>
        <a:accent3>
          <a:srgbClr val="FFFFFF"/>
        </a:accent3>
        <a:accent4>
          <a:srgbClr val="161616"/>
        </a:accent4>
        <a:accent5>
          <a:srgbClr val="FFB3B3"/>
        </a:accent5>
        <a:accent6>
          <a:srgbClr val="008A8A"/>
        </a:accent6>
        <a:hlink>
          <a:srgbClr val="3366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116</TotalTime>
  <Words>11617</Words>
  <Application>Microsoft Macintosh PowerPoint</Application>
  <PresentationFormat>全屏显示(4:3)</PresentationFormat>
  <Paragraphs>2663</Paragraphs>
  <Slides>362</Slides>
  <Notes>156</Notes>
  <HiddenSlides>4</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10</vt:i4>
      </vt:variant>
      <vt:variant>
        <vt:lpstr>幻灯片标题</vt:lpstr>
      </vt:variant>
      <vt:variant>
        <vt:i4>362</vt:i4>
      </vt:variant>
    </vt:vector>
  </HeadingPairs>
  <TitlesOfParts>
    <vt:vector size="389" baseType="lpstr">
      <vt:lpstr>华文楷体</vt:lpstr>
      <vt:lpstr>隶书</vt:lpstr>
      <vt:lpstr>SimSun</vt:lpstr>
      <vt:lpstr>SimSun</vt:lpstr>
      <vt:lpstr>KARINE</vt:lpstr>
      <vt:lpstr>PMingLiU</vt:lpstr>
      <vt:lpstr>Times</vt:lpstr>
      <vt:lpstr>Arial</vt:lpstr>
      <vt:lpstr>Bookman Old Style</vt:lpstr>
      <vt:lpstr>Cambria Math</vt:lpstr>
      <vt:lpstr>Comic Sans MS</vt:lpstr>
      <vt:lpstr>Monotype Sorts</vt:lpstr>
      <vt:lpstr>Symbol</vt:lpstr>
      <vt:lpstr>Tahoma</vt:lpstr>
      <vt:lpstr>Times New Roman</vt:lpstr>
      <vt:lpstr>Wingdings</vt:lpstr>
      <vt:lpstr>Notebook</vt:lpstr>
      <vt:lpstr>Equation</vt:lpstr>
      <vt:lpstr>封裝程式殼層物件</vt:lpstr>
      <vt:lpstr>方程式</vt:lpstr>
      <vt:lpstr>公式</vt:lpstr>
      <vt:lpstr>Chart</vt:lpstr>
      <vt:lpstr>點陣圖影像</vt:lpstr>
      <vt:lpstr>Bitmap Image</vt:lpstr>
      <vt:lpstr>Visio</vt:lpstr>
      <vt:lpstr>Clip</vt:lpstr>
      <vt:lpstr>Équation</vt:lpstr>
      <vt:lpstr>CS5486   Intelligent Systems</vt:lpstr>
      <vt:lpstr>Aims</vt:lpstr>
      <vt:lpstr>Keywords</vt:lpstr>
      <vt:lpstr>Syllabus</vt:lpstr>
      <vt:lpstr>Syllabus (cont’d)</vt:lpstr>
      <vt:lpstr>References</vt:lpstr>
      <vt:lpstr>Intelligence</vt:lpstr>
      <vt:lpstr>Definition of Intelligent Systems</vt:lpstr>
      <vt:lpstr>Intelligent Behaviors</vt:lpstr>
      <vt:lpstr>PowerPoint 演示文稿</vt:lpstr>
      <vt:lpstr>Milestones of Intelligent System Development</vt:lpstr>
      <vt:lpstr>Milestones (cont’d)</vt:lpstr>
      <vt:lpstr>Professor Norbert Wiener</vt:lpstr>
      <vt:lpstr>Professor Warren S. McCulloch</vt:lpstr>
      <vt:lpstr>The Birth of “AI”</vt:lpstr>
      <vt:lpstr>Professor Frank Rosenblatt</vt:lpstr>
      <vt:lpstr>Professor Bernard Widrow</vt:lpstr>
      <vt:lpstr>Professor Lofti A. Zadeh</vt:lpstr>
      <vt:lpstr>Dr. Paul J. Werbos</vt:lpstr>
      <vt:lpstr>Professor Teuvo Kohonen</vt:lpstr>
      <vt:lpstr>Professor John J. Hopfield</vt:lpstr>
      <vt:lpstr>Professor Jeffrey E. Hinton</vt:lpstr>
      <vt:lpstr>2024 Nobel Prize in Physics</vt:lpstr>
      <vt:lpstr>2024 Nobel Prize in Chemstry</vt:lpstr>
      <vt:lpstr>Applications of Intelligent Systems</vt:lpstr>
      <vt:lpstr>Generative AI</vt:lpstr>
      <vt:lpstr>Embodied AI</vt:lpstr>
      <vt:lpstr>AI and Other Sciences</vt:lpstr>
      <vt:lpstr>Computational Intelligence</vt:lpstr>
      <vt:lpstr>PowerPoint 演示文稿</vt:lpstr>
      <vt:lpstr>PowerPoint 演示文稿</vt:lpstr>
      <vt:lpstr>PowerPoint 演示文稿</vt:lpstr>
      <vt:lpstr>Soft Computing</vt:lpstr>
      <vt:lpstr>PowerPoint 演示文稿</vt:lpstr>
      <vt:lpstr>PowerPoint 演示文稿</vt:lpstr>
      <vt:lpstr>What are Neural Networks?</vt:lpstr>
      <vt:lpstr>Components of Neural Networks</vt:lpstr>
      <vt:lpstr>Formalization of Neural Networks</vt:lpstr>
      <vt:lpstr>Architecture of Neural Networks</vt:lpstr>
      <vt:lpstr>Model of Neurons</vt:lpstr>
      <vt:lpstr>Connections between Neurons</vt:lpstr>
      <vt:lpstr>Rules of Neural Networks</vt:lpstr>
      <vt:lpstr>Learning in Neural Networks</vt:lpstr>
      <vt:lpstr>On Learning</vt:lpstr>
      <vt:lpstr>PowerPoint 演示文稿</vt:lpstr>
      <vt:lpstr>Two-Time Scale Dynamics  in Neural Networks</vt:lpstr>
      <vt:lpstr>Categories of Neural Networks</vt:lpstr>
      <vt:lpstr>Definition of Neural Networks</vt:lpstr>
      <vt:lpstr>Features of Neural Networks</vt:lpstr>
      <vt:lpstr>Properties of Neural Networks</vt:lpstr>
      <vt:lpstr>McCulloch-Pitts Neuron</vt:lpstr>
      <vt:lpstr>McCulloch-Pitts Neurons</vt:lpstr>
      <vt:lpstr>Threshold Logic</vt:lpstr>
      <vt:lpstr>AND &amp; OR Gates</vt:lpstr>
      <vt:lpstr>AND &amp; OR Gates</vt:lpstr>
      <vt:lpstr>Other Logic Functions</vt:lpstr>
      <vt:lpstr>A Decoder</vt:lpstr>
      <vt:lpstr>Another Decoder</vt:lpstr>
      <vt:lpstr>Another Decoder</vt:lpstr>
      <vt:lpstr>Threshold Logic Units</vt:lpstr>
      <vt:lpstr>Weighted Connections</vt:lpstr>
      <vt:lpstr>A Recurrent Network</vt:lpstr>
      <vt:lpstr>Finite Automata</vt:lpstr>
      <vt:lpstr>Finite Automata &amp; Recurrent Networks</vt:lpstr>
      <vt:lpstr>Perceptron</vt:lpstr>
      <vt:lpstr>Perceptron</vt:lpstr>
      <vt:lpstr>Perceptron</vt:lpstr>
      <vt:lpstr>Simple Perceptron</vt:lpstr>
      <vt:lpstr>Linear Separability</vt:lpstr>
      <vt:lpstr>Absolute Linear Separability </vt:lpstr>
      <vt:lpstr>Perceptron Convergence Algorithm</vt:lpstr>
      <vt:lpstr>Learning Rule</vt:lpstr>
      <vt:lpstr>Iterative learning</vt:lpstr>
      <vt:lpstr>A Simple Case</vt:lpstr>
      <vt:lpstr>Error Landscape</vt:lpstr>
      <vt:lpstr>Learning Process</vt:lpstr>
      <vt:lpstr>Threshold</vt:lpstr>
      <vt:lpstr>Perceptron Convergence Theorem</vt:lpstr>
      <vt:lpstr>Truth Table for OR Function</vt:lpstr>
      <vt:lpstr>Iteration 1</vt:lpstr>
      <vt:lpstr>Iteration 2</vt:lpstr>
      <vt:lpstr>Iteration 3</vt:lpstr>
      <vt:lpstr>Iteration 4</vt:lpstr>
      <vt:lpstr>Iteration 5</vt:lpstr>
      <vt:lpstr>Finally</vt:lpstr>
      <vt:lpstr>Learning Trajectory</vt:lpstr>
      <vt:lpstr>Trajectory</vt:lpstr>
      <vt:lpstr>Two-Variable Logic Functions</vt:lpstr>
      <vt:lpstr>2D OR and AND </vt:lpstr>
      <vt:lpstr>3D Logic Function</vt:lpstr>
      <vt:lpstr>OR Function</vt:lpstr>
      <vt:lpstr>Majority Function</vt:lpstr>
      <vt:lpstr>Duality</vt:lpstr>
      <vt:lpstr>2D Weight Space</vt:lpstr>
      <vt:lpstr>2D Weight Space</vt:lpstr>
      <vt:lpstr>XOR Problem</vt:lpstr>
      <vt:lpstr>Limitations of Perceptrons</vt:lpstr>
      <vt:lpstr>Bipolar vs. Unipolar State Variables</vt:lpstr>
      <vt:lpstr>Monte Carlo Tests</vt:lpstr>
      <vt:lpstr>ADALINE</vt:lpstr>
      <vt:lpstr>LMS Learning Algorithm</vt:lpstr>
      <vt:lpstr>Gradient Descent Learning Algorithms</vt:lpstr>
      <vt:lpstr>Training Modes</vt:lpstr>
      <vt:lpstr>Perceptron vs. Adaline</vt:lpstr>
      <vt:lpstr>An Example</vt:lpstr>
      <vt:lpstr>An Example (cont’d)</vt:lpstr>
      <vt:lpstr>An Example (cont’d)</vt:lpstr>
      <vt:lpstr>An Example  (cont’d)</vt:lpstr>
      <vt:lpstr>An Example  (cont’d)</vt:lpstr>
      <vt:lpstr>Weight Space Regions  Separated by Hyperplanes</vt:lpstr>
      <vt:lpstr>Number of Weight Space Regions</vt:lpstr>
      <vt:lpstr>Number of Weight Space Regions</vt:lpstr>
      <vt:lpstr>Number of Logic Functions vs. Number of Threshold Functions</vt:lpstr>
      <vt:lpstr>Learnability Problems</vt:lpstr>
      <vt:lpstr>Multilayer Feedforward Network</vt:lpstr>
      <vt:lpstr>Multilayer Feedforward Network</vt:lpstr>
      <vt:lpstr>XOR Problem Solved</vt:lpstr>
      <vt:lpstr>Alternative Networks</vt:lpstr>
      <vt:lpstr>Learning Process</vt:lpstr>
      <vt:lpstr>Alternative Network</vt:lpstr>
      <vt:lpstr>Two-layer Separation</vt:lpstr>
      <vt:lpstr>Two-layer Separation</vt:lpstr>
      <vt:lpstr>Backpropagation Algorithm</vt:lpstr>
      <vt:lpstr>Sigmoid Activation Functions</vt:lpstr>
      <vt:lpstr>Sigmoid Activation Functions</vt:lpstr>
      <vt:lpstr>Related Activation Functions</vt:lpstr>
      <vt:lpstr>Backpropagation Algorithm</vt:lpstr>
      <vt:lpstr>Backpropagation Algorithm (cont’d)</vt:lpstr>
      <vt:lpstr>Backpropagation Algorithm (cont’d)</vt:lpstr>
      <vt:lpstr>PowerPoint 演示文稿</vt:lpstr>
      <vt:lpstr>PowerPoint 演示文稿</vt:lpstr>
      <vt:lpstr>Backpropagation Algorithm (cont’d)</vt:lpstr>
      <vt:lpstr>Local Minima</vt:lpstr>
      <vt:lpstr>Momentum Term</vt:lpstr>
      <vt:lpstr>Kolmogorov Theorem</vt:lpstr>
      <vt:lpstr>Universal Approximators</vt:lpstr>
      <vt:lpstr>Overfitting Problem</vt:lpstr>
      <vt:lpstr>Radial Basis Functions</vt:lpstr>
      <vt:lpstr>Radial Basis Functions</vt:lpstr>
      <vt:lpstr>Radial Basis Functions</vt:lpstr>
      <vt:lpstr>Radial Basis Function Networks</vt:lpstr>
      <vt:lpstr>Radial Basis Function Networks</vt:lpstr>
      <vt:lpstr>Cover’s Theorem</vt:lpstr>
      <vt:lpstr>XOR Problem Revisited</vt:lpstr>
      <vt:lpstr>XOR Problem Revisited</vt:lpstr>
      <vt:lpstr>XOR Problem Revisited</vt:lpstr>
      <vt:lpstr>Functional Link Network</vt:lpstr>
      <vt:lpstr>Functional Link Network</vt:lpstr>
      <vt:lpstr>Extreme Learning Machine</vt:lpstr>
      <vt:lpstr>Support Vector Machine</vt:lpstr>
      <vt:lpstr>Linear Discriminant Function</vt:lpstr>
      <vt:lpstr>Linear Discriminant Function</vt:lpstr>
      <vt:lpstr>Linear Discriminant Function</vt:lpstr>
      <vt:lpstr>Maximal Margin Classifier </vt:lpstr>
      <vt:lpstr>Maximal Margin Classifier </vt:lpstr>
      <vt:lpstr>Maximal Margin Classifier </vt:lpstr>
      <vt:lpstr>Maximal Margin Classifier </vt:lpstr>
      <vt:lpstr>Maximal Margin Classifier </vt:lpstr>
      <vt:lpstr>Maximal Margin Classifier </vt:lpstr>
      <vt:lpstr>Quadratic Programming Problem </vt:lpstr>
      <vt:lpstr>Quadratic Programming Problem </vt:lpstr>
      <vt:lpstr>Quadratic Programming Problem </vt:lpstr>
      <vt:lpstr>Quadratic Programming Problem </vt:lpstr>
      <vt:lpstr>Linear Discriminant Function</vt:lpstr>
      <vt:lpstr>Soft Constraints</vt:lpstr>
      <vt:lpstr>Soft Constraints</vt:lpstr>
      <vt:lpstr>Maximal Margin Classifier </vt:lpstr>
      <vt:lpstr>PowerPoint 演示文稿</vt:lpstr>
      <vt:lpstr>PowerPoint 演示文稿</vt:lpstr>
      <vt:lpstr>PowerPoint 演示文稿</vt:lpstr>
      <vt:lpstr>PowerPoint 演示文稿</vt:lpstr>
      <vt:lpstr>PowerPoint 演示文稿</vt:lpstr>
      <vt:lpstr>PowerPoint 演示文稿</vt:lpstr>
      <vt:lpstr>Nonlinear SVM: Optimization</vt:lpstr>
      <vt:lpstr>SVM Learning</vt:lpstr>
      <vt:lpstr>Design Issues</vt:lpstr>
      <vt:lpstr>SVM Summary </vt:lpstr>
      <vt:lpstr>Support Vector Regression</vt:lpstr>
      <vt:lpstr>Support Vector Regression</vt:lpstr>
      <vt:lpstr>Support Vector Regression</vt:lpstr>
      <vt:lpstr>Support Vector Regression</vt:lpstr>
      <vt:lpstr>Least-squares SVM</vt:lpstr>
      <vt:lpstr>Least-squares SVM</vt:lpstr>
      <vt:lpstr>Least-squares SVM</vt:lpstr>
      <vt:lpstr>Two-spirial Classification</vt:lpstr>
      <vt:lpstr>Short-term Prediction</vt:lpstr>
      <vt:lpstr>General Learning Problem</vt:lpstr>
      <vt:lpstr>Unsupervised Learning</vt:lpstr>
      <vt:lpstr>Competitive Learning</vt:lpstr>
      <vt:lpstr>Energy Function in Competitive Learning</vt:lpstr>
      <vt:lpstr>MAXNET</vt:lpstr>
      <vt:lpstr>MAXNET</vt:lpstr>
      <vt:lpstr>kWTA Model</vt:lpstr>
      <vt:lpstr>Desirable Properties</vt:lpstr>
      <vt:lpstr>Simulation Results  Randomized Integer Inputs</vt:lpstr>
      <vt:lpstr>Simulation Results   Low-Resolution Inputs</vt:lpstr>
      <vt:lpstr>Clustering</vt:lpstr>
      <vt:lpstr>Clustering</vt:lpstr>
      <vt:lpstr>ART1 Network</vt:lpstr>
      <vt:lpstr>ART1 Architecture</vt:lpstr>
      <vt:lpstr>ART1 for Clustering</vt:lpstr>
      <vt:lpstr>Vigilance Parameter  in ART1 Network</vt:lpstr>
      <vt:lpstr>Vigilance Parameter  in ART1 Network </vt:lpstr>
      <vt:lpstr>Illustrative Example</vt:lpstr>
      <vt:lpstr>Hopfield Networks</vt:lpstr>
      <vt:lpstr>Hopfield Networks</vt:lpstr>
      <vt:lpstr>Hopfield Networks</vt:lpstr>
      <vt:lpstr>Discrete Hopfield Network</vt:lpstr>
      <vt:lpstr>Stability Analysis</vt:lpstr>
      <vt:lpstr>Stability Conditions</vt:lpstr>
      <vt:lpstr>Stability Properties</vt:lpstr>
      <vt:lpstr>Associative Memory</vt:lpstr>
      <vt:lpstr>Associative Memory</vt:lpstr>
      <vt:lpstr>Human Brain and Memory</vt:lpstr>
      <vt:lpstr>Associative Memory</vt:lpstr>
      <vt:lpstr>Associative Memory</vt:lpstr>
      <vt:lpstr>Auto-association vs.  Hetero-association </vt:lpstr>
      <vt:lpstr>PowerPoint 演示文稿</vt:lpstr>
      <vt:lpstr>PowerPoint 演示文稿</vt:lpstr>
      <vt:lpstr>Memory Processes</vt:lpstr>
      <vt:lpstr>Discrete Hopfield Network as an Associative Memory </vt:lpstr>
      <vt:lpstr>Discrete Hopfield Network as an Associative Memory</vt:lpstr>
      <vt:lpstr>Illustrative Example</vt:lpstr>
      <vt:lpstr>Limitations</vt:lpstr>
      <vt:lpstr>Discrete Hopfield Network as an Optimization Model</vt:lpstr>
      <vt:lpstr>Bidirectional Associative Memories (BAM)</vt:lpstr>
      <vt:lpstr>BAM Architecture</vt:lpstr>
      <vt:lpstr>Bidirectional Associative Memories (BAM)</vt:lpstr>
      <vt:lpstr>Continuous Hopfield Network</vt:lpstr>
      <vt:lpstr>Continuous Hopfield Network</vt:lpstr>
      <vt:lpstr>PowerPoint 演示文稿</vt:lpstr>
      <vt:lpstr>Stability Analysis</vt:lpstr>
      <vt:lpstr>High Gain Unipolar Sigmoid Activation Function</vt:lpstr>
      <vt:lpstr>Continuous Hopfield Network as an Optimization Model</vt:lpstr>
      <vt:lpstr>Traveling Salesman Problem</vt:lpstr>
      <vt:lpstr>Vertex Path Representation</vt:lpstr>
      <vt:lpstr>PowerPoint 演示文稿</vt:lpstr>
      <vt:lpstr>Objective Function and Constraints</vt:lpstr>
      <vt:lpstr>Objective Function to be Minimized</vt:lpstr>
      <vt:lpstr>PowerPoint 演示文稿</vt:lpstr>
      <vt:lpstr>Constructing the Hopfield Network</vt:lpstr>
      <vt:lpstr>Constructing the Hopfield Network</vt:lpstr>
      <vt:lpstr>Constructing the Hopfield Network</vt:lpstr>
      <vt:lpstr>Constructing the Hopfield Network</vt:lpstr>
      <vt:lpstr>Constructing the Hopfield Network</vt:lpstr>
      <vt:lpstr> Parameter Selection</vt:lpstr>
      <vt:lpstr>Ten-City Example</vt:lpstr>
      <vt:lpstr>Optimal Route</vt:lpstr>
      <vt:lpstr>Local Minima</vt:lpstr>
      <vt:lpstr>Simulated Annealing</vt:lpstr>
      <vt:lpstr>Updating Probability</vt:lpstr>
      <vt:lpstr>Updating Probability</vt:lpstr>
      <vt:lpstr>Decreasing Temperature</vt:lpstr>
      <vt:lpstr>Descending Energy</vt:lpstr>
      <vt:lpstr>Sample TSP Solution</vt:lpstr>
      <vt:lpstr>Characteristics of  Simulated Annealing</vt:lpstr>
      <vt:lpstr>Boltzmann Machine</vt:lpstr>
      <vt:lpstr>Boltzmann Machine</vt:lpstr>
      <vt:lpstr>Mean Field Annealing Network</vt:lpstr>
      <vt:lpstr>Mean Field Annealing Network</vt:lpstr>
      <vt:lpstr>Self-Organizing Maps (SOMs)</vt:lpstr>
      <vt:lpstr>Data Clusters</vt:lpstr>
      <vt:lpstr>SOM Architecture</vt:lpstr>
      <vt:lpstr>Kohonen’s Learning Algorithm</vt:lpstr>
      <vt:lpstr>Neighborhood in SOMs</vt:lpstr>
      <vt:lpstr>A Simple Example</vt:lpstr>
      <vt:lpstr>Kohonen’s Example</vt:lpstr>
      <vt:lpstr>PowerPoint 演示文稿</vt:lpstr>
      <vt:lpstr>Echo State Network</vt:lpstr>
      <vt:lpstr>ESN Architecture</vt:lpstr>
      <vt:lpstr>State Equations</vt:lpstr>
      <vt:lpstr>Fuzzy Logic</vt:lpstr>
      <vt:lpstr>Membership Function</vt:lpstr>
      <vt:lpstr>Membership Functions</vt:lpstr>
      <vt:lpstr>Membership Functions</vt:lpstr>
      <vt:lpstr>Membership Functions</vt:lpstr>
      <vt:lpstr>Fuzzy Set</vt:lpstr>
      <vt:lpstr>Discrete Fuzzy Set</vt:lpstr>
      <vt:lpstr>Fuzzy Set</vt:lpstr>
      <vt:lpstr>Fuzzy Set Terminology</vt:lpstr>
      <vt:lpstr>Fuzzy Set Terminology</vt:lpstr>
      <vt:lpstr>Logic Operations on Fuzzy Sets</vt:lpstr>
      <vt:lpstr>Logic Operations on Fuzzy Sets</vt:lpstr>
      <vt:lpstr>Cardinality and Entropy of Fuzzy Sets</vt:lpstr>
      <vt:lpstr>Cardinality of Fuzzy Sets</vt:lpstr>
      <vt:lpstr>Entropy of Fuzzy Sets</vt:lpstr>
      <vt:lpstr>Entropy of Fuzzy Sets</vt:lpstr>
      <vt:lpstr>Logic Operations on Fuzzy Sets</vt:lpstr>
      <vt:lpstr>Properties of Fuzzy Sets</vt:lpstr>
      <vt:lpstr>Fuzzy Relations</vt:lpstr>
      <vt:lpstr>Fuzzifiers and Defuzzifiers</vt:lpstr>
      <vt:lpstr>Typical Defuzzifiers</vt:lpstr>
      <vt:lpstr>Centroid Defuzzifier</vt:lpstr>
      <vt:lpstr>Linguistic Variables</vt:lpstr>
      <vt:lpstr>Mamdani-type Fuzzy Systems</vt:lpstr>
      <vt:lpstr>Fuzzy Inference Process</vt:lpstr>
      <vt:lpstr>Fuzzy Inference Process</vt:lpstr>
      <vt:lpstr>Fuzzy Inference System</vt:lpstr>
      <vt:lpstr>An Electrical Heater Example</vt:lpstr>
      <vt:lpstr>An Electrical Heater Example</vt:lpstr>
      <vt:lpstr>An Electrical Heater Example</vt:lpstr>
      <vt:lpstr>TS-Fuzzy Systems (1/3)</vt:lpstr>
      <vt:lpstr>TS-Fuzzy Systems (2/3)</vt:lpstr>
      <vt:lpstr>TS-Fuzzy Systems (3/3)</vt:lpstr>
      <vt:lpstr>Type-2 Fuzzy Logic</vt:lpstr>
      <vt:lpstr>PowerPoint 演示文稿</vt:lpstr>
      <vt:lpstr>Type-2 Fuzzy System</vt:lpstr>
      <vt:lpstr>Charles Robert Darwin (1/2)</vt:lpstr>
      <vt:lpstr>Charles Robert Darwin (2/2)</vt:lpstr>
      <vt:lpstr>Evolutionary Computation</vt:lpstr>
      <vt:lpstr>Evolutionary Algorithms</vt:lpstr>
      <vt:lpstr>Genetic Algorithms</vt:lpstr>
      <vt:lpstr>Elements in Genetic Algorithms</vt:lpstr>
      <vt:lpstr>Reproduction Operator</vt:lpstr>
      <vt:lpstr>Crossover Operator</vt:lpstr>
      <vt:lpstr>Crossover Operation</vt:lpstr>
      <vt:lpstr>Crossover Operation</vt:lpstr>
      <vt:lpstr>Mutation Operator</vt:lpstr>
      <vt:lpstr>Mutation Operation</vt:lpstr>
      <vt:lpstr>Towers of Hanoi</vt:lpstr>
      <vt:lpstr>Towers of Hanoi</vt:lpstr>
      <vt:lpstr>Legal Moves</vt:lpstr>
      <vt:lpstr>Towers of Hanoi</vt:lpstr>
      <vt:lpstr>Move Represenation</vt:lpstr>
      <vt:lpstr>Corresponding Moves</vt:lpstr>
      <vt:lpstr>GA Operations</vt:lpstr>
      <vt:lpstr>GA Flow Chart</vt:lpstr>
      <vt:lpstr>Optimization Process</vt:lpstr>
      <vt:lpstr>Encoder-Decoder Design</vt:lpstr>
      <vt:lpstr>Encoder-Decoder Design</vt:lpstr>
      <vt:lpstr>Swarm-Based Search</vt:lpstr>
      <vt:lpstr>Swarm Intelligence</vt:lpstr>
      <vt:lpstr>Ant Colony Optimization</vt:lpstr>
      <vt:lpstr>Marco Dorigo</vt:lpstr>
      <vt:lpstr>ACO Motivation</vt:lpstr>
      <vt:lpstr>ACO Process</vt:lpstr>
      <vt:lpstr>ACO for TSP</vt:lpstr>
      <vt:lpstr>Particle Swarm Optimization</vt:lpstr>
      <vt:lpstr>Particle Swarm Optimization</vt:lpstr>
      <vt:lpstr>Fathers of PSO</vt:lpstr>
      <vt:lpstr>Psychosocial Compromise</vt:lpstr>
      <vt:lpstr>Search Direction</vt:lpstr>
      <vt:lpstr>Random Proximity </vt:lpstr>
      <vt:lpstr>Global Optimization</vt:lpstr>
      <vt:lpstr>Global Optimization</vt:lpstr>
      <vt:lpstr>Global Optimization</vt:lpstr>
      <vt:lpstr>Global Optimization</vt:lpstr>
      <vt:lpstr>Global Optimization</vt:lpstr>
      <vt:lpstr>Global Optimization</vt:lpstr>
      <vt:lpstr>Global Optimization</vt:lpstr>
      <vt:lpstr>Global Optimization</vt:lpstr>
      <vt:lpstr>Schwefel’s function </vt:lpstr>
      <vt:lpstr>Initialization Swarm</vt:lpstr>
      <vt:lpstr>Evolution after 5 Iterations</vt:lpstr>
      <vt:lpstr>Evolution after 10 Iterations</vt:lpstr>
      <vt:lpstr>Evolution after15 Iterations</vt:lpstr>
      <vt:lpstr>Evolution after 20 Iterations</vt:lpstr>
      <vt:lpstr>Evolution after 25 Iterations</vt:lpstr>
      <vt:lpstr>Evolution after 100 Iterations</vt:lpstr>
      <vt:lpstr>Evolution after 500 Iterations</vt:lpstr>
      <vt:lpstr>Search Results</vt:lpstr>
      <vt:lpstr>That’s all for this course.</vt:lpstr>
    </vt:vector>
  </TitlesOfParts>
  <Company>CUHK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MAE5070  Intelligent Systems</dc:title>
  <dc:subject>MAE5070</dc:subject>
  <dc:creator>Prof. Wang Jun</dc:creator>
  <cp:lastModifiedBy>Dan Su</cp:lastModifiedBy>
  <cp:revision>160</cp:revision>
  <cp:lastPrinted>2026-09-08T05:12:06Z</cp:lastPrinted>
  <dcterms:created xsi:type="dcterms:W3CDTF">1997-09-05T07:16:00Z</dcterms:created>
  <dcterms:modified xsi:type="dcterms:W3CDTF">2026-09-08T06:50:01Z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2</vt:i4>
  </property>
  <property fmtid="{D5CDD505-2E9C-101B-9397-08002B2CF9AE}" pid="6" name="ScreenUsage">
    <vt:i4>3</vt:i4>
  </property>
  <property fmtid="{D5CDD505-2E9C-101B-9397-08002B2CF9AE}" pid="7" name="MailAddress">
    <vt:lpwstr>jwang@mae.cuhk.edu.hk</vt:lpwstr>
  </property>
  <property fmtid="{D5CDD505-2E9C-101B-9397-08002B2CF9AE}" pid="8" name="HomePage">
    <vt:lpwstr>www.mae.cuhk.edu.hk/~jwang/mae5070</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C:\My Documents\course\mae5070</vt:lpwstr>
  </property>
</Properties>
</file>